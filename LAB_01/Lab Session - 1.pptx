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61" r:id="rId3"/>
    <p:sldId id="263" r:id="rId4"/>
    <p:sldId id="268" r:id="rId5"/>
    <p:sldId id="270" r:id="rId6"/>
    <p:sldId id="271" r:id="rId7"/>
    <p:sldId id="272" r:id="rId8"/>
    <p:sldId id="273" r:id="rId9"/>
    <p:sldId id="274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86" autoAdjust="0"/>
    <p:restoredTop sz="95226" autoAdjust="0"/>
  </p:normalViewPr>
  <p:slideViewPr>
    <p:cSldViewPr snapToGrid="0">
      <p:cViewPr varScale="1">
        <p:scale>
          <a:sx n="82" d="100"/>
          <a:sy n="82" d="100"/>
        </p:scale>
        <p:origin x="72" y="2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ket" userId="14f4e196-1baf-463d-9497-dd9f6f8ad29f" providerId="ADAL" clId="{339D30AE-F946-4D5B-B1C3-1A11A33FB806}"/>
    <pc:docChg chg="custSel addSld delSld modSld">
      <pc:chgData name="Aniket" userId="14f4e196-1baf-463d-9497-dd9f6f8ad29f" providerId="ADAL" clId="{339D30AE-F946-4D5B-B1C3-1A11A33FB806}" dt="2024-02-02T06:01:57.567" v="388" actId="20577"/>
      <pc:docMkLst>
        <pc:docMk/>
      </pc:docMkLst>
      <pc:sldChg chg="modSp mod">
        <pc:chgData name="Aniket" userId="14f4e196-1baf-463d-9497-dd9f6f8ad29f" providerId="ADAL" clId="{339D30AE-F946-4D5B-B1C3-1A11A33FB806}" dt="2024-02-02T05:22:21.436" v="8" actId="20577"/>
        <pc:sldMkLst>
          <pc:docMk/>
          <pc:sldMk cId="3064293210" sldId="256"/>
        </pc:sldMkLst>
        <pc:spChg chg="mod">
          <ac:chgData name="Aniket" userId="14f4e196-1baf-463d-9497-dd9f6f8ad29f" providerId="ADAL" clId="{339D30AE-F946-4D5B-B1C3-1A11A33FB806}" dt="2024-02-02T05:21:38.293" v="1" actId="20577"/>
          <ac:spMkLst>
            <pc:docMk/>
            <pc:sldMk cId="3064293210" sldId="256"/>
            <ac:spMk id="2" creationId="{39A6118B-08DE-69A5-FE48-1BFA7A072BE5}"/>
          </ac:spMkLst>
        </pc:spChg>
        <pc:spChg chg="mod">
          <ac:chgData name="Aniket" userId="14f4e196-1baf-463d-9497-dd9f6f8ad29f" providerId="ADAL" clId="{339D30AE-F946-4D5B-B1C3-1A11A33FB806}" dt="2024-02-02T05:22:21.436" v="8" actId="20577"/>
          <ac:spMkLst>
            <pc:docMk/>
            <pc:sldMk cId="3064293210" sldId="256"/>
            <ac:spMk id="4" creationId="{D5EB4AD0-2382-8DF0-E75C-DA9F2153396B}"/>
          </ac:spMkLst>
        </pc:spChg>
      </pc:sldChg>
      <pc:sldChg chg="modSp mod">
        <pc:chgData name="Aniket" userId="14f4e196-1baf-463d-9497-dd9f6f8ad29f" providerId="ADAL" clId="{339D30AE-F946-4D5B-B1C3-1A11A33FB806}" dt="2024-02-02T05:24:11.623" v="254" actId="20577"/>
        <pc:sldMkLst>
          <pc:docMk/>
          <pc:sldMk cId="2430313862" sldId="257"/>
        </pc:sldMkLst>
        <pc:spChg chg="mod">
          <ac:chgData name="Aniket" userId="14f4e196-1baf-463d-9497-dd9f6f8ad29f" providerId="ADAL" clId="{339D30AE-F946-4D5B-B1C3-1A11A33FB806}" dt="2024-02-02T05:23:06.138" v="80" actId="5793"/>
          <ac:spMkLst>
            <pc:docMk/>
            <pc:sldMk cId="2430313862" sldId="257"/>
            <ac:spMk id="2" creationId="{E6318CB5-15F3-7309-D597-C6070ACC831E}"/>
          </ac:spMkLst>
        </pc:spChg>
        <pc:spChg chg="mod">
          <ac:chgData name="Aniket" userId="14f4e196-1baf-463d-9497-dd9f6f8ad29f" providerId="ADAL" clId="{339D30AE-F946-4D5B-B1C3-1A11A33FB806}" dt="2024-02-02T05:24:11.623" v="254" actId="20577"/>
          <ac:spMkLst>
            <pc:docMk/>
            <pc:sldMk cId="2430313862" sldId="257"/>
            <ac:spMk id="3" creationId="{88DB9978-002C-9BFE-1416-19A3FD3E0906}"/>
          </ac:spMkLst>
        </pc:spChg>
      </pc:sldChg>
      <pc:sldChg chg="del">
        <pc:chgData name="Aniket" userId="14f4e196-1baf-463d-9497-dd9f6f8ad29f" providerId="ADAL" clId="{339D30AE-F946-4D5B-B1C3-1A11A33FB806}" dt="2024-02-02T05:24:20.258" v="255" actId="47"/>
        <pc:sldMkLst>
          <pc:docMk/>
          <pc:sldMk cId="1277299088" sldId="258"/>
        </pc:sldMkLst>
      </pc:sldChg>
      <pc:sldChg chg="del">
        <pc:chgData name="Aniket" userId="14f4e196-1baf-463d-9497-dd9f6f8ad29f" providerId="ADAL" clId="{339D30AE-F946-4D5B-B1C3-1A11A33FB806}" dt="2024-02-02T05:24:21.508" v="256" actId="47"/>
        <pc:sldMkLst>
          <pc:docMk/>
          <pc:sldMk cId="3466009385" sldId="259"/>
        </pc:sldMkLst>
      </pc:sldChg>
      <pc:sldChg chg="del">
        <pc:chgData name="Aniket" userId="14f4e196-1baf-463d-9497-dd9f6f8ad29f" providerId="ADAL" clId="{339D30AE-F946-4D5B-B1C3-1A11A33FB806}" dt="2024-02-02T05:24:22.312" v="257" actId="47"/>
        <pc:sldMkLst>
          <pc:docMk/>
          <pc:sldMk cId="1224333378" sldId="260"/>
        </pc:sldMkLst>
      </pc:sldChg>
      <pc:sldChg chg="modSp mod">
        <pc:chgData name="Aniket" userId="14f4e196-1baf-463d-9497-dd9f6f8ad29f" providerId="ADAL" clId="{339D30AE-F946-4D5B-B1C3-1A11A33FB806}" dt="2024-02-02T06:01:57.567" v="388" actId="20577"/>
        <pc:sldMkLst>
          <pc:docMk/>
          <pc:sldMk cId="2318630039" sldId="261"/>
        </pc:sldMkLst>
        <pc:spChg chg="mod">
          <ac:chgData name="Aniket" userId="14f4e196-1baf-463d-9497-dd9f6f8ad29f" providerId="ADAL" clId="{339D30AE-F946-4D5B-B1C3-1A11A33FB806}" dt="2024-02-02T05:24:47.889" v="288" actId="5793"/>
          <ac:spMkLst>
            <pc:docMk/>
            <pc:sldMk cId="2318630039" sldId="261"/>
            <ac:spMk id="2" creationId="{E6318CB5-15F3-7309-D597-C6070ACC831E}"/>
          </ac:spMkLst>
        </pc:spChg>
        <pc:spChg chg="mod">
          <ac:chgData name="Aniket" userId="14f4e196-1baf-463d-9497-dd9f6f8ad29f" providerId="ADAL" clId="{339D30AE-F946-4D5B-B1C3-1A11A33FB806}" dt="2024-02-02T06:01:57.567" v="388" actId="20577"/>
          <ac:spMkLst>
            <pc:docMk/>
            <pc:sldMk cId="2318630039" sldId="261"/>
            <ac:spMk id="3" creationId="{88DB9978-002C-9BFE-1416-19A3FD3E0906}"/>
          </ac:spMkLst>
        </pc:spChg>
      </pc:sldChg>
      <pc:sldChg chg="del">
        <pc:chgData name="Aniket" userId="14f4e196-1baf-463d-9497-dd9f6f8ad29f" providerId="ADAL" clId="{339D30AE-F946-4D5B-B1C3-1A11A33FB806}" dt="2024-02-02T05:24:23.186" v="258" actId="47"/>
        <pc:sldMkLst>
          <pc:docMk/>
          <pc:sldMk cId="1144399454" sldId="263"/>
        </pc:sldMkLst>
      </pc:sldChg>
      <pc:sldChg chg="add">
        <pc:chgData name="Aniket" userId="14f4e196-1baf-463d-9497-dd9f6f8ad29f" providerId="ADAL" clId="{339D30AE-F946-4D5B-B1C3-1A11A33FB806}" dt="2024-02-02T05:24:27.603" v="259" actId="2890"/>
        <pc:sldMkLst>
          <pc:docMk/>
          <pc:sldMk cId="1649318740" sldId="263"/>
        </pc:sldMkLst>
      </pc:sldChg>
    </pc:docChg>
  </pc:docChgLst>
  <pc:docChgLst>
    <pc:chgData name="Aniket" userId="14f4e196-1baf-463d-9497-dd9f6f8ad29f" providerId="ADAL" clId="{922FAD91-5701-4955-B2FE-7E617770B0A6}"/>
    <pc:docChg chg="custSel modSld">
      <pc:chgData name="Aniket" userId="14f4e196-1baf-463d-9497-dd9f6f8ad29f" providerId="ADAL" clId="{922FAD91-5701-4955-B2FE-7E617770B0A6}" dt="2024-10-05T10:47:20.307" v="104" actId="20577"/>
      <pc:docMkLst>
        <pc:docMk/>
      </pc:docMkLst>
      <pc:sldChg chg="modSp mod">
        <pc:chgData name="Aniket" userId="14f4e196-1baf-463d-9497-dd9f6f8ad29f" providerId="ADAL" clId="{922FAD91-5701-4955-B2FE-7E617770B0A6}" dt="2024-10-05T10:46:14.006" v="28" actId="20577"/>
        <pc:sldMkLst>
          <pc:docMk/>
          <pc:sldMk cId="3064293210" sldId="256"/>
        </pc:sldMkLst>
        <pc:spChg chg="mod">
          <ac:chgData name="Aniket" userId="14f4e196-1baf-463d-9497-dd9f6f8ad29f" providerId="ADAL" clId="{922FAD91-5701-4955-B2FE-7E617770B0A6}" dt="2024-10-05T10:46:14.006" v="28" actId="20577"/>
          <ac:spMkLst>
            <pc:docMk/>
            <pc:sldMk cId="3064293210" sldId="256"/>
            <ac:spMk id="2" creationId="{39A6118B-08DE-69A5-FE48-1BFA7A072BE5}"/>
          </ac:spMkLst>
        </pc:spChg>
      </pc:sldChg>
      <pc:sldChg chg="modSp mod">
        <pc:chgData name="Aniket" userId="14f4e196-1baf-463d-9497-dd9f6f8ad29f" providerId="ADAL" clId="{922FAD91-5701-4955-B2FE-7E617770B0A6}" dt="2024-10-05T10:46:32.940" v="30" actId="20577"/>
        <pc:sldMkLst>
          <pc:docMk/>
          <pc:sldMk cId="2318630039" sldId="261"/>
        </pc:sldMkLst>
        <pc:spChg chg="mod">
          <ac:chgData name="Aniket" userId="14f4e196-1baf-463d-9497-dd9f6f8ad29f" providerId="ADAL" clId="{922FAD91-5701-4955-B2FE-7E617770B0A6}" dt="2024-10-05T10:46:32.940" v="30" actId="20577"/>
          <ac:spMkLst>
            <pc:docMk/>
            <pc:sldMk cId="2318630039" sldId="261"/>
            <ac:spMk id="3" creationId="{88DB9978-002C-9BFE-1416-19A3FD3E0906}"/>
          </ac:spMkLst>
        </pc:spChg>
      </pc:sldChg>
      <pc:sldChg chg="delSp mod">
        <pc:chgData name="Aniket" userId="14f4e196-1baf-463d-9497-dd9f6f8ad29f" providerId="ADAL" clId="{922FAD91-5701-4955-B2FE-7E617770B0A6}" dt="2024-10-05T10:46:23.294" v="29" actId="478"/>
        <pc:sldMkLst>
          <pc:docMk/>
          <pc:sldMk cId="3126681752" sldId="262"/>
        </pc:sldMkLst>
        <pc:inkChg chg="del">
          <ac:chgData name="Aniket" userId="14f4e196-1baf-463d-9497-dd9f6f8ad29f" providerId="ADAL" clId="{922FAD91-5701-4955-B2FE-7E617770B0A6}" dt="2024-10-05T10:46:23.294" v="29" actId="478"/>
          <ac:inkMkLst>
            <pc:docMk/>
            <pc:sldMk cId="3126681752" sldId="262"/>
            <ac:inkMk id="2" creationId="{EBDDB1E3-1F03-71D1-BE4B-9D8CC4DAE29B}"/>
          </ac:inkMkLst>
        </pc:inkChg>
      </pc:sldChg>
      <pc:sldChg chg="modSp mod">
        <pc:chgData name="Aniket" userId="14f4e196-1baf-463d-9497-dd9f6f8ad29f" providerId="ADAL" clId="{922FAD91-5701-4955-B2FE-7E617770B0A6}" dt="2024-10-05T10:47:20.307" v="104" actId="20577"/>
        <pc:sldMkLst>
          <pc:docMk/>
          <pc:sldMk cId="587902310" sldId="263"/>
        </pc:sldMkLst>
        <pc:spChg chg="mod">
          <ac:chgData name="Aniket" userId="14f4e196-1baf-463d-9497-dd9f6f8ad29f" providerId="ADAL" clId="{922FAD91-5701-4955-B2FE-7E617770B0A6}" dt="2024-10-05T10:47:20.307" v="104" actId="20577"/>
          <ac:spMkLst>
            <pc:docMk/>
            <pc:sldMk cId="587902310" sldId="263"/>
            <ac:spMk id="3" creationId="{ABE7D0D2-3343-ACAC-DA60-F1A74D17EA8B}"/>
          </ac:spMkLst>
        </pc:spChg>
      </pc:sldChg>
    </pc:docChg>
  </pc:docChgLst>
  <pc:docChgLst>
    <pc:chgData name="Aniket" userId="14f4e196-1baf-463d-9497-dd9f6f8ad29f" providerId="ADAL" clId="{C5E0844A-3C42-482F-979E-78A4914AEEE1}"/>
    <pc:docChg chg="undo custSel addSld modSld">
      <pc:chgData name="Aniket" userId="14f4e196-1baf-463d-9497-dd9f6f8ad29f" providerId="ADAL" clId="{C5E0844A-3C42-482F-979E-78A4914AEEE1}" dt="2024-03-23T14:34:54.908" v="366" actId="2890"/>
      <pc:docMkLst>
        <pc:docMk/>
      </pc:docMkLst>
      <pc:sldChg chg="modSp mod">
        <pc:chgData name="Aniket" userId="14f4e196-1baf-463d-9497-dd9f6f8ad29f" providerId="ADAL" clId="{C5E0844A-3C42-482F-979E-78A4914AEEE1}" dt="2024-03-23T06:37:51.902" v="76" actId="20577"/>
        <pc:sldMkLst>
          <pc:docMk/>
          <pc:sldMk cId="3064293210" sldId="256"/>
        </pc:sldMkLst>
        <pc:spChg chg="mod">
          <ac:chgData name="Aniket" userId="14f4e196-1baf-463d-9497-dd9f6f8ad29f" providerId="ADAL" clId="{C5E0844A-3C42-482F-979E-78A4914AEEE1}" dt="2024-03-23T06:37:26.699" v="15" actId="27636"/>
          <ac:spMkLst>
            <pc:docMk/>
            <pc:sldMk cId="3064293210" sldId="256"/>
            <ac:spMk id="2" creationId="{39A6118B-08DE-69A5-FE48-1BFA7A072BE5}"/>
          </ac:spMkLst>
        </pc:spChg>
        <pc:spChg chg="mod">
          <ac:chgData name="Aniket" userId="14f4e196-1baf-463d-9497-dd9f6f8ad29f" providerId="ADAL" clId="{C5E0844A-3C42-482F-979E-78A4914AEEE1}" dt="2024-03-23T06:37:51.902" v="76" actId="20577"/>
          <ac:spMkLst>
            <pc:docMk/>
            <pc:sldMk cId="3064293210" sldId="256"/>
            <ac:spMk id="4" creationId="{D5EB4AD0-2382-8DF0-E75C-DA9F2153396B}"/>
          </ac:spMkLst>
        </pc:spChg>
      </pc:sldChg>
      <pc:sldChg chg="modSp mod">
        <pc:chgData name="Aniket" userId="14f4e196-1baf-463d-9497-dd9f6f8ad29f" providerId="ADAL" clId="{C5E0844A-3C42-482F-979E-78A4914AEEE1}" dt="2024-03-23T06:38:04.027" v="84" actId="20577"/>
        <pc:sldMkLst>
          <pc:docMk/>
          <pc:sldMk cId="2318630039" sldId="261"/>
        </pc:sldMkLst>
        <pc:spChg chg="mod">
          <ac:chgData name="Aniket" userId="14f4e196-1baf-463d-9497-dd9f6f8ad29f" providerId="ADAL" clId="{C5E0844A-3C42-482F-979E-78A4914AEEE1}" dt="2024-03-23T06:38:04.027" v="84" actId="20577"/>
          <ac:spMkLst>
            <pc:docMk/>
            <pc:sldMk cId="2318630039" sldId="261"/>
            <ac:spMk id="3" creationId="{88DB9978-002C-9BFE-1416-19A3FD3E0906}"/>
          </ac:spMkLst>
        </pc:spChg>
      </pc:sldChg>
      <pc:sldChg chg="addSp">
        <pc:chgData name="Aniket" userId="14f4e196-1baf-463d-9497-dd9f6f8ad29f" providerId="ADAL" clId="{C5E0844A-3C42-482F-979E-78A4914AEEE1}" dt="2024-03-23T14:34:35.997" v="362"/>
        <pc:sldMkLst>
          <pc:docMk/>
          <pc:sldMk cId="3126681752" sldId="262"/>
        </pc:sldMkLst>
        <pc:inkChg chg="add">
          <ac:chgData name="Aniket" userId="14f4e196-1baf-463d-9497-dd9f6f8ad29f" providerId="ADAL" clId="{C5E0844A-3C42-482F-979E-78A4914AEEE1}" dt="2024-03-23T14:34:35.997" v="362"/>
          <ac:inkMkLst>
            <pc:docMk/>
            <pc:sldMk cId="3126681752" sldId="262"/>
            <ac:inkMk id="2" creationId="{EBDDB1E3-1F03-71D1-BE4B-9D8CC4DAE29B}"/>
          </ac:inkMkLst>
        </pc:inkChg>
      </pc:sldChg>
      <pc:sldChg chg="modSp add mod">
        <pc:chgData name="Aniket" userId="14f4e196-1baf-463d-9497-dd9f6f8ad29f" providerId="ADAL" clId="{C5E0844A-3C42-482F-979E-78A4914AEEE1}" dt="2024-03-23T13:14:47.952" v="361" actId="6549"/>
        <pc:sldMkLst>
          <pc:docMk/>
          <pc:sldMk cId="587902310" sldId="263"/>
        </pc:sldMkLst>
        <pc:spChg chg="mod">
          <ac:chgData name="Aniket" userId="14f4e196-1baf-463d-9497-dd9f6f8ad29f" providerId="ADAL" clId="{C5E0844A-3C42-482F-979E-78A4914AEEE1}" dt="2024-03-23T13:14:47.952" v="361" actId="6549"/>
          <ac:spMkLst>
            <pc:docMk/>
            <pc:sldMk cId="587902310" sldId="263"/>
            <ac:spMk id="2" creationId="{654F7DAD-5772-7DFA-392F-1B1009998ACD}"/>
          </ac:spMkLst>
        </pc:spChg>
        <pc:spChg chg="mod">
          <ac:chgData name="Aniket" userId="14f4e196-1baf-463d-9497-dd9f6f8ad29f" providerId="ADAL" clId="{C5E0844A-3C42-482F-979E-78A4914AEEE1}" dt="2024-03-23T13:14:41.120" v="347" actId="20577"/>
          <ac:spMkLst>
            <pc:docMk/>
            <pc:sldMk cId="587902310" sldId="263"/>
            <ac:spMk id="3" creationId="{ABE7D0D2-3343-ACAC-DA60-F1A74D17EA8B}"/>
          </ac:spMkLst>
        </pc:spChg>
      </pc:sldChg>
      <pc:sldChg chg="delSp add mod">
        <pc:chgData name="Aniket" userId="14f4e196-1baf-463d-9497-dd9f6f8ad29f" providerId="ADAL" clId="{C5E0844A-3C42-482F-979E-78A4914AEEE1}" dt="2024-03-23T14:34:52.562" v="364" actId="478"/>
        <pc:sldMkLst>
          <pc:docMk/>
          <pc:sldMk cId="3235061480" sldId="264"/>
        </pc:sldMkLst>
        <pc:inkChg chg="del">
          <ac:chgData name="Aniket" userId="14f4e196-1baf-463d-9497-dd9f6f8ad29f" providerId="ADAL" clId="{C5E0844A-3C42-482F-979E-78A4914AEEE1}" dt="2024-03-23T14:34:52.562" v="364" actId="478"/>
          <ac:inkMkLst>
            <pc:docMk/>
            <pc:sldMk cId="3235061480" sldId="264"/>
            <ac:inkMk id="2" creationId="{F7C14846-4686-183C-196B-6CF907D8E32B}"/>
          </ac:inkMkLst>
        </pc:inkChg>
      </pc:sldChg>
      <pc:sldChg chg="add">
        <pc:chgData name="Aniket" userId="14f4e196-1baf-463d-9497-dd9f6f8ad29f" providerId="ADAL" clId="{C5E0844A-3C42-482F-979E-78A4914AEEE1}" dt="2024-03-23T14:34:54.700" v="365" actId="2890"/>
        <pc:sldMkLst>
          <pc:docMk/>
          <pc:sldMk cId="1443221750" sldId="265"/>
        </pc:sldMkLst>
      </pc:sldChg>
      <pc:sldChg chg="add">
        <pc:chgData name="Aniket" userId="14f4e196-1baf-463d-9497-dd9f6f8ad29f" providerId="ADAL" clId="{C5E0844A-3C42-482F-979E-78A4914AEEE1}" dt="2024-03-23T14:34:54.908" v="366" actId="2890"/>
        <pc:sldMkLst>
          <pc:docMk/>
          <pc:sldMk cId="2640938809" sldId="266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0T06:54:46.8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1517 2565 105 0,'0'0'52'0,"7"59"-47"15,-7-49 53-15,4-7-54 16,13 3 0-16,15-6 1 15,0-19 0-15,24 0-7 16,15-6 0-16,10-3 5 16,-4 3 0-16,-6-9-3 0,-11 5 0 15,-7 1-4-15,-7 6 0 16,-7 3-8-16,-8-3 0 16,-3-3 0-16,11-3 1 15</inkml:trace>
  <inkml:trace contextRef="#ctx0" brushRef="#br0" timeOffset="637.83">1764 815 101 0,'-49'-28'50'0,"27"43"-55"0,15-5 63 0,7-10-57 16,-7 9 0-16,4 1 0 15,3 2 1-15,0 13-2 16,0 25 0-16,0 41 2 15,0 28 0-15,0 38-1 16,-7 16 1-16,-4 12-1 16,8-13 0-16,-5-6 0 15,5-24 0-15,-4-23-2 16,7-22 1-16,-7-19-6 16,3-18 0-16,-13-16-18 15,-4-22 0-15,-8-13-1 16,5-25 1-16</inkml:trace>
  <inkml:trace contextRef="#ctx0" brushRef="#br0" timeOffset="929.4">2783 1483 108 0,'7'6'54'0,"25"13"-78"0,-14-10 108 15,-8 1-83-15,12 15 1 16,-12 6 1-16,1 32 1 0,-4 25-6 16,-18 18 1-16,1 4 2 15,-4 9 0-15,10-9-6 16,4-19 1-16,0-22-22 15,11-22 1-15,-1-31 0 16,-3-23 1-16</inkml:trace>
  <inkml:trace contextRef="#ctx0" brushRef="#br0" timeOffset="1197.29">3140 768 111 0,'-39'-44'55'0,"-49"35"-79"16,56 18 106-16,-17 16-83 16,-18 3 0-16,3 7-2 0,-3 9 1 15,14-7 1-15,14 7 0 16,22-9-3-16,13-7 0 15,25-9-2-15,8-10 1 16,13 1-7-16,0-1 1 16,15-3 1-16,-19 4 1 15</inkml:trace>
  <inkml:trace contextRef="#ctx0" brushRef="#br0" timeOffset="1596.5">3859 1483 105 0,'18'-16'52'16,"-7"-25"-65"-16,-11 19 79 0,0 0-66 15,-18-12 1-15,-7 0-1 16,-10 5 1-16,-7 10-1 15,-1 10 0-15,-3 9 0 16,15 19 1-16,10 9-1 16,21 16 0-16,10 9 0 15,18 19 0-15,15 16 0 16,6 3 0-16,4-3 0 16,3-3 0-16,-6-10 0 15,-18-3 1-15,-15-9 0 0,-17 3 1 16,-21-7-1-16,-14-6 1 15,-18-9-4-15,-18-6 1 16,4-3-12-16,-3-14 1 16,10 1-2-16,10-12 0 15</inkml:trace>
  <inkml:trace contextRef="#ctx0" brushRef="#br0" timeOffset="1804.13">4752 834 108 0,'0'12'54'0,"25"10"-65"16,-18-6 82-16,-4 3-69 16,-3 9 0-16,0 6 1 15,-3 20 0-15,3 24-4 16,0 7 0-16,3 9 2 15,-3 0 0-15,4 9-10 16,-1-5 0-16,4-17-1 16,4-18 1-16</inkml:trace>
  <inkml:trace contextRef="#ctx0" brushRef="#br0" timeOffset="2030.01">4463 1652 102 0,'24'-28'51'0,"132"-13"-55"0,-96 29 61 16,3-20-67-16,15 1 0 16,3 9-36-16,-11 3 0 15,1 7 50-15,-22 2 1 16</inkml:trace>
  <inkml:trace contextRef="#ctx0" brushRef="#br0" timeOffset="2896.87">1559 3035 104 0,'-74'0'52'0,"67"9"-78"15,14-5 104-15,4 2-79 16,10 0 0-16,7 4 0 16,22-1 0-16,20-6 1 15,39-3 1-15,22-9-1 0,28-7 0 16,31-15 0-1,40-13 0-15,6-10 0 0,25 4 0 16,-4-9 0-16,12 5 0 16,-19 4 0-16,1 3 0 15,-15-6 0-15,-67 18 1 16,61-12-1-16,-36 13 1 16,-15-16-1-16,-16 3 1 15,-12 0-2-15,-16-7 1 16,-19-5 0-16,-14-4 0 0,-17-37-1 15,-15-16 1-15,-20-16 0 16,-11-22 1-16,-18 4-1 16,-21 9 1-16,-7 12 0 15,-7 0 1-15,-25 10-1 16,4 13 1-16,-1 15-1 16,-10 9 0-16,4 13 0 15,0 7 0-15,-4 8-1 16,-3 7 1-16,-11 3-1 15,-15 0 0-15,-27 10-1 16,-14 9 1-16,-32 12-1 16,-29 13 1-16,-34 10-1 15,-19 2 1-15,-17-2-1 16,7-4 1-16,-10-12 0 16,7-7 0-16,-1-12 0 15,8-3 1-15,13-16-1 16,-2 6 0-16,2 19 0 0,26 13 1 15,-15 0-1 1,15 22 0-16,31 2 0 0,21 7 0 16,18 1 0-16,18 21 0 15,21 6-1-15,24 35 1 16,15 28 0-16,14 28 0 16,31 35 0-16,15 15 0 15,6 23-1-15,8-20 1 16,3-12-1-16,-7-12 1 15,8-17-1-15,-1-18 1 0,-7-12-1 16,-3-10 1-16,-4-3 0 16,3-7 1-16,4 4-1 15,1-13 1-15,16-6 1 16,19-9 0-16,24-23 0 16,18-24 0-16,35-35-21 15,14-54 1 1,-148 54 18-1,0 0 0 1</inkml:trace>
  <inkml:trace contextRef="#ctx0" brushRef="#br0" timeOffset="4204.22">9275 2160 88 0,'-4'44'44'0,"15"28"-36"0,3-37 45 15,3 5-52-15,1 14 0 16,7-4 0-16,3 3 0 16,11 1-2-16,10-11 1 15,11-5 1-15,7-3 0 16,0-26-2-16,4-9 1 15,6-19 0-15,1-15 0 0,10-26-1 16,-7-15 1-16,-3-13 0 16,-11-12 0-16,-11-32 0 15,-3-9 1-15,0 6-1 16,-7 0 0-16,-4-15 0 16,-3 18 1-16,-7 3-1 15,-7 17 0-15,-8-5 0 16,-6 14 0-16,-8 9 0 15,-3 9 0-15,-3 19 0 16,-1 16 0-16,1 16 0 16,-4 9 0-16,0 25 0 15,0 25 1-15,0 22-1 16,-4 22 1-16,-7 22-1 16,4 25 1-16,-7 15-1 15,-7 29 0-15,-4 13 0 16,4-4 0-16,10 10 0 15,22-7 1-15,10-5-1 16,18-26 1-16,24-16 0 0,25-25 0 16,7-21-20-16,-3-35 1 15,0-22-1-15,-50-41 1 16,-35 19 18 0</inkml:trace>
  <inkml:trace contextRef="#ctx0" brushRef="#br0" timeOffset="5823.86">11430 1615 94 0,'-25'9'47'0,"61"-34"-42"16,-19 25 47-16,8-10-52 0,7 1 1 16,14-16-1-16,24 6 1 15,4 0-1-15,4 1 0 16,-4-14 0-16,3 10 0 15,-2 0 0-15,-5 3 0 16,1 1-6-16,-4 8 1 16,-4 4-14-16,-6 3 0 0,-15 3-1 15,-10 3 1 1</inkml:trace>
  <inkml:trace contextRef="#ctx0" brushRef="#br0" timeOffset="6123.04">11515 2054 77 0,'-36'9'38'0,"12"0"-38"15,24-9 66-15,3-6-61 16,11 3 0-16,11-6 1 15,14-1 1-15,21-18-9 16,24 12 0-16,12-12 5 16,2-6 1-16,8 5-3 15,4 7 0-15,-8 0-2 16,-10 4 0-16,-15-7-5 0,-13 6 0 16,-18 3-6-16,-15 0 0 15,-13 7 0-15,-14-4 1 16</inkml:trace>
  <inkml:trace contextRef="#ctx0" brushRef="#br0" timeOffset="6624.54">14365 150 101 0,'-28'-78'50'0,"7"71"-63"16,14 23 77-16,-7 3-65 15,-4 15 1-15,-10 4 0 16,-8 6 0-16,-13 9-1 15,0 10 1-15,-4 9-1 16,3 16 0-16,4 9 0 16,8-9 0-16,-1 6 0 15,11 19 0-15,6 6 0 16,12 3 1-16,3 4 0 0,7-1 0 16,7 7 1-16,7-7 0 15,0-9 0-15,-3-15 1 16,-1-4 1-16,1-9 1 15,-4 0-1-15,0-7 0 16,0 1 0-16,0-20 0 16,4 4-2-16,-1-13 1 15,4-9-2-15,4-3 0 16,10-19-2-16,11-12 1 0,7-10-10 16,7-13 1-16,0-12-1 15,3 6 1-15</inkml:trace>
  <inkml:trace contextRef="#ctx0" brushRef="#br0" timeOffset="7862.54">14915 928 81 0,'-17'-19'40'0,"17"19"-26"0,7 0 41 0,3 0-52 16,12 3 1-16,2 13 1 15,5 12 1-15,-5 10-8 16,-6 34 1-16,-8 22 4 16,-10 16 1-16,-7 15-6 15,0 16 1-15,0-22-11 16,7-15 0-16,4-7-1 16,6-31 1-16</inkml:trace>
  <inkml:trace contextRef="#ctx0" brushRef="#br0" timeOffset="8076.37">15875 1831 109 0,'39'0'54'0,"-11"38"-67"15,-28-13 84-15,4 12-72 0,-11 23 1 16,-18 6-1-16,-7 31 0 15,-17 6 0-15,-1 4 0 16,-3 0-10-16,0 2 0 16,4-11 0-16,14-36 0 15</inkml:trace>
  <inkml:trace contextRef="#ctx0" brushRef="#br0" timeOffset="8811.62">16880 1091 87 0,'-3'-63'43'0,"13"10"-42"15,-10 40 51-15,-3-2-50 16,-1-1 1-16,-10 13 0 15,-7 12 0-15,0 1-5 16,3 18 1-16,8 9 3 16,13 23 0-16,18 9-2 15,15 13 0-15,10 5 0 16,6 7 0-16,8 19 0 16,0-6 0-16,-7-16 0 15,-10-10 1-15,-12-18-1 16,-9-10 0-16,-15-18 0 0,-18-7 1 15,-10-12-10-15,-18-13 0 16,0-16-1-16,-7-12 1 16</inkml:trace>
  <inkml:trace contextRef="#ctx0" brushRef="#br0" timeOffset="9002.12">16962 903 103 0,'17'-25'51'0,"68"-7"-60"0,-39 17 74 0,31-1-65 15,12-6 1-15,6 0-1 16,14 9 0 0,32 13-17-1,-31 4 1-15</inkml:trace>
  <inkml:trace contextRef="#ctx0" brushRef="#br0" timeOffset="9193.94">18175 1985 120 0,'53'78'60'0,"-71"38"-81"16,8-63 89-16,-8 29-71 15,-10 18 1-15,-7-3-4 16,-4 10 0-16,-11-4 1 16,8-21 1-16,14-19-5 0,10-29 1 15</inkml:trace>
  <inkml:trace contextRef="#ctx0" brushRef="#br0" timeOffset="9613.46">19622 696 108 0,'-8'-50'54'0,"-23"31"-60"0,20 16 70 0,-7 3-65 16,-10 0 1-16,-7 3-1 15,-7 12 1-15,-4 20 0 16,0 3 0-16,-3 15-1 16,-8 10 0-16,-6 15-1 15,-1 25 1-15,11 10-2 16,11 13 1-16,14 15-1 16,21-6 0-16,28-16 0 15,10-22 1-15,12-9 1 16,3-19 0-16,7-22 2 15,3-22 0-15,-3-6 1 16,-4-19 1-16,-3-28 0 16,4-26 0-16,-15-8 0 0,-7-14 0 15,-17 14-3-15,-18-1 0 16,-18 6-11-16,-17 20 0 16,-8 5-1-16,-6 14 1 15</inkml:trace>
  <inkml:trace contextRef="#ctx0" brushRef="#br0" timeOffset="9803.86">19801 2069 107 0,'29'91'53'0,"-40"79"-84"0,8-114 76 0,-12 13-76 15,-2 3 0-15,-8 0 0 16,0 7 0-16</inkml:trace>
  <inkml:trace contextRef="#ctx0" brushRef="#br0" timeOffset="10186.93">20380 956 108 0,'-18'-19'54'0,"22"-6"-74"0,3 16 101 16,7-1-81-16,14-5 0 15,15 2-1-15,6 4 1 16,11 2 0-16,3 7 0 0,4 0 0 16,0 7 0-16,1 2 0 15,-5 19 0-15,-3 16 0 16,-11 19 0-16,-6 25 0 16,-12 15 0-16,-2 4 0 15,-1 9 1-15,0 9-3 16,-10-12 0-16,-11-16-10 15,-7-12 0-15,-4-16 0 16,-3-9 1-16</inkml:trace>
  <inkml:trace contextRef="#ctx0" brushRef="#br0" timeOffset="10314.51">20634 1938 107 0,'0'-29'53'0,"99"-24"-65"16,-57 28 76-16,29-13-86 0,34-15 0 16,-2 9 0-16,3-6 1 15</inkml:trace>
  <inkml:trace contextRef="#ctx0" brushRef="#br0" timeOffset="10476.85">21816 2361 117 0,'-32'138'58'0,"-3"12"-79"0,31-112 89 0,-3 15-79 15,-3 1 0 1,3-10-1-16,3-10 1 0</inkml:trace>
  <inkml:trace contextRef="#ctx0" brushRef="#br0" timeOffset="10972.86">23477 950 103 0,'14'-47'51'0,"-49"-32"-48"15,14 57 57-15,-11-18-59 16,-24 2 0-16,-15 10 0 16,-6-4 1-16,-4 10-3 0,3 13 0 15,4 9 1-15,10 9 1 16,18 20-2-16,18 5 1 16,18 10-2-16,13 0 1 15,18 22-3-15,8 12 1 16,9 19-3-16,8 4 0 15,-3-4 0-15,-5 0 0 16,-2 10 1-16,-12-1 0 16,-10-2 3-16,-10-10 1 15,-15 0 4-15,-10-16 1 0,-3-15 1 16,-1-13 1-16,7-9-1 16,8-19 1-16,10-13-3 15,14-24 1-15,10-23-3 16,15-31 0-16,14-6-1 15,0-19 0-15,7 3 1 16,-11-6 0-16,-10-1 1 16,-11 4 0-16,-10 10-2 15,-14 8 1-15,-11 4-17 16,-4 6 0-16,-7 13-1 16,1 12 0-16</inkml:trace>
  <inkml:trace contextRef="#ctx0" brushRef="#br0" timeOffset="11156.6">24031 2160 122 0,'25'72'61'0,"-29"116"-92"0,1-137 106 15,-11 18-87-15,-14 25 1 16,-18 12-32-16,-18 1 1 15,4-19 47-15,7-16 1 16</inkml:trace>
  <inkml:trace contextRef="#ctx0" brushRef="#br0" timeOffset="11629.85">25982 802 114 0,'-92'-53'57'0,"-17"66"-84"16,74-7 107-16,-22 13-82 15,-17 15 0-15,-18 19-2 16,-3 32 0-16,0 19 0 16,10-4 0-16,25 3-12 15,22-18 1-15,27-13-2 0,4-12 1 16,39-23 6-16,6-11 0 16,12-20 13-16,6-19 0 15,4 1 12-15,0-23 0 16,4-2 3-16,-8-7 0 15,-6 3-5-15,-5 10 0 16,-6 15-8-16,-7 22 0 16,-4 22-4-16,-10 26 1 15,-11 27-3-15,-7 20 1 0,-7 5-13 16,-7 7 1-16,0-25-1 16,3-7 1-16</inkml:trace>
  <inkml:trace contextRef="#ctx0" brushRef="#br0" timeOffset="11983.13">26254 536 106 0,'10'-116'53'0,"64"0"-63"16,-49 81 72-16,10 7-62 16,8 12 0-16,6 7 0 0,-3 18 0 15,0 20-1-15,-4 15 1 16,-10 24-1-16,-11 39 1 15,-21 28 0-15,-14 37 0 16,-18 29 1-16,-10 9 0 16,0-6 1-16,-4-16 0 15,7-28 0-15,0-9 1 16,4-20-5-16,-8-24 1 0,-20-26-2 16,-29-27 1-16</inkml:trace>
  <inkml:trace contextRef="#ctx0" brushRef="#br0" timeOffset="27294.07">14993 2580 87 0,'11'-28'43'0,"20"-13"-31"0,-24 38 43 16,1 3-54-16,-1-6 1 16,0 12 0-16,-4 7 1 15,1 18-4-15,-1 7 1 16,1 34 1-16,-4 41 1 15,0 12-2-15,0 19 1 16,-4 1-1-16,1 2 0 16,-4-18 0-16,-4-4 1 0,-3 1 0 15,-7-17 0-15,0-8 0 16,-4-20 0-16,-3-18 1 16,-8-16 0-16,1-13-1 15,-4-12 1-15,-7-25-1 16,4-25 0-16,3-10-1 15,1-12 1-15,2 6-1 16,4-3 0-16,4-6 0 16,0 3 0-16,3 9 0 15,1 7 0-15,2 5 0 16,5 4 1-16,3 10-1 16,7 8 0-16,3 14 0 15,4 11 0-15,7 14 0 16,7 21 0-16,7 22 0 15,15 4 0-15,6-10 0 16,7 3 0-16,1-6 1 16,-1-16 0-16,4-16 1 0,7-18 0 15,4-7 0-15,10-15 1 32,25-63 0-32,-22-3 0 15,-10 9-1-15,-14 10 0 16,-11 0-3-16,-10-1 1 15,-14 14-21-15,-15-1 0 16,-10 9-1-16,-14 11 1 16</inkml:trace>
  <inkml:trace contextRef="#ctx0" brushRef="#br0" timeOffset="28209.17">14654 5171 79 0,'43'-47'39'0,"-22"15"-34"15,-18 29 40-15,-3 3-40 16,0-3 0-16,-7 0 2 16,-7 0 1-16,-3-1-10 15,-8-2 0-15,-7-3 7 16,-3-4 0-16,-4 4-3 0,-3 6 1 16,3 12-2-16,-3 32 1 15,-4 12-2-15,7 13 1 16,0 22-1-16,11 18 0 15,10-8 0-15,11-4 0 16,4-13 0-16,3-21 0 16,21-10 1-16,7-9 0 15,14-13 0-15,15-19 0 0,13-12 0 16,8-16 1-16,-4-21-1 16,-3-7 1-16,-4 3-1 15,-7 3 1-15,-11-9-1 16,-10 6 1-16,-11 0 0 15,-17-6 0-15,-15-7 0 16,-17-15 0-16,-4 0-4 16,-3 3 0-16,-4-3-20 15,11 6 0-15,7-3-1 16,11 3 1-16</inkml:trace>
  <inkml:trace contextRef="#ctx0" brushRef="#br0" timeOffset="28839.56">17131 2947 85 0,'-42'-97'42'0,"38"31"-48"0,4 60 67 16,-3-3-56-16,-5-1 0 0,-2 4 3 16,-4 3 0-16,0 6-10 15,0 6 0-15,-4 13 7 16,0 32 0-16,-3 18-3 15,0 15 1-15,0 29-2 16,7 29 0-16,0-4-1 16,-1-3 0-16,1 9 0 15,11-21 0-15,-1-17 0 16,4-21 1-16,-3-22-1 16,3-13 1-16,-4-9 0 15,-6-19 1-15,-4-25-2 16,-4-19 1-16,-3-15-1 15,-4-7 0-15,0-6-1 16,-3 10 0-16,0-4-1 16,3 9 0-16,4 1 1 15,3 12 0-15,4 4 1 16,4 11 0-16,6 4 0 16,4 10 0-16,7 15 0 0,7 6 1 15,7 10-1-15,11-3 0 16,11-10 0-16,9-6 1 15,8-19 1-15,0-22 0 16,11-15 0-16,0-7 1 16,-8-6-1-16,-10 0 1 15,-14 9-6-15,-11 7 1 16,-14 15-2-16,-17 16 1 16</inkml:trace>
  <inkml:trace contextRef="#ctx0" brushRef="#br0" timeOffset="29152.12">17184 5249 110 0,'-14'3'55'0,"7"6"-48"16,7-5 57 0,3 18-62-1,1 12 0-15,-1 23-1 0,-3 27 1 16,0 29-3-16,-10 16 0 16,-4-1-2-16,3 10 0 15,4-19-9-15,7-21 1 16,7-23-1-16,7-22 1 15</inkml:trace>
  <inkml:trace contextRef="#ctx0" brushRef="#br0" timeOffset="29492.3">19445 2574 108 0,'7'-31'54'0,"-42"28"-59"15,21 15 71-15,-11 20-65 16,-3 11 0-16,-7 30 0 16,-1 11 1-16,1 1-5 15,3 12 1-15,4 25-4 16,10 4 0-16,11 2-11 16,0 1 0-16,7 15-1 0,0 0 1 15</inkml:trace>
  <inkml:trace contextRef="#ctx0" brushRef="#br0" timeOffset="29952.21">18852 3891 106 0,'0'-12'53'0,"18"18"-69"15,-11 0 90-15,4 4-74 16,-1 2 0-16,1 13-1 15,-1 22 0-15,1 7 0 16,3 8 0-16,0 10-1 16,7-6 0-16,4-3 0 15,7 3 1-15,7-22 1 16,7-19 1-16,10-19 1 0,15-9 0 16,-1-10 1-16,1-15 1 15,-4 3-1-15,-18 0 1 16,-14 6-6-16,-10 3 1 15,-25 7-25-15,-18 9 1 16,-10 9-1-16,0 1 1 16</inkml:trace>
  <inkml:trace contextRef="#ctx0" brushRef="#br0" timeOffset="30702.61">19054 5393 97 0,'-18'-15'48'0,"28"-20"-65"0,1 19 91 0,3 1-73 16,7-4 0-16,11 3 0 15,3 7 1-15,1-7-3 16,2 19 1-16,1 0 0 16,-3 19 1-16,-5 10-2 15,-6 15 1-15,-7 6-1 16,-11 16 1-16,-11 9-2 15,-6-2 1-15,-8 2-1 16,-14-9 1-16,-7-3 0 16,-7-7 1-16,-13-2 0 15,-5-4 0-15,-7-3 1 16,8 4 1-16,7-7 0 16,17-7 0-16,11-2 1 0,20-7 1 15,19-9 0-15,17-3 0 16,25-3 0-16,4-13 0 15,6-6-2-15,1-10 1 16,3-2-3-16,-4-1 0 16,-13 0-11-16,-12 4 1 15,-9-4-1-15,-19 10 0 16</inkml:trace>
  <inkml:trace contextRef="#ctx0" brushRef="#br0" timeOffset="31728.45">21191 3001 74 0,'67'-101'37'0,"-10"67"-24"16,-40 24 38-16,-2 4-46 16,-1 3 0-16,0 6 2 15,-4 16 0-15,-6 12-9 16,-1-9 0-16,-10 57 6 15,-7 24 1-15,0 29-3 16,4 6 0-16,-5-13-1 16,8 10 1-16,4-16-5 15,3-12 1-15,-4-13-9 16,1-22 1-16,-11-9-1 16,-15-19 0-16</inkml:trace>
  <inkml:trace contextRef="#ctx0" brushRef="#br0" timeOffset="32013.82">20747 3778 103 0,'-4'-47'51'0,"25"50"-57"0,-13-6 73 16,6 6-67-16,0 7 0 15,7 9 0-15,0 15 1 16,4 16-2-16,3 19 0 15,4 0 0-15,7 3 0 0,-1-6 0 16,19-13 0-16,-4-9 1 16,7-6 0-16,0-22 2 15,0-13 1-15,0-13 1 16,-7-8 0-16,-4-17-1 16,-10-6 1-16,-11 1-9 15,-7 2 1-15,-10 13-3 16,-11 15 1-16</inkml:trace>
  <inkml:trace contextRef="#ctx0" brushRef="#br0" timeOffset="32869.81">20846 5324 110 0,'-4'-44'55'0,"36"-9"-59"16,-18 34 64-16,7-3-60 0,4 0 0 15,7 0-1-15,-1 4 1 16,8 2-1-16,0 3 0 16,10 7-1-16,4 0 1 15,-3 6-1-15,-5 3 1 16,1 3-1-16,-3 7 1 15,-8 6 0-15,-7 12 1 16,-7 13 1-16,-21 12 1 16,-21 7 0-16,-21 12 1 15,-15 4-1-15,-10-1 1 0,4 0-1 16,6-9 0-16,19-18-2 16,13-4 1-16,21-7-3 15,22-5 1-15,24-1-1 16,11 7 0-16,4 3 0 15,-8 0 0-15,-10 9 2 16,-11 4 1-16,-17 2 1 16,-25 4 0-16,-32-10 0 15,-28 4 0-15,-18-13-7 16,-21-13 1-16,-7-12-21 16,7-16 0-16,4-9-1 15,14-7 0-15</inkml:trace>
  <inkml:trace contextRef="#ctx0" brushRef="#br0" timeOffset="33194.43">23047 3048 109 0,'39'-76'54'0,"-25"4"-76"0,-7 63 108 0,0 3-84 15,-3 9 0 1,-1 19 0-16,-3 22 1 0,-3 28-4 16,-8 9 0-16,-7 35 1 15,-6 0 1-15,-8 7-6 16,-7-4 0-16,0 0-2 15,-3-3 1-15,3-13-6 16,7-15 0-16,4-13-13 16,10-12 1-16,4-13 3 15,4-6 1-15</inkml:trace>
  <inkml:trace contextRef="#ctx0" brushRef="#br0" timeOffset="33497.32">22613 3722 100 0,'-3'-19'50'0,"17"32"-70"0,-7-13 100 15,0 6-79-15,3-3 0 32,12 35-1-32,2 5 1 15,1 8-2-15,7 5 0 16,3 4 1-16,11-7 0 15,7-9 0-15,3-10 0 16,11-12 1-16,0-6 1 16,-3-7 0-16,-4-5 0 15,-4-4 1-15,-10-7 1 0,-11 1-2 16,-14-13 0-16,-3-6-8 16,-7-3 1-16,-8-7-1 15,-3 1 0-15</inkml:trace>
  <inkml:trace contextRef="#ctx0" brushRef="#br0" timeOffset="34321.55">23156 5337 101 0,'25'-35'50'0,"35"-18"-43"0,-46 44 53 16,0 9-58-16,0 0 0 15,-3 18 0-15,-4 20 1 16,-4 25-5-16,-6 28 1 0,-4 22 2 16,-7 12 1-16,-4 7-2 15,4-13 0-15,7-9-3 16,3-23 1-16,1-18-11 15,-1-15 1-15,1-23-1 16,-4-25 1-16</inkml:trace>
  <inkml:trace contextRef="#ctx0" brushRef="#br0" timeOffset="34633.55">23132 5437 108 0,'35'-50'54'0,"0"12"-63"16,-24 29 79-16,-1 3-70 16,1-4 0-16,-4 4 0 15,-7 6 0-15,-4 6-1 16,-10 7 1-16,-10 12-1 16,-15 9 1-16,-11 4-2 0,-10 6 1 15,-3 3 0-15,-4 9 0 16,7-5 1-16,4 5 0 15,13-9 0-15,8-6 1 16,17-7 2-16,11-6 1 16,21-6-1-16,18 0 1 15,21-12-1-15,14-10 1 16,18-6-1-16,6-10 0 16,5-3-3-16,-8 0 1 0,-3-6-7 15,-8-3 0-15,-6-7-1 16,-8 1 1-16</inkml:trace>
  <inkml:trace contextRef="#ctx0" brushRef="#br0" timeOffset="35121.16">25291 2301 100 0,'3'-97'50'0,"11"88"-48"0,-14 9 47 16,0 3-48-16,-3 22 0 0,-8 19 2 15,-3 22 0-15,0 15-3 16,-4 13 0-16,-3 16 2 16,0 12 0-16,7-6 0 15,3-6 0-15,1 12-4 16,3-6 0-16,7-22-11 16,0-9 1-16,0-22-1 15,0 0 0-15</inkml:trace>
  <inkml:trace contextRef="#ctx0" brushRef="#br0" timeOffset="35480.37">24797 3393 105 0,'3'-10'52'0,"25"32"-64"0,-10-9 78 15,7 9-66-15,7 9 0 16,-1 10-1-16,12 3 1 16,-5 0 0-16,-2-1 0 0,6 8-1 15,0-11 1-15,1-5-1 16,-4-7 1-16,3-9 0 15,4-7 0-15,0-12 0 16,-4-12 1-16,-3-10 0 16,3-19 0-16,-7-3 0 15,-10-6 0-15,-7-3-13 16,-8 3 1-16,-3 15-2 16,-14 13 1-16</inkml:trace>
  <inkml:trace contextRef="#ctx0" brushRef="#br0" timeOffset="35932.64">24973 5029 97 0,'-28'-3'48'0,"-11"6"-51"0,32 1 67 0,4 5-63 16,3 10 1-16,7 9 0 16,10 22 0-16,8 10-3 15,14 18 0-15,-4 23 2 16,-7 5 0-16,0-2-1 16,-6-7 0-16,-8-9 0 15,-14-10 1-15,-11-9-1 16,1-13 1-16,-8-18-3 15,-7-19 0-15,1-22-9 16,-1-16 0-16,4-12 0 16,3-26 0-16</inkml:trace>
  <inkml:trace contextRef="#ctx0" brushRef="#br0" timeOffset="36180.57">25090 4848 99 0,'-29'6'49'0,"19"-6"-55"0,20 9 67 15,1 4-60-15,7 2 0 16,3-2 2-16,14 0 1 16,7-7-5-16,11-3 1 15,7-6 2-15,0-7 1 0,0-2-2 16,4-7 0-16,-4 3-6 15,-11 10 0-15,-10 9-20 16,-11 13 1-16,-17 22-1 16,-11 24 0-16</inkml:trace>
  <inkml:trace contextRef="#ctx0" brushRef="#br0" timeOffset="38434.01">12792 7137 81 0,'53'-22'40'0,"77"37"-50"16,-84-11 75-16,18 2-62 15,31 6 1-15,18-5 0 16,24-4 1-16,33-3-7 16,13-6 0-16,32-1 4 15,11-5 1-15,28-4-3 16,4 0 0-16,17 1 0 15,7-1 0-15,14 3 0 16,18-2 0-16,11-4 0 0,21 6 0 16,-1-2 0-16,15-7 0 15,14-6 0-15,11 2 0 16,-19-8 0-16,12-1 0 16,-8 1 0-16,-10 6 1 15,-7 0-1-15,-4 2 0 16,-7 4 0-16,4 1 0 15,-14-8 0-15,-1 7 0 0,-3-3 0 16,4 10 0-16,-4-4 0 16,-17 6 0-16,-1-2 0 15,-17 2 1-15,-18-3-1 16,-18 4 1-16,-24 2-1 16,-7 4 1-16,-28 3-1 15,-18-3 1-15,-11 3-1 16,-3-1 1-16,-18 4-1 15,-7 0 1-15,-11-6-1 16,-10 3 1-16,-3-6-1 16,-11 5 1-16,-15-8 0 15,-9-4 0-15,-12-12 0 16,-10-10 1-16,-7-12 0 16,-4-3 0-16,-6-16 0 15,-4-6 0-15,-1-4-1 16,-6-15 0-16,-4 6-2 15,-3 1 1-15,-4-4-1 0,0-3 0 16,1-10 0-16,-5-6 0 16,-3-9 0-16,0-3 1 15,0-13 0-15,-3 7 0 16,-7 8 0-16,-4 20 0 16,-4 12 0-16,-3 22 0 15,-7 7 0-15,-4 5 0 16,-6 20 0-16,-8 9 0 15,0 12 0-15,-7 4 0 0,-3 0 0 16,-7 5 0-16,3 1-1 16,-7 0 1-16,-4 3 0 15,-3 0 0-15,-3 3 0 16,-1 0 0-16,-3 10 0 16,-10-4 1-16,-4 1-1 15,-11 2 0-15,-3 4 0 16,-4 0 1-16,-11-4-1 15,-10 1 0-15,-3-7-1 16,-8 0 1-16,-10-3 0 16,-7-3 0-16,-7-3-1 15,-7 6 1-15,-15-3-1 16,8 7 1-16,-18-1 0 16,53-6 0-16,-71 9-1 15,-6-6 1-15,6 7 0 16,4-1 0-16,-11 4 0 15,8-1 0-15,-1-2-1 0,-3 2 1 16,7 10-1 0,-11-6 1-16,8 3 0 0,-5 3 0 15,1-10-1-15,7 13 1 16,4-12 0-16,3-1 0 16,14 1 0-16,10-13 0 15,-2 0 0-15,2 0 0 16,11-6 0-16,8-7 1 15,-8-12-1-15,7 0 1 16,1 3-1-16,-5 0 1 16,1 3-1-16,4 7 1 0,6-1-2 15,-7 1 1-15,0 2 0 16,8 10 0-16,-1-3-1 16,-3 3 1-16,3-3 0 15,4 3 0-15,-14-9 0 16,42 5 0-16,-56 8 0 15,3 5 0-15,0-3 0 16,7 4 0-16,4-1 0 16,18-3 0-16,-8-3-1 15,4 1 0-15,3-4 1 16,8 0 0-16,-4-7-1 16,-4 4 1-16,15 0 0 15,-1 3 0-15,-6 0 0 16,3-6 0-16,7 3-1 15,17 3 1-15,5 0 0 16,9 0 0-16,1 0 0 0,7 0 0 16,4-7 0-1,2 4 1-15,8-3-1 0,4 3 0 16,-1 3 0-16,4 0 0 16,8 3-1-16,-1-3 1 15,3 3 0-15,-6 0 0 16,6 7 0-16,5-7 0 15,6 6-1-15,3 4 1 16,8-1 0-16,4 4 0 16,-1-3 0-16,-3 5 0 0,3 1 0 15,0 3 0-15,4 0 0 16,3 9 0-16,1-6 0 16,3 13 0-16,0 6-1 15,-1 9 1-15,1 29 0 16,0 15 0-16,4 0-1 15,-4 4 1-15,-1-4 0 16,-2 19 0-16,-1-10 0 16,-3-2 0-16,-4 3 0 15,1-13 1-15,2-3-1 16,5 9 0-16,3-12 0 16,3-4 0-16,-10 7 0 15,7-6 0-15,0 3 0 16,0 3 0-16,-4 0 0 15,0-10 0-15,-3-9 0 16,7-3 0-16,0-6 0 0,3-16 0 16,4-6 0-16,0-7 0 15,4 4 0-15,6-7 1 16,8-2-1-16,6-1 0 16,8-6 0-16,14 0 1 15,0-7-1-15,7-5 1 16,3-7-1-16,15-9 0 15,13-7-2-15,11-9 0 16,4-9-21-16,7-10 0 16</inkml:trace>
  <inkml:trace contextRef="#ctx0" brushRef="#br0" timeOffset="71162.63">25943 4841 75 0,'7'-3'37'0,"18"-22"-29"0,-14 9 38 15,3-2-45-15,3-20 1 0,5 0 0 16,-1-6 1-16,0 1-2 15,0 5 0-15,-3 3 2 16,-4 1 1-16,-7 6-1 16,-7-4 1-16,0 10-1 15,-7 0 1-15,-4 4-2 16,-3-1 1-16,-4 0-1 16,-6 0 0-16,-4 3 0 15,-4-2 1-15,0-4 0 16,-3 6 0-16,-4 0-1 15,0 1 0-15,-10-1-1 16,-1 0 1-16,-3 7-1 16,-3 3 0-16,0 6-1 15,-4 6 0-15,3 3 0 16,-3 1 1-16,4 2-1 16,-11 4 0-16,0 0 0 15,3 2 0-15,1 1 0 16,-1 0 0-16,8 3 0 0,-1-3 0 15,8 9 0-15,3 0 0 16,0 13 0-16,0 9 1 16,8 10-1-16,-8-4 0 15,3-2 0-15,1 11 1 16,0-2-1-16,3 0 1 16,4 6-1-16,-4 6 1 15,14 0 0-15,4-9 0 16,3 6 0-16,-3 0 0 0,3 10 0 15,4 9 1-15,4 3-2 16,3 0 1-16,3 6-1 16,1-9 1-16,6 7-1 15,4-1 0-15,4-3 0 16,-1-10 0-16,1 1 0 16,0-6 1-16,3-4-1 15,3 0 0-15,4 7 0 16,1-7 0-16,9-3 0 15,5-6 0-15,-1-7 0 16,4-5 0-16,3-7 0 16,0-6 0-16,4-10 0 15,4-9 0-15,6-16 0 16,8-9 1-16,3-13-1 16,10-15 0-16,-3-22 0 15,-3-10 0-15,3 3 0 16,0-12 0-16,-3 3 0 15,-4 0 0-15,7 0 0 0,-7-15 0 16,-4-1 0-16,1-6 1 16,3-6-1-16,7-22 0 15,0-4 0-15,4 1 0 16,-15 6 0-16,-6-3 0 16,-8 15 0-16,-7-9 0 15,-6 7 0-15,-5 5 0 16,-10 7 0-16,4-15 0 15,-7-1 0-15,-4 10 0 0,-7 12 0 16,-4 3 0-16,1 16 0 16,-15 13 0-16,-3-4 0 15,-10 13 1-15,-5 6-1 16,1 1 0-16,-7-1 0 16,-4 3 1-16,0 10-1 15,-7 0 1-15,4 12-1 16,0-3 0-16,-8 10 0 15,1 6 0-15,-4 6 0 16,-7 6 0-16,-7 4 0 16,0 2 0-16,3 7 0 15,5 0 0-15,-1 3 0 16,0 4 0-16,7-7 0 16,-4 9 0-16,1-3 0 15,3 7 0-15,-7 9 0 16,0 12 0-16,0 13 0 15,4-6 0-15,-4 3 0 16,7 3 0-16,3 0 0 0,1-4 0 16,7 14 0-16,3-1 0 15,3-3 0-15,5-6 0 16,2 4 0-16,1-8 0 16,-4 8 0-16,1 2 0 15,-5 9 0-15,8-2 0 16,4 3-1-16,-1-4 1 15,7-2-1-15,8 2 1 16,6 10 0-16,4-3 0 0,4-7-1 16,-1-2 1-16,4-7-1 15,0-3 1-15,0 0 0 16,4 6 0-16,3-3 0 16,0-6 0-16,4-3 0 15,3 0 0-15,11-4 0 16,-8-2 1-16,8-4-1 15,0-3 0-15,3-6 0 16,-3-6 0-16,0-4 0 16,-4-9 0-16,7-12 0 15,4-13 0-15,3-10 0 16,4-12 0-16,7-15 0 16,4-7 1-16,-5-6-1 15,8-13 1-15,0-3-1 16,7 3 1-16,7-12-1 15,4-3 0-15,10-4 0 16,4-18 1-16,-11-1-1 0,0-8 0 16,-3 2 0-16,-8-6 0 15,-6 13 0-15,-8 0 0 16,-13 15 0-16,-8 3 0 16,-3 1 0-16,-8 2 0 15,1-2 0-15,0-16 0 16,0-1 0-16,-4 4 0 15,-4 10 0-15,-6-4 0 16,-8 16 0-16,-10-3 0 0,-7 2 0 16,-3 1 0-1,-8 6 0-15,0 4 0 0,1-7 0 16,6-10 0-16,0-2 0 16,4-7 0-16,0 13 0 15,-7 3 0-15,-4 21-1 16,-7 20 1-16,-6 19-4 15,-8 15 0-15,-14 25 0 16,-4 3 1-16</inkml:trace>
  <inkml:trace contextRef="#ctx0" brushRef="#br0" timeOffset="73469.92">24543 7087 103 0,'-32'6'51'0,"60"16"-49"0,-21-3 51 0,7 15-53 15,-3-9 0-15,10 60 0 16,-3 12 0-16,-1 13 0 15,-6 25 0-15,-7 6 0 16,-4 6 0-16,-8 32 0 16,-2-10 0-16,-4 1 1 15,-4 2 0-15,-7-15 0 16,4-16 0-16,-3-19 0 16,-5-21 0-16,-2-17 0 15,-15-15 0-15,3-25-1 16,-2-22 0-16,-5-28 0 15,-6-22 0-15,-4-23 1 16,3-14 0-16,1 2 0 16,10 3 0-16,7 7 1 15,0 6 1-15,11 0-1 16,7 12 1-16,3 4-1 16,4 6 1-16,4 3-1 0,-1 6 0 15,4 4-2-15,3 5 1 16,1 11-1-16,6 18 1 15,5 12-1-15,6 19 0 16,7 23 0-16,11 2 0 16,6 4 0-16,8-1 0 15,-3-3 0-15,-5-9 0 16,1-3 0-16,0-19 1 0,7-12 0 16,10-16 1-16,8-19-1 15,13-16 1-15,12-19-1 16,-1-5 1-16,7-1-1 15,4 0 0-15,-7 0-2 16,-8-3 0-16,-6 1-21 16,-11-4 1-16</inkml:trace>
  <inkml:trace contextRef="#ctx0" brushRef="#br0" timeOffset="75025.64">23961 10307 78 0,'3'-25'39'0,"-10"0"-23"0,4 12 39 15,-1-2-51-15,-3-1 1 16,0-3 2-16,3 3 0 0,4 4-9 15,11 6 1-15,14 15 5 16,10 22 0-16,7 13-2 16,1 22 0-16,6 31-1 15,-7 22 0-15,-10-2-1 16,-14 5 1-16,-11-6-1 16,-14-13 1-16,-11-12 0 15,-10-22 0-15,-21-22-7 16,-8-25 1-16,-6-25-1 15,-1-22 1-15</inkml:trace>
  <inkml:trace contextRef="#ctx0" brushRef="#br0" timeOffset="75223.94">24088 10097 115 0,'91'-10'57'0,"128"10"-61"0,-145-3 71 16,14 0-75-16,18 3 0 15,4 3-22-15,2 4 1 16,-9 8 32-16,-22 10 1 16</inkml:trace>
  <inkml:trace contextRef="#ctx0" brushRef="#br0" timeOffset="75410.98">24659 10592 109 0,'0'0'54'0,"35"13"-62"0,-17-10 83 0,10 0-75 16,11 0 0-16,10 0-4 15,11-3 1-15,8-6-9 16,2-10 1-16,1-12-2 15,-1-13 1-15</inkml:trace>
  <inkml:trace contextRef="#ctx0" brushRef="#br0" timeOffset="75609.02">25125 9997 115 0,'-21'3'57'0,"35"47"-66"0,-4-19 85 15,1 29-76-15,3 12 1 16,-7 25-1-16,-10 35 1 16,-4 0-2-16,-8 6 0 31,-13 47-19-31,11-48 0 16,9-39-1-16,16-39 1 15</inkml:trace>
  <inkml:trace contextRef="#ctx0" brushRef="#br0" timeOffset="75869.17">25598 10097 118 0,'17'-22'59'0,"64"31"-78"15,-67-2 100-15,4 15-81 16,-7 18 1-16,-11 14 0 15,-18 18 0-15,-10 22-2 16,-15 22 1-16,-2 0-3 16,-1 3 1-16,10-12-16 15,15-16 0-15,14-22-1 16,11-29 1-16</inkml:trace>
  <inkml:trace contextRef="#ctx0" brushRef="#br0" timeOffset="76092.7">26099 10354 120 0,'-11'16'60'0,"-3"-13"-77"0,17-3 99 15,4 3-81-15,15 0 0 16,13-6 0-16,11-3 1 15,17-7-3-15,22-12 0 0,10 0-2 16,7-3 0-16,-13-4-8 16,-15 4 1-16,-14 9-16 15,-18 10 0-15,-17 15 0 16,-18 7 1-16</inkml:trace>
  <inkml:trace contextRef="#ctx0" brushRef="#br0" timeOffset="76270.81">25788 10903 114 0,'-42'15'57'0,"91"-15"-78"16,-28 0 111-16,18-6-91 16,21 3 1-16,21-3-7 15,7-7 0-15,4-6-3 16,14-9 0-16,7-6-4 15,3-4 0-15</inkml:trace>
  <inkml:trace contextRef="#ctx0" brushRef="#br0" timeOffset="76612.64">28007 9764 105 0,'-3'-34'52'0,"-15"18"-60"0,11 16 72 0,-7 10-64 16,-18 5 0-16,-10 14 0 16,-15 15 0-16,-13 12 0 15,-8 22 0-15,-3 13-1 16,-7 7 1-16,-4-4 0 16,18-7 0-16,14-5 0 15,21-7 0-15,18-18 0 16,21-17 1-16,11-8-1 15,6-13 1-15,4-16 1 16,4-6 0-16,0-7 1 16,-1-12 0-16,-9-6 0 15,-1-10 0-15,-7-2-3 16,-4-7 1-16,1 0-14 16,-1-1 1-16,4 1-1 15,4 13 0-15</inkml:trace>
  <inkml:trace contextRef="#ctx0" brushRef="#br0" timeOffset="77125.84">28473 9818 114 0,'53'-69'57'0,"-11"-104"-65"0,-39 142 84 16,-10-10-76-16,-21 0 1 15,-28-6-1-15,-39 7 1 16,-32 5-2-16,-50 4 1 15,-42 6-1-15,-31 9 1 16,-50 7-2-16,-24 12 1 0,-22 19-1 16,-28 15 1-1,-21 23-1-15,3 40 1 0,1 29 0 16,-1 34 1-16,22 34 0 16,31 23 0-16,36 3 0 15,41 6 0-15,58-4 0 16,49-21 1-16,49-6-2 15,49-26 1-15,57-18 0 16,36-19 0-16,48-26-1 16,43-15 1-16,43-28 0 15,48-28 0-15,50-29 0 16,39-24 0-16,25-26-1 16,42-28 1-16,14-13 1 15,7-12 0-15,0-9 1 16,0-16 0-16,-14 0 0 15,-24-7 0-15,-33 13 0 16,-27-12 0-16,-43-1 0 16,-43 1 0-16,-45-7-1 0,-39-6 1 15,-49-9-1-15,-47-1 1 16,-45-2-2-16,-49 3 0 16,-57 24-7-16,-46 20 1 15,-35 28-1-15,-25 27 0 16</inkml:trace>
  <inkml:trace contextRef="#ctx0" brushRef="#br0" timeOffset="77492.67">23012 12076 114 0,'3'-4'57'0,"117"-18"-56"16,-60 4 63-16,46-11-63 16,63-21 0-16,50-19 0 15,56 0 1-15,50 0-3 16,31 0 1-16,14-3 0 15,4 6 1-15,-3 13-2 16,-25-7 1-16,-18 17-1 16,-32 2 1-16,-28 3-2 15,-35 13 1-15,-39 6-8 0,-42 7 0 16,-43 2 0-16,-42 4 0 16</inkml:trace>
  <inkml:trace contextRef="#ctx0" brushRef="#br0" timeOffset="77801.8">22468 12530 107 0,'-116'50'53'0,"74"-34"-56"0,59-13 63 0,22-3-58 15,32-3 0-15,52-9 1 16,43-20 0-16,63-24-3 16,43-13 0-16,49-10 2 15,28-2 1-15,32-10-1 16,21-6 1-16,4 3-2 16,-7 0 1-16,-1 15-1 15,-17 13 0-15,-28 10 0 16,-28 9 0-16,-43 6-5 15,-46 13 1-15,-52 3-25 16,-54 3 0-16,-63 6-1 16,-56-6 1-16</inkml:trace>
  <inkml:trace contextRef="#ctx0" brushRef="#br0" timeOffset="78422.48">24656 10658 107 0,'-18'-6'53'0,"43"9"-78"0,-8-3 103 16,8-6-78-16,17-4 0 15,18-2 0-15,14-1 0 16,11-2 0-16,-4 2 0 15,-7-6 0-15,-3 7 0 16,-4 2 0-16,-11 1 1 16,-6 3 0-16,-8-1 0 15,-3 1 0-15,-4-3 1 16,-3-1-1-16,-4 1 1 0,-10-1-2 16,-11 4 1-16,-11 0-2 15,-10 6 1-15,-14 6-2 16,-11 7 1-16,-14 2-1 15,0 4 1-15,-3 0-7 16,-4 6 1-16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0T07:00:34.1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8587 1339 87 0,'116'-145'43'0,"-3"4"-34"16,-95 97 44-16,6-25-52 16,-6-6 1-16,-11-3 0 15,-7 6 1-15,-11 3-4 16,-13 15 0-16,-15 10 2 16,-11 16 0-16,-13 16-1 15,-15 21 1-15,1 29 0 16,3 43 1-16,-22 26 1 0,1 53 0 15,0 25 1-15,7 31 1 16,14-3-1-16,14-12 1 16,10 9-2-16,1-22 1 15,14-28-4-15,3-9 0 16,0-7-9-16,4-25 0 16,0-25-1-16,3-28 1 15</inkml:trace>
  <inkml:trace contextRef="#ctx0" brushRef="#br0" timeOffset="234.11">6932 2213 113 0,'42'-9'56'0,"82"18"-59"16,-75-18 73-16,36 0-70 15,17-7 0-15,29-9 0 16,24 6 0-16,0-6-5 16,11 3 0-16,3-3-17 15,-3-3 0-15,-7-7 0 16,-18 10 0-16</inkml:trace>
  <inkml:trace contextRef="#ctx0" brushRef="#br0" timeOffset="467.58">9955 599 109 0,'-38'-44'54'0,"-1"59"-75"0,21-5 97 16,-10 24-77-16,-18 29 1 15,-17 22 0-15,-19 46 0 16,-13 32 0-16,-14 47 0 15,-4 7-3-15,14-20 0 0,22-2-18 16,27-35 1-16,29-25-1 16,39-38 1-16</inkml:trace>
  <inkml:trace contextRef="#ctx0" brushRef="#br0" timeOffset="748.5">10703 1154 107 0,'-109'-19'53'0,"-11"34"-67"15,78-5 96-15,-29-1-80 16,-14 26 0-16,-3 18 0 15,4-3 0-15,-1 16-3 0,4 9 0 16,10 16 1-16,18 3 1 16,18-12-2-16,10-4 0 15,22-12-4-15,6-6 1 16,4-16-14-16,4-16 1 16,0-19-1-16,3-24 1 15</inkml:trace>
  <inkml:trace contextRef="#ctx0" brushRef="#br0" timeOffset="1344.92">10058 561 118 0,'-85'-35'59'0,"18"26"-79"16,42 12 99-16,-24 16-81 16,-25 31 0-16,-14 22-3 15,-11 25 1-15,-10 29 4 16,-8 28 0-16,4 21-3 15,14 16 0-15,25-12 0 16,21-31 1-16,32-20 1 0,28-24 0 16,39-23 1-16,18-34 1 15,17-22 0-15,21-34 0 16,11-26 0-16,7-21 0 16,-11-29 0-16,8-15 1 15,-1-22-1-15,-3 2 0 16,-14 4 0-16,-11 10 0 15,-21 5-1-15,-14 17 1 0,-11 12-1 16,-14 15 1-16,-10 4 0 16,-11 9 0-16,-14 16 0 15,-7 9 1-15,-11 19 0 16,-13 19 0-16,-15 25-1 16,-11 28 1-16,4 44-1 15,0 28 1-15,0 35-1 16,7-7 0-16,7 10-1 15,18-19 0-15,14-22-5 16,14-31 1-16,0-22-20 16,4-16 0-16,10-37 0 15,10-26 1-15</inkml:trace>
  <inkml:trace contextRef="#ctx0" brushRef="#br0" timeOffset="1624.77">11441 1088 115 0,'-7'-25'57'0,"-36"9"-78"0,18 22 106 16,-20 4-85-16,-15 15 1 15,-7 22-1-15,-7 22 1 16,-11 3-2-16,-3 22 1 15,3 28 0-15,18 10 0 16,71 28-2 0,27-41 1-16,22-31-14 15,32-44 1-15,17-35 0 16,22-37 0-16</inkml:trace>
  <inkml:trace contextRef="#ctx0" brushRef="#br0" timeOffset="1879.18">12506 608 119 0,'0'0'59'0,"25"38"-73"16,-22-13 91-16,-3 9-76 15,-7 19 0-15,-10 20 0 16,-12 18 0-16,-6 21-2 15,-4 4 1-15,4 13 0 16,3 12 1-16,7 0-5 0,8-12 0 16,3-7-17-16,7-15 1 15,7-26-1-15,7-18 1 16</inkml:trace>
  <inkml:trace contextRef="#ctx0" brushRef="#br0" timeOffset="2041.59">11709 1542 109 0,'10'-6'54'0,"103"-19"-69"0,-74 16 89 0,24-4-77 15,8-3 1-15,10 7-27 16,18 0 1-16,-7-10 29 15,10-6 0-15</inkml:trace>
  <inkml:trace contextRef="#ctx0" brushRef="#br0" timeOffset="2283.07">13843 686 120 0,'-7'-50'60'0,"14"28"-80"15,-7 22 98-15,-7 0-78 16,-7 19 0-16,-18 25 0 0,-14 12 0 16,-21 26 0-16,-17 40 0 15,-5 22 0-15,-2 20 0 16,9 21 0 0,15-10 0-16,18-21-1 0,24-10 0 15,18-22-11-15,21-28 0 16,22-31 0-16,20-38 1 15</inkml:trace>
  <inkml:trace contextRef="#ctx0" brushRef="#br0" timeOffset="2600.07">14425 1025 113 0,'-39'-16'56'0,"18"26"-59"16,18-4 76-16,-1 3-72 16,1 1 0-16,6 9 0 15,8 15 1-15,13 19-3 16,12 20 1-16,-1 8 1 16,0 16 0-16,-3 13-1 15,-11-3 0-15,-10-10 0 16,-11-6 0-16,-14-13-1 15,-15-9 1-15,-9-15-1 16,-5-7 0-16,-13-13-5 16,6-15 0-16,-6-19-19 0,-1-19 1 15,5-12-1-15,6-16 1 16</inkml:trace>
  <inkml:trace contextRef="#ctx0" brushRef="#br0" timeOffset="2803.85">14464 780 119 0,'42'-18'59'0,"50"43"-84"0,-71-19 112 0,7 3-88 16,1-5 1-16,2 11-9 15,1-5 1-15,3-1-10 16,1-6 0-16,13-6-5 15,11-13 1-15</inkml:trace>
  <inkml:trace contextRef="#ctx0" brushRef="#br0" timeOffset="3016.04">15586 395 103 0,'3'-10'51'0,"8"10"-63"16,-1 7 88-16,8 11-72 16,14 11 0-16,10 40 2 0,8 31 0 15,2 25-8-15,-2 54 0 16,-15 25 5 0,-10 28 0-16,-18-9-8 0,-14-20 1 15,-21-14-1-15,-32-42 0 16</inkml:trace>
  <inkml:trace contextRef="#ctx0" brushRef="#br0" timeOffset="3933.3">9927 686 108 0,'-25'-25'54'0,"15"16"-50"0,10 3 54 16,-11 2-58-16,-3 8 0 16,-11 14 0-16,-13 14 1 15,-15 12-1-15,-11 9 0 0,-6 13 0 16,-4 31 0-16,0 10-1 16,-8 18 1-16,8 7 0 15,0 12 0-15,11 0 0 16,6-3 0-16,11 4 0 15,15-4 0-15,13-22 0 16,18-16 0-16,18-21 0 16,20-16 0-16,15-22 0 15,18-29 0-15,17-33 0 16,32-26 1-16,4-35-1 16,6-5 0-16,4-26 0 15,4-6 1-15,-18-3-1 16,-18 9 1-16,-7-16-1 15,-10 4 1-15,-11 6-1 16,-14 16 1-16,-11 3-1 16,-6-1 1-16,-12 17-1 0,-2 9 1 15,-12 9-1-15,-6 3 0 16,-4 23 1-16,-7 2 0 16,-7 20-2-16,-7 11 1 15,-7 17 0-15,-4 12 1 16,0 3-1-16,1 16 1 15,-5 10-1-15,1 5 0 16,-4 26 1-16,4 9 1 16,-7 12-2-16,3 10 1 15,7 29-1-15,-3-17 1 16,3 4-1-16,8 0 1 0,13-7-1 16,4-9 0-16,11-15 0 15,-1-14 0-15,5-15-1 16,-1-12 1-16,-4-13-9 15,8-12 1-15,3-17 0 16,11-27 0-16</inkml:trace>
  <inkml:trace contextRef="#ctx0" brushRef="#br0" timeOffset="4592.66">10294 928 98 0,'-49'-32'49'0,"-29"-52"-40"0,60 65 51 16,-6-6-58-16,-5 0 0 16,-2 15 0-16,-5 7 0 15,-2 16-3-15,-15 12 0 16,-18 9 1-16,-3 20 1 16,-7 8-2-16,-7 29 1 15,7 16-1-15,-8 18 0 0,12 16 0 16,17 4 1-16,21-10 0 15,18-10 0-15,21-18 0 16,21-20 1-16,14-14-1 16,4-20 0-16,14-28 0 15,18-6 1-15,-4-29-1 16,7-21 1-16,-4-35-2 16,8-15 1-16,7-23 0 15,13-2 0-15,-6 5 0 16,-7-5 1-16,-15 15 0 15,-13 9 0-15,-11 13 0 16,-11 16 1-16,-7-1 0 16,-10 1 0-16,-11 9 0 15,0 0 0-15,-7 13-1 16,3 6 0-16,-3 6 0 0,4 0 0 16,-4 16-1-16,7 16 1 15,-7 15 0-15,0 35 1 16,-11 34-1-16,-6 28 0 15,-8 35 0-15,-3 22 0 16,10 13-2-16,18-23 0 16,14-25-2-16,29-31 1 15</inkml:trace>
  <inkml:trace contextRef="#ctx0" brushRef="#br0" timeOffset="10023.95">14362 2392 99 0,'-22'-9'49'0,"22"46"-45"0,4-8 49 15,-1 5-52-15,-6 19 1 16,-1 20 1-16,-6 39 0 16,-1 14-4-16,1 15 1 15,-1 6 2-15,4-5 0 16,0-20-1-16,7-19 1 16,0-18-5-16,0-19 0 15,-7-16-1-15,-4-12 0 0</inkml:trace>
  <inkml:trace contextRef="#ctx0" brushRef="#br0" timeOffset="10307.35">13677 3342 108 0,'-3'22'54'0,"3"-37"-52"16,7 12 61-16,0 3-61 15,3 3 1-15,4 3 0 16,4 13 0-16,10 12-5 15,11 13 1-15,7 6 2 16,7 3 0-16,14 1-2 16,0-10 0-16,0-13 0 15,7-12 1-15,0-19 0 16,4-13 0-16,-4-12 0 16,-7-12 1-16,-18-10 1 0,-13-4 0 15,-12 7-1-15,-10 7 0 16,-7 2-13-16,-7-2 0 15,-10 5-1-15,-11 1 1 16</inkml:trace>
  <inkml:trace contextRef="#ctx0" brushRef="#br0" timeOffset="11475.45">13000 3813 104 0,'-21'-19'52'0,"35"31"-52"0,-11-8 53 0,15 14-53 16,0 33 0-16,-4 8 0 16,0 23 0-16,-7 9 0 15,-4 31 0-15,1-6-1 16,3-9 1-16,-7-7 0 16,0-6 0-16,4-28 0 15,3-7 0-15,0-18 0 16,0-13 0-16,0-15 0 15,3-16 0-15,8-13 0 16,3-21 1-16,4-23-1 16,7-9 1-16,6 3-1 15,8 3 1-15,11 1 0 16,-1 2 0-16,-3 7 0 16,-4 12 0-16,-6 7 0 15,-8 12 0-15,-7 12 0 16,-7 10 1-16,-6 16-1 0,-5 18 1 15,-10 7-1-15,-7 19 0 16,-3 9-2-16,2 3 0 16,-2 0-16-16,6-9 0 15,1-10 0-15,3-15 0 16</inkml:trace>
  <inkml:trace contextRef="#ctx0" brushRef="#br0" timeOffset="11691.75">13942 4393 110 0,'3'25'55'0,"8"-22"-71"0,-1-3 90 0,5 0-74 16,2 6 1-16,15-6 0 15,10-6 0-15,8-3-4 16,10-1 1-16,7-5-9 15,0 2 0-15,3-9-1 16,-6 6 0-16</inkml:trace>
  <inkml:trace contextRef="#ctx0" brushRef="#br0" timeOffset="11893.5">13868 4863 109 0,'-39'0'54'0,"32"19"-64"0,10-16 78 16,8-3-68-1,7 0 1-15,10 0-1 0,25-9 1 16,10-4-5-16,11-6 1 16,15-9-13-16,9-3 0 15,5-16-1-15,2-7 1 16</inkml:trace>
  <inkml:trace contextRef="#ctx0" brushRef="#br0" timeOffset="12237.37">15385 4176 105 0,'-25'-31'52'0,"18"-13"-65"16,7 35 84-16,-4 6-70 15,4 3 0 1,4 34 0 0,3 7 1-16,7 6-3 15,4 3 1-15,6 10 1 16,12 2 0-16,-1 11-1 16,-3 5 1-16,-8-15-1 15,-9 3 0-15,-19-4 0 16,-17-2 1-16,-11-13-1 15,-10-9 0-15,-11-13-6 0,0-13 0 16,4-18-18-16,6-13 1 16,11-6-1-16,15-13 1 15</inkml:trace>
  <inkml:trace contextRef="#ctx0" brushRef="#br0" timeOffset="12425.78">15572 3954 105 0,'-14'-13'52'0,"31"26"-70"0,-6-13 101 0,6 9-80 15,15-6 1-15,14 7 1 16,10-7 0-16,8-3-7 16,10-6 0-16,7 6 4 15,-3-10 1-15,-4 10-4 16,-11-6 1-16,-10 6-27 15,-21 0 1-15</inkml:trace>
  <inkml:trace contextRef="#ctx0" brushRef="#br0" timeOffset="25519.99">9155 3474 101 0,'-4'-81'50'0,"8"71"-51"0,-8 20 51 15,-10 11-50-15,-18 33 0 0,-24 24 0 16,-29 57 0-16,-31 22 0 16,-18 53 0-16,-4 19 0 15,-3 37 0-15,-4-8 1 16,8 21 0-16,13-10 0 15,4 26 0-15,-7-6 0 16,14 12 0-16,8-22 0 16,16 0 1-16,19-28-2 15,17-13 1-15,18-31-1 16,21-38 1-16,14-31-2 16,10-34 1-16,8-35-15 15,3-32 0-15,-3-30 0 16,-18-36 0-16</inkml:trace>
  <inkml:trace contextRef="#ctx0" brushRef="#br0" timeOffset="25880.23">6713 6334 115 0,'-21'-6'57'0,"46"65"-77"0,-7-31 96 16,10 19-76-16,4 16 0 16,-4 34-1-16,3 10 1 15,-2 15-1-15,6 7 1 16,0 6-1-16,-3-13 1 0,10-18-1 16,4-14 1-16,4-14 2 15,20-23 0-15,1-15 1 16,17-23 0-16,-7-15 0 15,-3-18 1-15,-4-23-1 16,7-16 1-16,4-9-3 16,-8 1 1-16,8-4-6 15,-15 6 1-15,-6 6-22 16,-11 4 1-16,-11 3-1 16,-35 0 1-16</inkml:trace>
  <inkml:trace contextRef="#ctx0" brushRef="#br0" timeOffset="26805.29">6826 8441 107 0,'-53'-28'53'0,"25"28"-50"15,28 0 54-15,0 9-57 16,11 13 0-16,6 16 0 15,15 15 0-15,7 16 0 16,10 25 0-16,1 19 0 16,-1 0 0-16,-7 0 0 15,-10-6 1-15,-7 9 1 16,-11-13 0-16,-18-12 1 16,-20-3 0-16,-26-16-1 0,-13-9 1 15,-18-13-4 1,3-13 0-16,0-11-15 0,15-20 1 15,3-16-2-15,21-27 1 16</inkml:trace>
  <inkml:trace contextRef="#ctx0" brushRef="#br0" timeOffset="27037.74">6918 8316 113 0,'67'34'56'0,"-28"-43"-66"0,-18 6 86 0,7-4-75 15,-3 4 0-15,10 0 0 16,4 0 0 0,46-16-6-1,-1 0 0-15,5-6-10 16,-8 3 0-16,-7 4-1 15,-14 8 1-15</inkml:trace>
  <inkml:trace contextRef="#ctx0" brushRef="#br0" timeOffset="27430.27">9405 8325 121 0,'-18'3'60'0,"-10"66"-75"16,11-37 97-16,-12 18-82 16,-20 19 1-16,-11 28 0 15,-25 32 0-15,1 9-2 16,-5 0 1-16,8-10-1 16,0-9 1-16,11-15-5 15,6-23 0-15,11-18-15 16,7-32 0-16,8-28-1 15,6-21 1-15</inkml:trace>
  <inkml:trace contextRef="#ctx0" brushRef="#br0" timeOffset="27684.88">8477 8614 114 0,'28'-29'57'0,"-3"7"-67"0,-11 16 94 16,11 6-84-1,7 0 1-15,7 6 0 0,-4 1 0 16,7 12-2-16,4 6 1 16,7 12 0-16,3 10 1 15,4 10-1-15,-3 15 1 16,-1 6-1-16,-6 4 0 16,-1-10 0-16,-14-9 0 15,-6-7 0-15,-8-6 1 0,-7-3-4 16,-7-15 0-16,-4-14-13 15,-3-5 0-15,0-16-1 16,11-16 1-16</inkml:trace>
  <inkml:trace contextRef="#ctx0" brushRef="#br0" timeOffset="28138.27">10672 8008 120 0,'-25'-47'60'0,"-7"22"-74"15,18 22 93-15,-7 6-79 16,-7 7 0-16,-8 12-1 0,-2 12 1 15,-8 16 0-15,-14 19 0 16,-4 41 0-16,1 25 1 16,3 9-1-16,10 10 1 15,19-13 0-15,6-12 1 16,11-17-1-16,10-24 0 16,4-13-1-16,4-12 1 15,-1-16-1-15,4-12 1 0,0-7-1 16,4-3 0-16,0 0 0 15,3 3 0-15,0 7 0 16,14 2 0-16,0-2-1 16,4 3 1-16,3-7-5 15,-3-9 0-15,-7-10-20 16,-11-12 0-16,-14-31 0 16,-11-13 0-16</inkml:trace>
  <inkml:trace contextRef="#ctx0" brushRef="#br0" timeOffset="28687.28">9970 8896 112 0,'-8'6'56'0,"40"35"-73"15,-14-32 102-15,10 4-85 16,7-4 1-16,18 1-1 0,7-7 1 16,7-9-2-16,18-10 1 15,17-9 0-15,4-7 0 16,0-5 0-16,-7-1 0 16,-8 7 0-16,-9-1 1 15,-22 7 0-15,-15-3 0 16,-20 6 0-16,-21 3 0 0,-15 10 0 15,-17 9 1-15,-15 6-2 16,-17 7 1-16,-14 6-1 16,0 9 0-16,7 3 0 15,11 1 0-15,10-1-1 16,11 3 1-16,10 4-1 16,7 0 1-16,11-4 0 15,11-6 0-15,13-3-1 16,15-3 1-16,3-6 0 15,8 0 0-15,6-1 0 16,1-5 1-16,-1-1-1 16,-7-2 1-16,-3-4 0 15,-7 3 0-15,0 6 0 16,-11 1 0-16,0 9-1 16,-3 9 1-16,-4 13-1 15,-4-6 0-15,4 6-3 16,4 0 0-16,3-7-10 0,4-5 1 15,3-10-1 1,-3-13 1-16</inkml:trace>
  <inkml:trace contextRef="#ctx0" brushRef="#br0" timeOffset="28930.08">11846 9002 106 0,'4'-21'53'0,"-39"-17"-55"0,20 29 68 15,-13-4-66-15,-11 4 1 0,1 2-1 16,-5 7 1-16,1 7-1 16,0 5 0-16,3 13 0 15,4 16 1-15,3 15 1 16,0 13 0-16,11 4-1 16,10 5 1-16,15-3-4 15,20-9 0-15,12-22-17 16,20-19 0-16,15-31-1 15,13-29 0-15</inkml:trace>
  <inkml:trace contextRef="#ctx0" brushRef="#br0" timeOffset="29123.93">12308 8557 106 0,'25'-41'53'0,"-18"4"-66"16,-3 27 88-16,-1 4-74 0,1 0 0 15,-4 6 1 1,0 9 0-16,0 19-3 0,3 13 1 16,1 16 1-16,3 15 0 15,3 19-1-15,5 9 0 16,-1 4-9-16,0-1 0 16,-4-12 0-16,-6-6 1 15</inkml:trace>
  <inkml:trace contextRef="#ctx0" brushRef="#br0" timeOffset="29332.26">11857 9238 88 0,'-25'-13'44'0,"50"1"-34"16,-4 12 44-16,21 0-53 15,18-4 1-15,25-5-7 16,21-7 0-16,10-9-12 15,15-9 0-15,3-13-2 16,-4-10 1-16</inkml:trace>
  <inkml:trace contextRef="#ctx0" brushRef="#br0" timeOffset="29504.31">13487 8353 99 0,'-78'-34'49'0,"-24"18"-64"16,84 13 90-16,1 3-73 15,-1 9 0-15,0 23 0 16,-3 27 1-16,0 20-4 0,-4 27 1 16,4 39 2-16,0-7 0 15,3 3-3-15,15-13 0 16,10-5-11-16,14-32 0 16,11-29-1-16,14-33 1 15</inkml:trace>
  <inkml:trace contextRef="#ctx0" brushRef="#br0" timeOffset="29722.98">14235 8617 117 0,'35'-10'58'0,"-3"1"-69"0,-25 9 90 0,7 3-79 16,0 3 0-16,0 7 0 15,-3 12 1-15,-4 10-2 16,-7 8 1-16,0 20-1 15,-4 16 1-15,4 2-4 16,0 1 1-16,-3-4-8 16,-1-9 0-16,1 0 0 15,-1-19 0-15</inkml:trace>
  <inkml:trace contextRef="#ctx0" brushRef="#br0" timeOffset="30064.32">14086 8529 107 0,'-31'-28'53'0,"-1"28"-58"0,21 6 69 16,-6 7-64-16,-8 5 1 16,-7 11-1-16,-3-1 1 15,-4 13-2-15,-3-1 1 16,0 7 1-16,-1 0 0 15,8-3 1-15,7-6 0 16,7-4 0-16,10-5 0 0,11-1 0 16,7-12 1-1,14-4-2-15,7-6 1 0,15-2-2 16,13-11 1-16,8 1-2 16,6-7 0-16,11-5-2 15,-3-7 1-15,3 3-7 16,-10-3 1-1,-15-4-13 1,-21 4 1-16</inkml:trace>
  <inkml:trace contextRef="#ctx0" brushRef="#br0" timeOffset="30253.42">14714 8231 119 0,'-3'-12'59'0,"-4"24"-71"15,7-3 91-15,0 7-78 16,3 9 0-16,11 32 0 0,18 12 1 16,18 22-3-16,20 25 1 15,11 34 0-15,-10 1 0 16,-32 12-9-16,-64 22 1 16,-109 3-1-16,-145 28 0 15</inkml:trace>
  <inkml:trace contextRef="#ctx0" brushRef="#br0" timeOffset="32097.21">15808 8833 94 0,'-46'53'47'0,"50"-59"-46"0,13 9 48 16,19-6-46-16,27-6 1 15,46-16 4-15,22-4 0 0,45-2-10 16,18-7 1 0,29-9 5-16,9-12 1 0,19-7-3 15,3 0 1-15,10 10-2 16,-10-4 0-16,-14-3-1 15,-7 7 1-15,-32-4-1 16,-31-2 0-16,-26-1 0 16,-38 0 1-16,-35 4 0 15,-36-1 0-15,-28 1-1 16,-28-4 0-16,-29 0 0 16,-20 4 0-16,-4 11 0 15,0 14 0-15,14 15-2 16,10 16 1-16,19 12 0 15,16 13 1-15,12 13 0 16,10 15 0-16,11 28 0 16,-1 17 0-16,-13 11 0 15,-15 26 1-15,-17 9-9 16,-43 13 0-16</inkml:trace>
  <inkml:trace contextRef="#ctx0" brushRef="#br0" timeOffset="35160">21766 7413 101 0,'-31'-35'50'0,"27"23"-46"16,4 12 50-16,18 12-53 16,3 13 0-16,0 19 1 15,0 19 1-15,-3 12-3 16,-8 35 0-16,-6 18 2 16,-4-2 0-16,0 9-3 15,0-13 1-15,0-12-11 16,0-22 1-16,0-26-1 15,0-21 1-15</inkml:trace>
  <inkml:trace contextRef="#ctx0" brushRef="#br0" timeOffset="35518.83">21661 7341 103 0,'-11'-41'51'0,"0"44"-58"0,11 16 68 0,-3 0-61 16,-4 9 0-16,-7 13 0 15,-11 6 1-15,-3 9-1 16,-11 7 0-16,-10 9 1 16,-18 12 0-16,-4 7 0 15,-3-3 1-15,0 0 0 16,7-10 1-16,17-9 0 15,12-9 1-15,16-13-1 16,26-12 1-16,31-14-2 16,32-11 1-16,18-13-2 15,17-7 1-15,11-5-2 16,4-1 1-16,-12-3-7 16,-6 0 0-16,-11-3 0 15,-6-3 0-15</inkml:trace>
  <inkml:trace contextRef="#ctx0" brushRef="#br0" timeOffset="35797.08">23379 7275 110 0,'70'-29'55'0,"-42"17"-53"0,-28 12 60 15,0 0-59-15,-14 6 1 16,-21 16 0-16,-21 19 1 16,-12 18-7-16,-13 10 0 0,-10 10 4 15,-12 12 0-15,-2 22-2 16,6 0 0-16,7-1-2 16,7-2 0-16,18-6-5 15,7-7 0-15,14-22-14 16,8-22 0-16,13-18 0 15,14-32 0-15</inkml:trace>
  <inkml:trace contextRef="#ctx0" brushRef="#br0" timeOffset="36047.62">22285 7482 106 0,'-21'-72'53'0,"70"53"-67"15,-31 16 90-15,10 6-75 16,11 3 1-16,3 16 0 16,15 16 1-16,-4 12-4 0,3 6 1 15,-3 23 2-15,-4 11 0 16,1 11-2-16,-1-10 0 16,-3-3-5-16,0-4 0 15,-7-12-22-15,-4-9 0 16,-7-6 0-16,-17-14 1 15</inkml:trace>
  <inkml:trace contextRef="#ctx0" brushRef="#br0" timeOffset="36286.74">22874 7196 108 0,'-18'-28'54'0,"-6"-19"-74"0,24 41 108 0,0 6-87 16,7 3 0-16,0 6 0 16,0 13 1-16,-4 28-3 15,-3 16 1-15,-3 22 0 16,3 6 1-16,-7 10-5 16,-4 12 1-16,-3-3-6 15,0-13 1-15,0-12-10 16,0-10 0-1</inkml:trace>
  <inkml:trace contextRef="#ctx0" brushRef="#br0" timeOffset="36496.75">22461 7908 109 0,'0'-53'54'0,"18"9"-61"0,-4 34 78 15,7 1-69-15,11 0 1 16,10-1-1-16,11-2 0 16,7-1-5-16,4 1 1 0,3 8-2 15,7-2 1 1,7-6-17-16,0 2 0 0,4-2 0 16,-8-7 1-16</inkml:trace>
  <inkml:trace contextRef="#ctx0" brushRef="#br0" timeOffset="37309.46">24539 6999 91 0,'-21'-3'45'0,"-7"-13"-46"16,21 19 70-16,0-3-68 15,0-3 1-15,-4 6 1 16,4 3 0-16,0-6-3 15,7 0 0-15,7 0 2 16,0-3 1-16,-3 0-1 16,-1 0 0-16,-3 3-1 15,0 0 0-15,-3-3-1 0,-4 3 1 16,-8 0-1-16,5-3 1 16,3-1 0-16,3-8 0 15,4-10 1-15,0-9 0 16,-3-1-1-16,-4-2 1 15,-7 9-1-15,-15 12 1 16,-6 29-1-16,-18 25 0 16,-14 15-1-16,-7 32 1 15,-7 44-1-15,0 21 1 16,7 35-1-16,14 4 0 0,17-4 0 16,12-3 0-16,13-28 0 15,7-26 0-15,11-18-4 16,0-22 1-16,4-19-8 15,-4-18 0-15,-7-20 0 16,-4-3 0-16</inkml:trace>
  <inkml:trace contextRef="#ctx0" brushRef="#br0" timeOffset="37831.66">23082 8153 107 0,'39'-22'53'0,"39"-38"-59"16,-36 44 68-16,21 1-62 15,15-10 0-15,14 6 1 16,10 6 0-16,11 4-2 0,0-7 1 16,0-3 0-16,10-2 1 15,-6-5-1-15,-8 1 0 16,-10-3 0-16,-7-6 0 15,-18 2 1-15,-14 4 0 16,-15-3 0-16,-13 9 0 16,-11 6 0-16,-14 7 1 15,-14 6-1-15,-14 6 0 0,-14 15 0 16,-4 8 0 0,-10 17-1-16,-8 14 0 0,4 9 0 15,11 0 0-15,10-7 0 16,11 1 0-16,18-16-1 15,10-7 1-15,10-12-1 16,8-6 1-16,-4-13-1 16,7-6 1-16,4-6 0 15,-7-3 0-15,0-1 1 16,-4-2 1-16,-4-1 0 16,1-2 1-16,0 2-1 15,3 1 1-15,-4 8-1 16,1 4 0-16,0 10-2 15,-1 9 1-15,-3 9-4 16,-6 6 1-16,-1 13-8 16,0-3 0-16,0 3 0 15,3-9 0-15</inkml:trace>
  <inkml:trace contextRef="#ctx0" brushRef="#br0" timeOffset="38058.18">25389 8071 102 0,'-14'-37'51'0,"7"-20"-51"0,7 45 60 16,0-1-60-16,-3-3 1 15,-4 4-1-15,-4 6 0 16,0 9 0-16,-10 15 0 16,-7 11 0-16,-4 5 1 0,-6 13-1 15,-1 7 1-15,7 5 0 16,11 10 0-16,21 0-5 15,21-3 1-15,18-25 0 16,24-22 0-16</inkml:trace>
  <inkml:trace contextRef="#ctx0" brushRef="#br0" timeOffset="38312.74">26218 7482 106 0,'4'-19'53'0,"3"44"-50"15,-7-9 59-15,-3 9-60 16,-5 6 1-16,-2 13 0 16,3 12 1-16,3 26-6 0,4 3 1 15,7 6 1-15,0 3 1 16,8 9-6-16,-1 13 1 15,0-16-14-15,-7-2 0 16,-7-20-1-16,-4-9 1 16</inkml:trace>
  <inkml:trace contextRef="#ctx0" brushRef="#br0" timeOffset="38520.17">25619 8197 108 0,'21'-13'54'16,"49"13"-70"-16,-31-3 89 0,21 0-74 15,14 0 1-15,22-4-16 16,2-5 1-16,5-4 15 16,2-12 0-16</inkml:trace>
  <inkml:trace contextRef="#ctx0" brushRef="#br0" timeOffset="38730.16">26931 7438 90 0,'-28'-22'45'0,"3"16"-38"16,25 9 47-16,-3 3-52 15,-4 19 1-15,-11 9 2 0,-3 20 1 16,-11 24-7-16,-3 38 1 15,-4 19 4-15,4 0 0 16,10 12-6-16,14-18 1 16,15-23-23-16,21-30 0 15,17-29-1-15,14-32 0 16</inkml:trace>
  <inkml:trace contextRef="#ctx0" brushRef="#br0" timeOffset="39213.57">27178 7632 105 0,'7'-22'52'0,"4"-28"-68"16,-4 37 100-16,-4 4-81 15,4-3 0-15,0 5 0 16,7 4 0-16,4 6-5 15,7 4 0-15,3 2 2 16,4-3 1-16,7 0-2 16,-1 1 0-16,8-1-1 15,-7 3 1-15,0 1-1 16,-7 2 1-16,-4 1 1 16,-7 3 0-16,-7-1 1 15,-17 4 1-15,-12 3 0 0,-9 0 0 16,-12 6 0-16,-6 4 0 15,3-4-1-15,1-3 1 16,13 6-2-16,4-6 0 16,10 4-1-16,8-1 1 15,6 0-1-15,8 6 0 16,-1 1 0-16,4 9 1 16,-3 0 0-16,-8 0 1 15,-10 3 0-15,-7-3 0 16,-10-4 0-16,-8-5 1 0,-18-1-4 15,-9-12 0-15,-5-9-6 16,1-10 0-16,6-3-12 16,11 0 0-16,7-13-1 15,4 1 1-15</inkml:trace>
  <inkml:trace contextRef="#ctx0" brushRef="#br0" timeOffset="39275.48">26899 8256 44 0,'50'-47'22'0,"63"-16"-17"16,-71 32 13-16</inkml:trace>
  <inkml:trace contextRef="#ctx0" brushRef="#br0" timeOffset="39513.54">27809 7610 104 0,'11'-15'52'0,"-29"8"-60"16,18 4 82-16,0 3-71 15,0-9 1-15,7-1 0 16,4 1 1-16,3 3-7 0,4-1 0 15,3 7 4-15,0 7 0 16,4 15-2-16,0 18 1 16,-4 23-1-16,-18 31 0 15,-10 16 0-15,-21 12 0 16,-11 29-6-16,-21-4 1 16,-28 4-1-16,-32 2 1 15</inkml:trace>
  <inkml:trace contextRef="#ctx0" brushRef="#br0" timeOffset="41149.21">25333 9040 102 0,'3'-63'51'0,"33"26"-46"0,-26 21 51 16,4 7-56-16,1-1 1 15,-5 10-1-15,-3 7 1 16,-7 24-1-16,-7 25 0 15,-7 20 1-15,-7 15 1 16,-4 31-1-16,-3 6 1 16,0 1-1-16,10-10 0 0,4-3 0 15,7-9 0-15,3-19-6 16,4-19 1-16,0-10-21 16,-7-9 0-16,-3-12 0 15,-8-7 0-15</inkml:trace>
  <inkml:trace contextRef="#ctx0" brushRef="#br0" timeOffset="41474.41">24638 9714 105 0,'-28'-34'52'0,"31"31"-75"16,4 3 102-16,4 6-79 15,7 3 0-15,6 16 0 16,5 4 0-16,-1 18-1 16,3 6 1-16,5 7-1 0,3 12 1 15,6-6 0-15,8-1 0 16,7-14 1-16,7-23 0 16,7-16 2-16,15-21 1 15,2-16 0-15,1-10 1 16,-7-9-1-16,-11 7 0 15,-18-1-3-15,-13 4 1 16,-19 2-17-16,-17 10 1 0,-14 7-1 16,-28-4 0-16</inkml:trace>
  <inkml:trace contextRef="#ctx0" brushRef="#br0" timeOffset="42663.45">24324 11577 89 0,'-39'-41'44'0,"29"4"-35"0,13 27 51 0,4-12-58 15,11-9 0-15,10 0 0 16,4-4 1-16,7 4-4 16,10-1 0-16,4 7 2 15,0 6 0-15,3 4-1 16,4-1 1-16,7 7-1 16,-3 2 0-1,28 7 0 1,-11 0 1-16,-21 4 0 15,-11 2 0-15,-17 9 0 16,-15 4 0-16,-13 3 0 16,-15 0 0-16,-10 10 0 15,-4-7 0-15,-6-3-1 0,3 0 0 16,3 3-1-16,7-3 1 16,11 6-1-16,11 0 1 15,10-3-1-15,10 6 0 16,5 4 0-16,2 12 1 15,-2 3 1-15,-8 0 0 16,-7 0 0-16,-14 1 1 16,-14-4-1-16,-14-10 1 15,-18-2-1-15,-14-4 0 16,-14-6-4-16,0-9 0 0,-11-7-6 16,7 1 0-16,8-4-15 15,10 0 0-15,10-3 1 16,15 4 0-16</inkml:trace>
  <inkml:trace contextRef="#ctx0" brushRef="#br0" timeOffset="42944.47">26691 11430 105 0,'25'-22'52'0,"7"34"-77"16,-25-9 103-16,-7 4-77 15,-11 5 1-15,-10 1 0 16,-7 6 1-16,-11 6-4 16,-10 6 1-16,-8 7 1 0,-3 5 1 15,-14 14-2-15,3-1 0 16,-3-2-6-16,4-4 0 15,3-3-17-15,7-13 0 16,3-5 0-16,4-20 0 16</inkml:trace>
  <inkml:trace contextRef="#ctx0" brushRef="#br0" timeOffset="43166.52">25686 11439 87 0,'24'-13'43'16,"15"-27"-52"-16,-18 30 79 0,11 1-68 16,10 3 1-16,11 9 0 15,0 19 1-15,14 6-5 16,0 13 0-16,0 6 3 16,-7 6 1-16,-3 16-3 15,-1 0 1-15,-3-13-10 16,-3-2 1-16,-5-10-1 15,-6-16 0-15</inkml:trace>
  <inkml:trace contextRef="#ctx0" brushRef="#br0" timeOffset="43419.07">26264 11078 105 0,'-17'-9'52'0,"-1"25"-55"0,11-13 71 16,3 9-67-16,-3 10 0 15,-3 16 0-15,3 12 0 16,3 13-2-16,4 9 0 16,4 6 0-16,-1 7 1 0,4 3-8 15,-7 0 1-15,4-13-17 16,-1-9 1-16,-3-19 0 15,0-16 0-15</inkml:trace>
  <inkml:trace contextRef="#ctx0" brushRef="#br0" timeOffset="43569.87">25703 11806 102 0,'22'-3'51'0,"66"-22"-74"15,-53 15 97-15,18-5-96 16,10-4 1-16,4 3-1 16,4-12 1-16</inkml:trace>
  <inkml:trace contextRef="#ctx0" brushRef="#br0" timeOffset="43962.99">28353 10780 108 0,'10'-84'54'0,"-6"9"-62"0,-8 62 80 16,-3 0-72-16,-3 1 0 0,-11-1-2 15,-11 7 0-15,-3 6 0 16,-4 3 0-16,-4 4-1 16,1 5 0-16,0 10 0 15,-1 19 0-15,8 9 2 16,3 16 0-16,-3 9 3 16,7 25 1-16,7 20 1 15,3 2 1-15,4 0-1 16,3 10 0-16,1-7-1 15,-1-2 0-15,4-14-3 16,4-18 1-16,-4-3-9 16,-1-16 0-16,5-15 0 15,-1-17 0-15</inkml:trace>
  <inkml:trace contextRef="#ctx0" brushRef="#br0" timeOffset="44484.18">27252 11844 80 0,'-28'-54'40'0,"24"26"-40"0,8 22 29 15,6-4-26-15,8-2 1 16,10 2 4-16,18-2 1 16,14-1-10-16,18 1 1 0,6-7 5 15,8 0 0-15,10-6-1 16,4-6 0-16,0-4-2 15,3 4 0-15,-10-1-1 16,-3 4 1-16,-15 0 0 16,-11 9 0-16,-10 0-1 15,-14 4 1-15,-14 5 0 16,-11 7 0-16,-14 9-1 16,-14 10 1-16,-11 6-1 15,-6 9 0-15,-8 4-1 16,0 3 1-16,0 2-1 15,11 1 1-15,7 0-2 16,7-10 0-16,7-6-1 16,7-6 1-16,7-13 0 15,7-2 0-15,-3-8 0 16,3-2 1-16,-3 0 1 16,-1-4 1-16,1 4 0 15,0 0 0-15,-1 3 0 0,1 0 0 16,0 3-1-16,-1 3 1 15,1 9-1-15,-4 4 1 16,0 6-1-16,-3 3 0 16,-1 3-1-16,-3-3 0 15,4 0-7-15,0-9 0 16,-1-3 0-16,1-13 0 16</inkml:trace>
  <inkml:trace contextRef="#ctx0" brushRef="#br0" timeOffset="44746.56">29055 11621 108 0,'21'-35'54'0,"7"-2"-55"0,-21 27 66 0,-7-2-66 16,-7-1 1-16,-3 4-1 16,-12 3 1-16,-9 2 0 15,-8 11 0-15,-7 2 0 16,0 10 0-16,0 0 0 15,4 6 0-15,10 6 0 16,11 7 0-16,14-1-6 16,18-2 1-16,13-16-20 15,12-16 1-15,13-16-1 16,-3-9 0-16</inkml:trace>
  <inkml:trace contextRef="#ctx0" brushRef="#br0" timeOffset="45006.51">29496 11160 95 0,'17'-44'47'0,"-6"19"-57"0,-7 19 89 15,-4 6-77-15,0-7 1 16,0 11 1-16,0-1 0 16,3 6-5-16,4 7 0 15,4 12 3-15,-1 13 0 16,1 9-2-16,-4 6 1 0,-4 13-1 15,-3 3 0-15,-3 10-2 16,-1 3 0-16,1-1-9 16,-1-15 0-16,4-12 0 15,0-23 0-15</inkml:trace>
  <inkml:trace contextRef="#ctx0" brushRef="#br0" timeOffset="45116.9">29323 11474 106 0,'49'3'53'0,"64"28"-69"15,-78-31 72-15,15-3-87 16,6-3 1-16,1-10 0 16,-1-12 0-16</inkml:trace>
  <inkml:trace contextRef="#ctx0" brushRef="#br0" timeOffset="45310.25">30321 10737 111 0,'-28'-41'55'0,"7"69"-74"0,10-12 95 16,-6 9-76-16,-5 19 0 16,-2 12 0-16,-8 26 0 15,7 31 0-15,1 9 1 16,13-6-1-16,8 3 1 15,10-12-8-15,7-20 1 0,7-14-1 16,11-29 1-16</inkml:trace>
  <inkml:trace contextRef="#ctx0" brushRef="#br0" timeOffset="45692.83">30438 11279 104 0,'-7'-59'52'0,"21"59"-52"15,-4-4 59-15,15 4-58 16,0 0 0-16,14 0 0 16,10 0 1-16,0 4-3 15,1 2 0-15,-4 6 0 16,-11 7 0-16,-10 6-1 15,-15 7 1-15,-17-1-1 16,-11 3 0-16,-6 1 1 0,-5-1 1 16,-2-2 0-16,6-4 0 15,0-3 1-15,8-3 1 16,6-3 0-16,8 0 0 16,10-1-1-16,3-2 1 15,8-6-2-15,3-4 1 16,11-12-8-16,0-4 1 15,6-18-18-15,5 0 1 0,3-4-1 16,-8-5 1-16</inkml:trace>
  <inkml:trace contextRef="#ctx0" brushRef="#br0" timeOffset="45934.77">31298 10821 102 0,'43'-47'51'0,"-1"19"-68"16,-31 25 99-16,3 9-78 15,0 4 1-15,0 8 1 16,0 11 1-16,-3 14-9 16,-1 20 0-16,-10 28 5 15,-10 22 1-15,-4 6-5 16,-8 7 0-16,-9 2-23 15,-12-9 1-15,1-21-1 0,-18-33 1 16</inkml:trace>
  <inkml:trace contextRef="#ctx0" brushRef="#br0" timeOffset="50369.26">30600 11978 89 0,'56'-53'44'0,"-31"12"-43"0,-21 35 44 15,-4 12-46-15,-7 13 1 16,-8 12 0-16,-6 17 0 16,-7 17 0-16,-7 33 0 15,0 14 0-15,3-2 0 16,11-9 0-16,6-4 1 16,8-16-1-16,7-15 0 15,4-19-1-15,3-19 1 16,0-21 0-16,-3-14 0 0,-4-18 0 15,-4-9 1-15,-3-10 0 16,-4 0 1-16,-6-3 0 16,6 9 1-16,1 7-3 15,3 6 1-15,3 12-21 16,11 4 0-16,0 3-1 16,0-7 1-16</inkml:trace>
  <inkml:trace contextRef="#ctx0" brushRef="#br0" timeOffset="50750.08">29873 12436 104 0,'-3'6'52'0,"27"-43"-72"0,-6 31 101 16,10 12-81-16,11 10 1 16,10 5 0-16,8 8 0 15,6 5-2-15,4 13 1 16,0 0-1-16,-3 3 1 16,-8 4-1-16,1 8 0 15,-1-2 0-15,-3-7 0 16,4-12 0-16,-4-6 1 0,3-20 0 15,0-15 0 1,4-19 1-16,-3-15 0 0,-4-7 0 16,0-3 1-16,-7-9-6 15,-11 12 0-15,-7 7-1 16,-10 6 1-16</inkml:trace>
  <inkml:trace contextRef="#ctx0" brushRef="#br0" timeOffset="51249.32">29873 13076 107 0,'-28'47'53'0,"3"-28"-50"15,22-10 62-15,-1 10-63 0,1 12 0 16,3 10 0-16,0 9 1 16,7 10-5-16,7 6 0 15,0-7 1-15,0-2 0 16,0-10-3-16,-3-6 1 16,-1-7-1-16,-3-3 1 15,1-9 1-15,-1-12 0 16,3-4 2-16,1-6 0 15,3-3 1-15,14-7 1 0,-3-5-1 16,7-7 1-16,3-3-1 16,4-10 1-16,-1 1-2 15,5 2 1-15,-1 4-1 16,0 3 0-16,-6 6 0 16,-5 7 0-16,-6 5-1 15,-7 11 1-15,-8 11 0 16,-10 14 1-16,-7 5-1 15,-3 4 1-15,-1 2-2 16,1 11 1-16,2-1-4 16,5-3 1-16,6-3-14 15,5-4 0-15,-1-8 0 16,0-13 0-16</inkml:trace>
  <inkml:trace contextRef="#ctx0" brushRef="#br0" timeOffset="51472.33">30678 13593 108 0,'14'-9'54'0,"17"-4"-70"0,-16 7 89 16,2 3-73-16,4 3 0 15,8 0-2-15,2 9 1 0,5-2-2 16,2 2 1-16,1 0-11 16,4 1 1-16,2 2-1 15,-6-5 1-15</inkml:trace>
  <inkml:trace contextRef="#ctx0" brushRef="#br0" timeOffset="51690.92">30469 13945 108 0,'-10'-26'54'0,"35"8"-63"15,-11 14 81-15,3-2-72 16,12-3 0-16,9-1-4 15,15-5 0-15,7-1-3 0,7 7 1 16,4 2-3-16,-1-2 0 16</inkml:trace>
  <inkml:trace contextRef="#ctx0" brushRef="#br0" timeOffset="52156.32">31683 13361 105 0,'18'-25'52'0,"-1"0"-53"16,-10 19 67-16,4 3-66 15,3 6 1-15,7 3-1 16,7 7 1-16,4 9-2 15,0 9 1-15,-4 19-1 16,-7 0 0-16,-7 0 0 16,-10 7 0-16,-18-4-1 15,-7 4 1-15,-11-1 0 16,-3-6 0-16,3-3 1 16,4 3 0-16,-1-9 1 15,8-9 0-15,4-4 0 16,3 0 0-16,3-3 0 15,7-3 0-15,1 3-1 16,6-6 0-16,4-3 0 0,8-1 0 16,2-2-1-16,8-4 1 15,14-2-1-15,10-7 1 16,15-4-1-16,6 1 1 16,11 10 0-16,0-7 1 15,1 6-3-15,-15 3 0 16,-22 4 0-16,-34-4 1 15</inkml:trace>
  <inkml:trace contextRef="#ctx0" brushRef="#br0" timeOffset="53668.16">30879 14581 98 0,'42'-3'49'0,"-10"84"-51"0,-29-52 50 0,-3 5-49 16,-7 13 0-16,-10 7-1 15,-19 8 1-15,-13 23 1 16,-25-4 1-16,-28-2-1 16,-33 9 1-16,-37-10-1 15,-33-6 1-15,-31-19-2 16,-18-15 0-16,-18-16-1 16,-10-19 0-16,-18-18 0 15,0-23 0-15,-7-19 0 16,-3-37 1-16,3-12 2 15,0-4 1-15,7-19 0 16,0-2 1-16,11 5-2 16,10 13 1-16,11 7-1 15,10-1 1-15,4 7-1 0,11 9 0 16,0 9 0-16,10 13 0 16,4 7 0-16,6 8 1 15,1 14-1-15,3 18 1 16,4 15-1-16,3 20 1 15,11 40-1-15,11 22 0 16,21 7-1-16,17 9 0 16,21-6 0-16,18-7 1 15,22-12-1-15,20-16 0 0,11-15 1 16,4-20 0-16,13-12 1 16,5-18 0-16,6-14-1 15,0-14 1-15,4 2 0 16,3-19 0-16,4 1-2 15,0-1 0-15,0 4-1 16,-4 5 0-16,0 8-2 16,-6-1 1-16,-1 6-1 15,-3 3 0-15,-1 7 0 16,-3 13 1-16,4 8 1 16,-7 20 1-16,-1 15 1 15,1 25 1-15,7 20 0 16,0 8 1-16,10 4 0 15,11 9 0-15,14 6-2 16,10-12 1-16,15-19-2 16,14-22 1-16,28-16-1 15,14-24 0-15,14-33 0 16,1-8 1-16,2-7-2 0,-2 4 1 16,-12-4-3-16,-17 9 0 15,-17 4-20-15,-19 9 1 16,-24 7-1-16,-14 6 0 15</inkml:trace>
  <inkml:trace contextRef="#ctx0" brushRef="#br0" timeOffset="54197.27">19121 14681 122 0,'-25'-22'61'0,"18"29"-91"16,3 5 119-16,4 13-92 15,-3 13 0-15,6 15-4 16,4 13 0-16,7 16 6 16,8-1 0-16,-1-9-5 15,11-9 0-15,-4-13 1 16,0-12 1-16,-3-13 2 0,-4-16 0 16,-4-5 2-16,1-14 1 15,0-12 0-15,6-9 1 16,8-10-1-16,14 3 1 15,3-2-1-15,8 8 1 16,6 1-1-16,1 3 1 16,3 9-1-16,-4 6 0 15,-6 10 0-15,-11 6 1 16,-7 7-2-16,-15 12 1 0,-13 12-1 16,-11 16 0-16,-7 4-1 15,-4 8 0-15,-3 1-3 16,-4-3 0-16,8-1-16 15,6-2 0-15,4-10 0 16,7-19 0-16</inkml:trace>
  <inkml:trace contextRef="#ctx0" brushRef="#br0" timeOffset="54437.52">20817 15230 111 0,'0'32'55'0,"7"-51"-76"0,8 16 104 16,13 6-83-16,18-6 0 15,21 6-7 1,10 6 1-16,15-6-11 0,0-3 1 15,-1-3-4-15,-9-6 1 16</inkml:trace>
  <inkml:trace contextRef="#ctx0" brushRef="#br0" timeOffset="54658.53">20412 15625 106 0,'-39'-9'53'0,"99"6"-73"16,-18 0 91-16,18-1-80 16,28-5 0-16,29-3-31 15,20-4 0-15,15-6 44 16,0-9 1-16</inkml:trace>
  <inkml:trace contextRef="#ctx0" brushRef="#br0" timeOffset="55023.79">22627 15337 104 0,'-14'6'52'0,"-25"3"-74"0,22-5 96 16,-5 5-75-16,1 7 0 16,-3 3-2-16,2 9 0 15,1 6 1-15,-3 7 0 0,6 0-2 16,4 6 0 0,10-3 1-16,1-7 0 15,10-2 3-15,7-4 0 0,11-12 2 16,13-10 1-16,12-9 0 15,13-12 0-15,4-7 0 16,0 0 1-16,0-3-2 16,0-6 1-16,-7 3-1 15,-7 3 1-15,-10-3-1 16,-15-6 0-16,-21-4-2 16,-21-6 1-16,-25-12-21 15,-42-19 0-15,-43-19-1 16,-73-22 1-16</inkml:trace>
  <inkml:trace contextRef="#ctx0" brushRef="#br0" timeOffset="58045.76">18835 15973 100 0,'39'-69'50'0,"10"-34"-42"16,-35 68 51-16,-7-5-58 0,0 2 0 16,-7-6 0-16,-7-6 1 15,-7 0-3-15,0-7 1 16,-4 10 0-16,-10 0 1 16,0 10-1-16,-7 12 0 15,-11 15 0-15,-14 13 0 16,-14 22-1-16,-15 19 1 15,5 10 0-15,-1 30 1 16,11 4 0-16,14 3 1 0,11 9 0 16,10 13 1-16,11 6 0 15,3 7 1-15,4-4-1 16,-4 16 0-16,7-3-2 16,-3-7 0-16,0 1-4 15,3 0 1-15,11-4-9 16,7-15 1-16,4-16-1 15,-1-16 1-15</inkml:trace>
  <inkml:trace contextRef="#ctx0" brushRef="#br0" timeOffset="58275.63">17233 16701 118 0,'4'-10'59'0,"6"-15"-69"16,8 22 80-16,17-3-73 0,15 0 1 15,13-1-8-15,29 7 0 16,21 4 5-16,24-4 1 16,29-7-16-16,21 7 0 15,0-9 1-15,-4 3 1 16</inkml:trace>
  <inkml:trace contextRef="#ctx0" brushRef="#br0" timeOffset="58880.68">19618 16704 114 0,'-7'-50'57'0,"-32"-41"-77"15,32 69 105-15,-4-9-85 16,1-4 0-16,-4 1-4 15,0 2 0-15,3 13 2 16,-3 10 0-16,0 22-2 16,-7 5 0-16,-11 11-1 15,0 11 1-15,-3 11 2 0,0 2 0 16,6 13 3-16,8 0 0 16,11-10 0-16,6-9 1 15,8-6 0-15,6-7 1 16,8-9-1-16,3-6 0 15,0 0-1-15,4-10 1 16,3-2-1-16,4-7 0 16,10-7-1-16,-7-8 0 15,4-13 0-15,-3-7 0 16,-5-3 0-16,-9 1 1 0,-5 2 1 16,-6 4 0-16,-8 0 0 15,-3 5 1-15,-3 5 0 16,-4 8 0-16,0 10 0 15,-7 6 0-15,3 13-2 16,4 18 0-16,0 10-1 16,14 9 0-16,3 1-3 15,8-1 1-15,10-6-8 16,11 0 1-16,7-12-18 16,10-7 1-16,1-13-1 15,6-8 1-15</inkml:trace>
  <inkml:trace contextRef="#ctx0" brushRef="#br0" timeOffset="59127.6">20384 16942 105 0,'0'-66'52'0,"0"-2"-71"0,-4 52 102 16,-3-3-82-16,-11 3 0 15,-6 7 0-15,-12 3 1 16,-10 12-3-16,-3 10 1 15,-4 12 1-15,4 9 0 16,6 10 0-16,8 10 1 16,10 9-2-16,15 0 0 15,17 3-4-15,18 0 0 16,20-13-22-16,15-25 1 0,15-27-2 16,2-33 1-16</inkml:trace>
  <inkml:trace contextRef="#ctx0" brushRef="#br0" timeOffset="59375.1">21103 16365 112 0,'-17'-34'56'0,"-5"28"-80"15,15 12 110-15,-3 6-85 16,-4 10 1-16,3 13-1 15,-3 9 0-15,7 3-2 16,0 12 1-16,7 10 0 16,3 10 0-16,8-7-6 15,-1 3 1-15,5 0-18 16,-1-6 0-16,-4-12 0 16,-6-16 0-16</inkml:trace>
  <inkml:trace contextRef="#ctx0" brushRef="#br0" timeOffset="59562.15">20719 16930 103 0,'14'-28'51'0,"17"24"-68"0,-13 1 91 0,3-9-74 15,11 2 0-15,21-5-1 16,21-1 0-16,18-3-8 15,10-6 0-15,18-3-1 16,-4 3 1-16</inkml:trace>
  <inkml:trace contextRef="#ctx0" brushRef="#br0" timeOffset="59796.3">21936 16252 114 0,'-4'-59'57'0,"-13"56"-70"16,6 9 84-16,-10 19-72 15,-14 19 1-15,-8 16-1 16,-3 18 0-16,4 25 1 0,14 10 0 16,21 10-4-16,21-10 1 15,25-10-8-15,21-15 0 16,14-29-1-16,14-24 1 15</inkml:trace>
  <inkml:trace contextRef="#ctx0" brushRef="#br0" timeOffset="60142.66">22405 16804 103 0,'18'-25'51'0,"-29"-34"-50"0,11 43 69 0,-7 0-69 15,-4 1 1-15,-10-1-1 16,-4 7 0-16,-6-1-2 16,-5 10 1-16,1 3 0 15,3 7 0-15,4 9-1 16,7 9 0-16,14 3 0 16,7 7 0-16,14 6 0 15,7-4 0-15,4 1 0 16,7-3 1-16,3-10-1 15,0-6 1-15,1-3 0 16,-5-13 1-16,-2-9-1 16,6-13 1-16,-3-6 0 15,-8-9 0-15,-3-4-1 16,-7-2 1-16,-10 2-7 16,-15 4 1-16,-10 9-20 0,-10 0 1 15,-15 3-1-15,3-3 1 16</inkml:trace>
  <inkml:trace contextRef="#ctx0" brushRef="#br0" timeOffset="60407.67">22853 16372 117 0,'-14'-51'58'0,"14"61"-86"0,0-10 116 0,7 6-88 15,7 7 0-15,7 15 0 16,4 10 1-16,7 9-2 16,6 12 1-16,-2 23 0 15,-8 15 1-15,-14 13-2 16,-21 18 0-16,-21 23-5 16,-36-1 1-16,-45 4-1 15,-60-7 1-15</inkml:trace>
  <inkml:trace contextRef="#ctx0" brushRef="#br0" timeOffset="72925.24">1665 13070 75 0,'-21'-19'37'0,"-4"-28"-27"15,22 25 38-15,-4-3-43 16,-4-3 0-16,1-4 2 16,-8 4 1-16,-7 3-10 15,-21 9 0-15,-3 7 6 16,-4 18 1-16,-7 16-3 16,14 29 1-16,14 2-3 15,11 13 1-15,14-3-1 16,32 9 1-16,24 4-1 0,15 2 0 15,3-3 0-15,-4-5 0 16,-6-14 0-16,-8 1 0 16,-10-13 0-16,-18 0 1 15,-17-3-1-15,-8-4 1 16,-24-2-1-16,7-7 0 16,-50 7-1-16,-14 3 0 15,4-4-5-15,0-5 1 16,11 2-11-16,-1-9 0 0,4-6 0 15,7-16 0-15</inkml:trace>
  <inkml:trace contextRef="#ctx0" brushRef="#br0" timeOffset="73191.49">1510 12916 96 0,'-50'-60'48'0,"26"42"-61"15,24 14 79-15,10-2-67 16,12 0 1-16,9-10 0 16,15 4 0-16,14-4 0 15,11 0 1-15,6 1-1 16,-6 8 1-16,-1 1-1 0,-17 6 1 15,-3 3-11-15,-11 7 0 16,-8 2 0-16,-2 1 0 16</inkml:trace>
  <inkml:trace contextRef="#ctx0" brushRef="#br0" timeOffset="73532.78">2879 12998 103 0,'-29'-7'51'0,"-9"-37"-55"0,27 41 74 0,4 13-70 16,-7 8 0-16,-4 17-1 16,-3 12 0-16,-11 16 0 15,-6 18 1-15,-12 20-2 16,11-26 1-16,-10 41-5 16,0-10 0-16,6-5-14 15,15-10 0-15,7-32 0 16,3-30 1-16</inkml:trace>
  <inkml:trace contextRef="#ctx0" brushRef="#br0" timeOffset="73757.35">2254 13201 97 0,'-32'7'48'0,"22"-17"-61"0,13 7 86 15,8 3-73-15,7 3 0 16,3 7 1-16,18 8 1 0,-1 1-2 15,1 13 1-15,11 5 0 16,-8 17 0-16,-3 8 0 16,-7 1 0-16,-1 0-7 15,-2 3 0-15,-1-7-18 16,-14-2 0-16,3-20 0 16,-6-24 1-16</inkml:trace>
  <inkml:trace contextRef="#ctx0" brushRef="#br0" timeOffset="73957.17">2501 13126 109 0,'-77'-63'54'0,"34"38"-82"16,33 28 111-16,-4 4-84 15,-1 15 0-15,5 0-1 16,-8 12 1-16,1 10 1 15,2 6 0-15,5 16-2 0,3 9 1 16,3 4-11-16,-3-4 1 16,0-6 0-16,4-6 0 15</inkml:trace>
  <inkml:trace contextRef="#ctx0" brushRef="#br0" timeOffset="74107.05">2335 13653 107 0,'29'-13'53'0,"-8"-31"-58"0,-4 32 78 0,5-1-74 16,16 4 1-16,12-7-15 16,3 1 0-16,14 2 15 15,14-9 0-15</inkml:trace>
  <inkml:trace contextRef="#ctx0" brushRef="#br0" timeOffset="74337.63">3729 13048 111 0,'-21'-47'55'0,"24"12"-61"16,4 38 69-16,-7 0-63 16,0 4 0-16,0 12 0 15,7 6 1-15,-7 12-1 16,0 17 0-16,0 8 0 15,0 23 1-15,11 6-2 0,-8 15 0 16,8-2-11 0,-4 9 1-16,-7-3-1 0,4-26 0 15</inkml:trace>
  <inkml:trace contextRef="#ctx0" brushRef="#br0" timeOffset="74659.36">3785 13073 102 0,'-24'-38'51'0,"-29"-37"-55"0,35 62 69 0,-7 4-66 15,-3 6 1-15,-11 9-1 16,-10 16 0-16,0 6 1 16,-4 10 0-16,-7 3-1 15,3 3 1-15,-10-1-1 16,14-5 1-16,11 0 1 15,14-7 0-15,7-3 0 16,21-6 0-16,24-6 0 16,15-13 1-16,21-6-1 15,28-7 0-15,4-2 0 16,3-13 0-16,4 0-4 16,-4 0 1-16,11 0-15 15,-4 6 1-15,-13-6-1 16,-12 0 1-16</inkml:trace>
  <inkml:trace contextRef="#ctx0" brushRef="#br0" timeOffset="74888.61">5214 12972 110 0,'0'-43'55'0,"-14"36"-73"0,7 7 91 15,-14 13-74-15,-11 6 1 16,-7 15 0-16,-7 10 0 16,-3 9 0-16,3 10 0 0,-3 3-1 15,-1 9 1-15,1 0-3 16,-1 4 0-16,12-13-15 16,-5-7 0-16,15-21 0 15,-4-10 1-15</inkml:trace>
  <inkml:trace contextRef="#ctx0" brushRef="#br0" timeOffset="75123.17">4346 13142 111 0,'-10'-13'55'0,"13"-21"-74"15,4 24 95-15,11 4-77 16,3 3 0-1,32 19-2 1,-4 15 1-16,-3 0 2 0,-3 7 0 16,-1 3-2-16,4 9 1 15,-15 3-11-15,5 0 0 16,-1-2 1-16,0-20 0 16</inkml:trace>
  <inkml:trace contextRef="#ctx0" brushRef="#br0" timeOffset="75368.98">4805 13139 109 0,'-43'-41'54'0,"12"13"-66"0,24 28 80 0,-4 0-69 15,1 6 1-15,-8 6-1 16,0 14 0-16,4-1 1 15,4 12 0-15,3 7-1 16,3 13 1-16,-3 5-3 16,3 17 1-16,4-4-14 15,-3 3 1-15,-1-15-1 16,-3-13 0-16</inkml:trace>
  <inkml:trace contextRef="#ctx0" brushRef="#br0" timeOffset="75503.8">4516 13653 119 0,'17'-53'59'0,"64"-23"-91"0,-52 54 102 16,20-6-86-16,0-3 1 16,11-1-1-16,4-8 1 15</inkml:trace>
  <inkml:trace contextRef="#ctx0" brushRef="#br0" timeOffset="75995.5">5380 12935 106 0,'-18'-72'53'0,"36"21"-58"0,-15 36 67 0,15-1-62 16,3-6 0-16,7 0 0 16,11 7 1-16,-4-1-2 15,11 3 1-15,4 7 0 16,3 6 0-16,-4 0 0 16,-3 13 0-16,-7-4 0 15,-8 4 0-15,-13 2 0 16,-7 4 1-16,-18 3-1 15,-15 12 0-15,-13 4 0 16,-11 6 1-16,8 0-1 16,-1-3 1-16,7-1-1 15,11 1 0-15,14 3-1 0,17 3 1 16,19-6 0-16,13 0 0 16,4 3-1-1,3 9 1-15,-3-3 0 0,-7 7 0 16,-7-4 0-16,-15-12 1 15,-10-4-1-15,-7-2 1 16,-24-7-2-16,-12-9 1 16,-3 0-3-16,-3-7 1 15,7 1-11-15,7-1 1 0,14-6-1 16,3-2 0-16</inkml:trace>
  <inkml:trace contextRef="#ctx0" brushRef="#br0" timeOffset="76240.81">7659 12872 107 0,'21'16'53'0,"-42"-16"-62"15,7 9 79-15,0 13-71 16,-22 13 0-16,-2 5 0 15,-8 7 1-15,-14 10 0 16,-4 9 1-16,4 12-2 16,4 10 1-16,-1 3-2 15,4-16 1-15,-3 3-12 16,7-12 0-16,10-12 0 0,0-17 0 16</inkml:trace>
  <inkml:trace contextRef="#ctx0" brushRef="#br0" timeOffset="76491.03">6823 12875 111 0,'0'-15'55'0,"42"33"-72"0,-24-8 84 0,10 12-68 15,4-3 0-15,-4 18-1 16,7 4 1-16,0 3 1 15,4 6 1-15,4 0-2 16,6-6 0-16,4 3-3 16,-4-6 0-16,1-4-16 15,-8-5 0-15,4-13 0 16,-28-13 1-16</inkml:trace>
  <inkml:trace contextRef="#ctx0" brushRef="#br0" timeOffset="76742.46">7246 12800 111 0,'-28'-31'55'0,"7"-10"-79"16,17 35 103-16,4 2-80 16,-10 11 0-16,-1 2 0 0,-3 4 0 15,3 9 1-15,4 9 1 16,0 13-2-16,7 6 1 15,-7 10 0-15,4 5 0 16,3 4 0-16,-7 7 0 16,3 5-4-16,4 4 1 15,-7-7-9-15,3-12 0 16,4-13-1-16,11-12 1 16</inkml:trace>
  <inkml:trace contextRef="#ctx0" brushRef="#br0" timeOffset="76962.41">6727 13280 102 0,'-17'-25'51'0,"17"22"-59"15,3 3 75-15,11 0-67 16,8-4 0-16,13 1-1 15,14-3 0-15,11 0-5 16,14-7 1-16,15 4-19 16,16-4 1-16,15-6-1 15,11-6 1-15</inkml:trace>
  <inkml:trace contextRef="#ctx0" brushRef="#br0" timeOffset="77377.86">8407 12769 110 0,'-39'-16'55'0,"28"13"-84"0,11 3 111 0,4 3-83 15,3 0 1-15,11 0 0 16,13 3 0-16,-6 7 0 15,10 6 0-15,-7 6-1 16,-3 13 1-16,-7-1-1 16,-18 4 1-16,-11 0-1 15,-28 9 1-15,-10 3-1 16,-14 4 1-16,3-10 0 16,0-7 0-16,10-2 0 15,4-7 0-15,15-6 0 16,2-6 0-16,19 0 0 15,10-3 1-15,17-1-1 16,12-2 0-16,2 0 0 16,8-4 1-16,4-3-3 15,-1-3 0-15,4-3-8 16,-4-6 1-16,11-3-15 16,3-1 1-16,4-12-1 15,18-3 1-15</inkml:trace>
  <inkml:trace contextRef="#ctx0" brushRef="#br0" timeOffset="77626.91">9275 13161 69 0,'24'-7'34'0,"11"-43"-40"0,-20 31 63 15,9-9-59-15,15-3 0 16,0-1 2-16,-4 4 1 16,-7 6 3-16,-10 3 0 0,-7 7 2 15,-25 9 0-15,-11 9 1 16,-7 16 1-16,-7 6-2 15,-10 7 1-15,-1 5-4 16,-2 11 1-16,2 8-7 16,1 7 0-16,3 9-8 15,4-3 0-15,3-3-10 16,7-12 0-16,4-13-1 16,7-22 1-16</inkml:trace>
  <inkml:trace contextRef="#ctx0" brushRef="#br0" timeOffset="77858.59">9080 12932 103 0,'-14'-29'51'0,"-3"7"-74"16,17 19 105-16,0 3-82 16,3 0 1-16,8 7-1 15,3 8 0-15,11 7-1 0,6 13 1 16,8 2 0-16,11 4 0 15,-1 12 0-15,0 4 0 16,-3 2-1-16,-7 10 0 16,-4-3-6-16,-10-3 1 15,-4-3-18-15,-7-16 1 16,-3-16-1-16,-4-25 1 16</inkml:trace>
  <inkml:trace contextRef="#ctx0" brushRef="#br0" timeOffset="78091.32">9440 12737 108 0,'-42'0'54'0,"3"-12"-81"16,32 12 109-16,0 6-84 16,0-3 0-16,-4 13-1 15,1 9 0-15,-1 16 3 16,4 3 1-16,-3 3-3 15,3 3 1-15,-4 0-3 16,4 3 0-16,7 7-7 16,-7-13 0-1</inkml:trace>
  <inkml:trace contextRef="#ctx0" brushRef="#br0" timeOffset="78237.78">8777 13317 95 0,'-10'22'47'0,"27"-53"-45"0,-3 18 57 16,7-5-66-16,18-1 0 15,14-6-20-15,11 3 0 16,6 0 30-16,8-6 0 16</inkml:trace>
  <inkml:trace contextRef="#ctx0" brushRef="#br0" timeOffset="78486.32">10273 12687 102 0,'3'19'51'0,"1"-25"-62"0,-4 6 82 0,-7 12-72 16,-4 7 1-16,1 15-1 15,-4 17 1-15,0 14 0 16,-1 4 1-16,1 10-1 15,0-4 0-15,-3 4-2 16,6 2 0-16,4-9-13 16,7-6 1-16,3-10-1 15,15-18 0-15</inkml:trace>
  <inkml:trace contextRef="#ctx0" brushRef="#br0" timeOffset="78728.5">11384 12966 108 0,'35'6'54'0,"-45"-15"-68"0,3 6 87 16,-11 3-74-16,-7 3 0 16,-13 10-1-16,-12 2 1 15,-3 13 1-15,-7 4 0 16,4 2-1-16,-4 7 0 0,4 0 0 15,-1-4 1-15,1 4-3 16,3-3 0-16,0-1-19 16,3-5 0-16,8-16 0 15,3-26 0-15</inkml:trace>
  <inkml:trace contextRef="#ctx0" brushRef="#br0" timeOffset="78942.72">10664 12960 107 0,'43'-3'53'0,"-29"-16"-74"15,-3 16 102-15,6 9-82 16,4 0 1-16,0 10-1 16,4 0 1-16,0 9 0 15,0 6 0-15,-1 4-1 0,4-1 0 16,-3 7-6-16,-4 0 1 15,4 6-18-15,3 0 0 16,0-13 0-16,1-12 0 16</inkml:trace>
  <inkml:trace contextRef="#ctx0" brushRef="#br0" timeOffset="79211.67">11268 12856 111 0,'-11'-28'55'0,"-6"22"-84"0,9 9 111 0,-6 10-83 16,-7 5 0-16,-4 11-1 15,-3 8 1-15,0 7 1 16,-4 3 1-16,4 0-2 16,3 10 0-16,1 2 0 15,3 4 0-15,10 6-6 16,4-6 1-16,0 3-10 15,3-10 1-15,1-9-7 16,-4-13 1-16,-4-5 0 16,-3-7 0-16</inkml:trace>
  <inkml:trace contextRef="#ctx0" brushRef="#br0" timeOffset="79363.57">10650 13170 112 0,'-17'-22'56'0,"17"19"-91"0,7 6 121 16,7-3-94-16,18 0 1 15,14 3-20-15,10-3 0 16,14 0 30-16,15-6 1 16</inkml:trace>
  <inkml:trace contextRef="#ctx0" brushRef="#br0" timeOffset="79584.64">11952 12787 85 0,'32'-43'42'0,"-43"-11"-28"0,8 45 56 0,3-7-66 16,-7 4 0-16,0 5 3 15,-4 7 0-15,0 3-9 16,-3 13 1-16,-3 19 5 15,3 27 0-15,-8 29-3 16,-2 13 1-16,-4 5-4 16,-1 23 0-16,-2-3-1 15,2-1 0-15</inkml:trace>
  <inkml:trace contextRef="#ctx0" brushRef="#br0" timeOffset="81170.61">10343 12590 98 0,'-3'-88'49'0,"-8"-25"-44"16,8 91 49-16,-4-6-54 0,-11 3 1 16,-7 6-1-16,-10 7 1 15,-11 18-2-15,-7 31 0 16,-7 26 0-16,-7 19 1 15,0 34-4-15,-10 19 1 16,13 9-1-16,8 0 1 16,10-3-1-16,14-15 1 15,18-14 0-15,14-14 1 0,21-20 3 16,15-18 0-16,13-20 0 16,14-14 0-16,8-17 0 15,21-12 1-15,-11-13 0 16,7-9 1-16,-10-22 0 15,3-16 1-15,0-15 0 16,0-19 1-16,-14-22 0 16,-14-4 0-16,-28-5-4 15,-29 5 0-15,-42 4-21 16,-49 16 1-16,-67 21-2 16,-39 1 1-1</inkml:trace>
  <inkml:trace contextRef="#ctx0" brushRef="#br0" timeOffset="86583.87">12354 13004 98 0,'-14'-72'49'0,"-7"28"-50"16,10 41 50-16,-6 3-51 16,-8 6 1-16,-14 10-2 15,-10 12 0-15,-15 9 5 16,-13 4 1-16,-4 0-2 15,3 0 0-15,18-1 1 0,11-8 1 16,13-10 0-16,19 0 0 16,13-16-1-16,11-3 0 15,7-12-1-15,4-7 0 16,-4 0 0-16,-3-6 1 16,-8 4 0-16,-13-1 0 15,-15 0-1-15,-10 13 1 16,-11 9-1-16,-4 9 1 15,1-2-2-15,0-4 1 16,6 0-1-16,8-3 0 0,3-3 0 16,15 4 0-16,10-4-1 15,10-10 1-15,8-2-1 16,10-13 1-16,4-10 0 16,3-6 0-16,0-3 0 15,0 1 0-15,0 5 0 16,-6 3 0-16,-5 1 0 15,-10-1 1-15,-7 7 0 16,-21 13 0-16,-18 11 0 16,-24 8 0-16,-25 17 0 15,-8 20 1-15,5 9-1 16,2 4 0-16,12-4 0 16,20-3 0-16,22-6-1 15,21-10 0-15,18-12-1 16,20-7 0-16,19-21 0 15,17-16 0-15,3-10 0 16,1-2 1-16,-4-4 0 0,-8 0 0 16,-9 7 0-16,-11 6 1 15,-11 2 0-15,-11 14 0 16,-13 2-1-16,-18 4 1 16,-15 22-1-16,-17 15 1 15,1 16-1-15,2 3 1 16,11 4-2-16,8-7 1 15,13 0 0-15,11-6 0 16,17-13 0-16,19-9 0 0,13-10 0 16,11-12 0-16,7-10 0 15,0-9 1-15,-4-12-1 16,1-10 0-16,-11 3 0 16,-11 1 0-16,-10 8 0 15,-15 7 0-15,-13 13 0 16,-22 15 1-16,-14 15-1 15,-14 17 0-15,-14 6-1 16,-3 3 0-16,3 9 1 16,14-9 0-16,10-7-1 15,12-8 1-15,16-7 0 16,15-10 0-16,25-2 0 16,14-10 0-16,17-16-1 15,15-12 1-15,7-13-1 16,10-12 1-16,-7-4-1 15,-7 1 1-15,-7 6 0 16,-10 6 1-16,-15 6 0 16,-7 10 0-16,-14 3 0 0,-17 12 0 15,-22 10-1-15,-28 19 1 16,-21 18-1-16,-17 20 0 16,-12 5-1-16,1 16 0 15,3-6 1-15,22 0 0 16,17-6-1-16,21-13 0 15,22-6 0-15,27-13 1 16,19-21 0-16,16-16 0 0,12-13-1 16,14-19 0-16,-4-9 2 15,0-6 0-15,-11-16-1 16,-10-3 1-16,-11 9 0 16,-13 10 1-16,-15 9-1 15,-18 12 0-15,-24 17-1 16,-14 18 0-16,-18 19 0 15,-14 12 0-15,-7 10 0 16,-8 13 0-16,12 9-1 16,10-7 1-16,14 4-1 15,14-4 1-15,18-8 0 16,17-4 0-16,22-10 0 16,14-15 0-16,10-16 0 15,14-15 0-15,8-19-1 16,6-10 0-16,1-12 1 15,0-13 1-15,-11-15-1 16,-11 0 0-16,-14-1 0 16,-14 16 1-16,-17 10 0 0,-15 12 1 15,-17 7-2-15,-11 15 0 16,-14 10 0-16,-7 15 0 16,4 16-1-16,0 22 0 15,-1 12 0-15,11 4 1 16,4 9-1-16,14 0 0 15,10-3 0-15,18-10 0 16,14-12 1-16,14-13 1 16,18-15-1-16,11-22 0 0,13-10 1 15,4-22 0-15,0-15-1 16,-7-13 1-16,-7-9 0 16,-7 6 0-16,-17 9-1 15,-22 13 1-15,-18 10-1 16,-21 12 1-16,-24 12-1 15,-21 19 0-15,-15 23 0 16,-7 15 0-16,0 9-1 16,8 6 1-16,20 1-1 15,15-10 1-15,21-9-1 16,21-10 0-16,21-6 1 16,14-12 0-16,18-13 0 15,14-16 0-15,3-15 0 16,4-19 1-16,-3-19 1 15,-11-3 1-15,-15 9-2 16,-13 0 0-16,-21 7-4 0,-33 12 1 16,-48 19-2-1,-68 15 1-15</inkml:trace>
  <inkml:trace contextRef="#ctx0" brushRef="#br0" timeOffset="87832.72">614 14418 84 0,'-53'-16'42'0,"-28"7"-35"0,63 6 43 0,-10 0-47 16,7-4 1-16,0 1 0 16,-1 6 1-16,12-3-7 15,10 3 1-15,3 0 3 16,26-6 1-16,2 3-2 15,19-4 0-15,6 1 0 16,36 6 0-16,0-3 0 16,13 3 0-16,26 0-1 15,10 3 0-15,18 6 0 16,31-2 1-16,8-7-1 16,21-3 1-16,21-13-1 15,28 0 0-15,10-12 0 16,19 0 1-16,2-4-1 15,19 1 0-15,7 3 1 16,10 0 0-16,10-7-1 16,26 4 1-16,-4-4-1 15,28-2 1-15,18-1-1 16,10 7 1-16,11 6-1 16,-14 12 1-16,-15 7-1 0,-27 12 1 15,-32 10 0-15,-36 9 0 16,-35 9 0-16,-42 1 0 15,-21-1-1-15,-36-2 0 16,-31-14-5-16,-18-2 0 16,-32-13-1-16,-28-12 1 15</inkml:trace>
  <inkml:trace contextRef="#ctx0" brushRef="#br0" timeOffset="88566.36">469 14838 94 0,'-7'-6'47'0,"14"-16"-41"0,4 16 46 16,3 3-52-16,14-1 1 15,11 1 0-15,10-3 1 16,29 0-3-16,7 3 0 16,13-4 1-16,29 4 1 0,14-3-1 15,8 0 1 1,20-4-1-16,11 10 0 0,10-6 1 15,26 6 0-15,6-3 0 16,25-10 1-16,10-2-2 16,22-1 1-16,14-9 0 15,17-3 0-15,18-1-2 16,-102 4 1-16,152-6-1 16,-4 6 1-16,-18 3-1 15,-7 6 1-15,-10 4-1 16,-15-1 1-16,-10 1-1 15,0-1 1-15,-7 1-1 16,-7-7 1-16,-7 3-1 16,-7 7 1-16,-15-4-1 15,-20 7 1-15,-15 3-1 16,-21 3 1-16,-21 9 0 16,-24-6 0-16,-26 7 0 15,-20-7 1-15,-18 3-2 16,-11 0 1-16,-21-6-17 0,-11-6 0 15,-17-10-1-15,-14-24 1 16</inkml:trace>
  <inkml:trace contextRef="#ctx0" brushRef="#br0" timeOffset="90317.08">6131 3151 83 0,'-56'-25'41'16,"3"-13"-35"-16,46 29 42 0,0-7-47 16,7 1 1-16,0-7 0 15,0 3 1-15,10-6-4 16,4 6 1-16,4-3 1 16,10 9 1-16,15 4-1 15,24 18 0-15,14 4-1 16,21 12 1-16,32 3 0 15,25 13 0-15,21-10-1 16,32 16 1-16,6 0-1 16,33 1 0-16,13-5 0 15,19-2 1-15,20-13-1 16,18-18 0-16,21-10 0 16,32-6 1-16,11-20-1 15,6 5 1-15,11-17 0 0,4 7 0 16,17-4 0-1,-10-6 1-15,-7 7-1 0,10 2 1 16,-10 1-1-16,3-22 1 16,-14-1-2-16,4 7 1 15,-15 4-1-15,-6-23 1 16,-22 9-1-16,-7-15 0 16,-21 0 0-16,-21-16 0 15,-21 19 0-15,-32-3 0 16,-25 6 0-16,-27 3 0 15,-19 1 0-15,-21-26 0 0,-24-9 0 16,-18 9 0-16,-29 3-1 16,-20-12 1-16,-29-19 0 15,-10 35 0-15,-53-36 0 16,-35 20 0-16,-36-19 0 16,-35 13 1-16,-28-7 0 15,-29 10 0-15,-20 6-1 16,-22 12 0-16,-14-6 0 15,-14 7 0-15,-14-10-1 16,-14-6 1-16,-18 9-1 16,-21 13 0-16,-25 6 1 15,-25 12 0-15,-31 7 0 16,-21 22 0-16,-14 9-1 16,140 3 1-16,-190 16 0 15,36 10 1-15,35-1-1 16,140-3 0-16,-122-3-1 15,27 13 1-15,4-6 0 0,8 15 0 16,-8 28-1-16,-11 10 1 16,-6-1-1-16,6 14 0 15,4 8 0-15,11 1 1 16,35 22-1-16,7 5 0 16,39-21 1-16,31 0 0 15,4-6 0-15,25 15 0 16,14-2 0-16,3 8 0 15,18-12 0-15,7 10 0 0,-3 12 0 16,13 9 1-16,26-9-1 16,17 0 0-16,25 7 0 15,20 14 0-15,26-14 0 16,35-7 0-16,31-19 0 16,54 3 0-16,42-18 0 15,52-1 0-15,61-21-1 16,53-13 1-16,67-16-1 15,34 10 0-15</inkml:trace>
  <inkml:trace contextRef="#ctx0" brushRef="#br0" timeOffset="91989.08">4942 14594 110 0,'11'-69'55'0,"7"22"-54"16,-15 37 56-16,4 4-58 15,-7 12 1-15,-7 16-1 16,-7 31 1-16,-11 23 0 15,1 8 0-15,-15 26-1 16,0 16 1-16,-3-10 0 16,13-7 0-16,1-11-2 15,11-14 1-15,3-5-15 0,-4-4 1 16,7-22-1-16,-6-12 1 16</inkml:trace>
  <inkml:trace contextRef="#ctx0" brushRef="#br0" timeOffset="92268.81">5144 14559 114 0,'-11'-44'57'0,"7"25"-75"0,4 19 93 0,4 4-76 16,3 8 1-16,-7 16-1 15,0 19 1-15,0 10 0 16,-14 12 1-16,0 6 0 16,-7 13 0-16,-4 9 0 15,4-3 0-15,7-6-5 16,-8-3 1-16,15-7-20 16,-3-18 1-16,-1 9-2 15,-6-16 0-15</inkml:trace>
  <inkml:trace contextRef="#ctx0" brushRef="#br0" timeOffset="95539.88">3898 16152 90 0,'-32'-25'45'0,"-6"-19"-47"16,38 38 77-16,-11 0-74 0,11 6 0 15,0 0 0-15,4 3 0 16,3 12-2-16,3 14 1 16,-3 21 0-16,4 16 1 15,-1 18-2-15,-10 10 1 16,0 4-1-16,11 2 1 16,-7-6-6-16,10-12 0 15,7-17-17-15,0-8 0 16,7-20 0-16,-7-18 1 15</inkml:trace>
  <inkml:trace contextRef="#ctx0" brushRef="#br0" timeOffset="95964.48">4367 16143 100 0,'-31'-38'50'0,"-12"13"-70"16,33 16 98-16,3-4-77 16,-4 1 0-16,4-4 0 15,7 0 1-15,7 4-3 16,14-4 1-16,11 7 1 16,7 5 1-16,10 8-2 15,-3 8 1-15,0 13-1 16,-7 10 0-16,-11 18 0 15,-10 13 0-15,-18 6 0 0,-18 6 1 16,-3-2-1-16,-11-14 0 16,7-5 0-16,4-10 1 15,7-10-1-15,7-5 1 16,11-10-1-16,13-3 0 16,22-10-1-16,14-6 1 15,14 3-1-15,3-15 0 16,-3 3-5-16,4-1 1 15,0-2-13-15,-4-4 0 0,-7 1 0 16,-7-10 0-16</inkml:trace>
  <inkml:trace contextRef="#ctx0" brushRef="#br0" timeOffset="96306.18">5380 16284 105 0,'-11'-32'52'0,"1"-8"-68"15,13 30 91-15,-3 1-76 16,0-1 1-16,-3 4-2 16,3 0 1-16,0 12 0 15,3 22 1-15,4 13-2 16,7 6 1-16,11 3-1 0,7 7 1 15,0-10 0 1,13-6 1-16,8-7 0 0,0-12 0 16,4-16 1-16,-15-9 0 15,4-6 0-15,-18-13 1 16,-7-9 0-16,-10-20 1 16,-18-8-1-16,-4 2 1 15,-6 1-3-15,2 12 0 16,-6-3-12-16,0 12 0 15,4 13-1-15,-12 10 1 0</inkml:trace>
  <inkml:trace contextRef="#ctx0" brushRef="#br0" timeOffset="96782.13">6216 15428 105 0,'3'-76'52'0,"-94"-49"-59"16,59 94 74-16,-28-7-68 16,-28 4 0-16,-32 12-2 15,-28 3 0-15,-32 19 3 16,-35 25 0-16,-18 22-2 16,-14 25 0-16,3 13 0 15,-3 34 1-15,11 25 0 16,14 32 1-16,28 31 0 15,25 28 1-15,34 6-1 16,58 16 0-16,56-31-1 0,42-22 0 16,46-31 0-16,53-29 0 15,14-28 0-15,42-28 0 16,25-38 2-16,25-28 0 16,14-25 1-16,18-22 0 15,10-23 1-15,10-33 0 16,-6-19 0-16,0-16 0 15,-8-35 0-15,-17-18 1 16,-21-23-1-16,-29-21 1 0,-31-13-1 16,-56 7 1-16,-68 25-3 15,-74 27 1-15,-102 42-21 16,-155 56 1-16,-201 75-1 16,-230 66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0T07:37:51.2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4625 517 83 0,'7'-16'41'0,"4"41"-34"0,-8-15 42 16,4 9-47-16,4 18 1 16,-8 13 1-16,15 23 1 15,-11 8-6-15,4 35 1 16,-1 16 3-16,1 6 1 15,-18 9-2-15,14 13 0 16,-18-22-5-16,4-12 0 16,4-20-16-16,-5-18 1 0,8-32-1 15,11-15 0-15</inkml:trace>
  <inkml:trace contextRef="#ctx0" brushRef="#br0" timeOffset="314.83">3687 420 99 0,'21'-38'49'0,"88"26"-64"16,-67 8 89-16,36-11-74 0,14 15 1 15,3-3 0-15,7 3 0 16,8-7-2-16,3 7 1 16,-4 7-1-16,-3-7 1 15,-15-7-10-15,1-5 1 16,-7 6-1-16,-11-4 0 15</inkml:trace>
  <inkml:trace contextRef="#ctx0" brushRef="#br0" timeOffset="749.65">4942 1216 87 0,'22'60'43'0,"66"37"-42"16,-49-75 50-16,10 3-47 15,11-9 0-15,0-7 1 16,10-15 0-16,-6-13-7 16,10-15 1-16,-3-13 3 15,-11-4 1-15,-7-5-2 16,-8 12 0-16,-13-3-2 15,-25 13 1-15,-14-1-1 16,-14 10 0-16,-7 3 0 16,-22 9 0-16,-3 10 0 0,-7 19 0 15,-7-3 1-15,-3 21 0 16,3 19 1-16,14 19 0 16,4 7 0-16,10 6 0 15,7 21 0-15,21 7 1 16,11-6-1-16,11-10 1 15,10-16-1-15,18-8 0 16,0-20-6-16,7-19 1 16,10-24-19-16,-3-26 0 15,10-28 0-15,-10-28 0 0</inkml:trace>
  <inkml:trace contextRef="#ctx0" brushRef="#br0" timeOffset="1152.76">6085 1066 101 0,'-10'-22'50'0,"17"41"-71"0,-4-16 99 0,1 6-77 15,-4 13 0-15,0 22 0 16,7 12 0-16,-3 4-2 16,6 3 1-16,1-1 0 15,3 1 0-15,0 0-1 16,4-10 0-16,-4-9-1 15,0 3 0-15,0-19 0 16,4 1 0-16,-8-14 0 16,1-8 0-16,6-20 0 15,4-6 1-15,11-12 1 0,7-10 1 16,0-3 0-16,10 3 1 16,-10-2 0-16,3-8 0 15,1 14 0-15,-8 2 1 16,4 16-1-16,-7 10 1 15,-4 18-2-15,-4 1 1 16,-2 15-1-16,2 6 0 16,-2 10-3-16,6 3 1 15,-4 0-7-15,1 12 1 16,7 4-16-16,-7-7 0 0,-1 0 0 16,-3-2 1-16</inkml:trace>
  <inkml:trace contextRef="#ctx0" brushRef="#br0" timeOffset="1483">7782 1420 79 0,'0'-38'39'0,"-14"4"-51"16,11 18 71-16,-1 4-57 15,-3-4 1-15,-4-3 1 16,1 13 0-16,-4 6-6 15,3 16 1-15,-3 9 3 16,4 6 0-16,-1 10-2 16,4 6 1-16,3 13-1 15,8 2 0-15,3 10 0 16,11 10 0-16,-4-4 0 0,0 4 0 16,-4-7 1-16,1 10 1 15,-11-1 0-15,-7 10 0 16,-4-21-1-16,-6-4 1 15,3-13-9-15,-11-12 1 16,4-16-15-16,0-12 1 16,-1-13 0-16,12-16 0 15</inkml:trace>
  <inkml:trace contextRef="#ctx0" brushRef="#br0" timeOffset="1859.97">8989 1332 95 0,'-39'-22'47'0,"-14"41"-70"15,39-6 95-15,-11 12-72 16,-7 9 1-16,-6 20 0 15,-8 8 0-15,0 20-2 16,-3 6 1-16,13-4 0 16,12 1 0-16,17-19 0 15,21-13 1-15,14-15-1 16,14-23 1-16,18-18 0 16,7-15 1-16,7-26 0 0,-3-19 1 15,-11-3 0-15,-14 0 1 16,-22 3-2-16,-17 10 1 15,-17 6-8-15,-15 6 1 16,-7 7-2-16,1 6 0 16</inkml:trace>
  <inkml:trace contextRef="#ctx0" brushRef="#br0" timeOffset="2218.08">9610 1361 107 0,'17'6'53'0,"19"41"-53"0,-36-38 65 0,-4 13-65 15,-3-3 0-15,0 9 0 16,0 7 1-16,3-1-1 16,11 4 0-16,8-4 0 15,9 10 1-15,8 3-2 16,7-3 1-16,3 10-1 15,0-11 0-15,4 1-1 16,-3 0 1-16,-15 3 0 16,-10-3 0-16,-15-9 0 15,-14-4 1-15,-3-6 0 16,-10-9 1-16,-1-16 1 16,4-19 1-16,7-16-2 0,10-27 1 15,18-23-1-15,11 0 1 16,24 4-7-16,15-4 1 15,3 10-1-15,0 3 0 16</inkml:trace>
  <inkml:trace contextRef="#ctx0" brushRef="#br0" timeOffset="2431.21">11924 793 114 0,'3'38'57'0,"1"78"-61"15,-4-82 67-15,-4 29-63 16,-6 18 0-16,-11 20-1 16,7 2 0-16,-1 4-8 15,1-4 0-15,4-15 0 16,3-19 0-16</inkml:trace>
  <inkml:trace contextRef="#ctx0" brushRef="#br0" timeOffset="2859.13">11892 699 93 0,'0'-85'46'0,"4"44"-39"0,-4 38 49 15,-7-3-54-15,0 12 1 16,-4 4 1-16,0 18 0 16,4 16-6-16,4 9 1 15,13 10 2-15,8 0 1 16,7-1-3-16,14 1 0 16,6-10-2-16,15-6 1 0,7-12-1 15,4-7 0-15,-8-19 1 16,1-9 1-16,-11-3 2 15,-7-22 1-15,-4-9 1 16,-10-7 1-16,-7-9 0 16,-4 3 0-16,-4-3-1 15,1 12 0-15,0 10-2 16,-4 9 0-16,0 19-1 16,0 19 1-16,0 15-2 15,-7 23 1-15,-3 21 0 16,-4 13 0-16,-4-3-8 15,4 12 1-15,4-18 0 16,10-13 0-16</inkml:trace>
  <inkml:trace contextRef="#ctx0" brushRef="#br0" timeOffset="3828.27">11963 573 95 0,'-25'-12'47'0,"21"59"-46"0,4-13 49 15,0 10-49-15,-3 22 0 0,-1 22 0 16,1 44 0-16,-4 15-2 16,-4 38 1-16,8 0 1 15,-1-12 0-15,-6-10-1 16,10-7 1-16,0-21-1 16,3-28 1-16,1-19-1 15,-1-13 1-15,-3-25-1 16,4-15 1-16,-4-17 0 15,0-18 0-15,-7-34-1 16,3-19 1-16,-3-35-1 16,7-31 1-16,14-48-1 15,7-5 1-15,11-22-1 16,10 21 0-16,4 4 0 16,-14 40 1-16,35-28-1 15,7 26 0-15,-3 15 0 16,-4 28 1-16,0 13-1 0,-7 21 0 15,-4 10 0-15,-10 44 0 16,-7 19-1 0,-7 53 1-16,-11 16-1 0,-14 19 1 15,-11 28-2-15,-10-10 1 16,-21-6 0-16,-25-6 0 16,-25-3 0-16,-17 3 1 15,-7-25 0-15,-15-16 0 16,4-19-5-16,14-34 0 15,15-19 0-15,20-19 1 0</inkml:trace>
  <inkml:trace contextRef="#ctx0" brushRef="#br0" timeOffset="4468.47">12922 1135 104 0,'14'6'52'0,"0"41"-58"15,-6-31 66-15,-1 12-60 16,3 6 1-16,1 4 0 16,-4 0 1-16,3 2-2 15,1 8 0-15,-4 5 0 16,0-9 1-16,-3 9-2 15,-8 10 1-15,-6-10-1 16,-8 10 0-16,-7 0 0 0,-7-1 1 16,-6-15-1-16,-1 3 0 15,4-6 0-15,3-22 1 16,11-6 0-16,10-16 0 16,8-19-1-16,17-22 1 15,14-24 0-15,14-8 1 16,8-5 0-16,2-4 0 15,1 13-1-15,0-12 1 0,0 9 0 16,4 0 0-16,-1 9-1 16,-3 10 1-16,-11 9-1 15,-3 9 0-15,-11 10-1 16,-6 6 1-16,-5 29 0 16,-13 21 0-16,-8 22 0 15,-6 20 0-15,-1 11 0 16,0 23 0-16,4-4 0 15,4-12 0-15,3-3-1 16,3-25 1-16,4-10 0 16,4-15 1-16,3-23-1 15,14-24 1-15,1-32 0 16,-5-25 0-16,5-15 1 16,-12-4 0-16,-10 1-1 15,-14 5 0-15,-7 7-3 16,-11 19 0-16,-3 9-16 15,-7 9 0-15,0 13-1 0,13 10 1 16</inkml:trace>
  <inkml:trace contextRef="#ctx0" brushRef="#br0" timeOffset="5324.93">14527 1530 107 0,'46'-47'53'0,"-10"12"-67"0,-40 26 90 16,-10-4-75-16,-18 7 0 0,-17 9-1 15,-15 13 1-15,-13 18-2 16,-1 13 0-16,-3 22 0 16,3 10 0-16,15 12-1 15,17-3 0-15,21-23-1 16,29-14 1-16,24-23-1 15,18-19 0-15,14-37-1 16,17-25 1-16,5-19 2 16,2-26 1-16,-10-18 2 15,-10-25 0-15,-15-3 2 16,-14 0 0-16,-13 3 1 16,-8 28 0-16,-7 22-2 15,-11 25 1-15,1 6-3 16,-4 23 1-16,-4 12-2 15,1 18 0-15,-5 20-1 0,-2 25 1 16,-1 9-1-16,1 22 1 16,-1 22-1-16,4 25 0 15,3 9 1-15,11 7 0 16,7-4-1-16,4 4 1 16,3-19-1-16,11-28 1 15,-1-7 0-15,1-25 0 16,0-18-1-16,3-26 1 15,-3-18 0-15,3-41 1 16,4-16 0-16,-1-19 1 16,1 0-1-16,-4-6 1 0,1 4-2 15,-8 14 1-15,0 20-1 16,-7 9 0-16,0 16 0 16,-10 22 0-16,-4 15-1 15,0 26 1-15,0 12 0 16,0 22 0-16,7 3-1 15,7 6 0-15,10 4 0 16,8-10 1-16,14-13-1 16,3-11 0-16,8-20 1 15,-1-13 0-15,4-24 0 16,-3-10 1-16,-4-12 0 16,0-7 1-16,-15-12 0 15,-9 0 0-15,-8-3-2 16,-7-1 1-16,-7-5-1 15,-3 5 0-15,-1 10-1 16,-3 7 0-16,0 9 0 16,0 3 1-16,0 9 0 15,0 22 0-15,0 13 0 0,4 15 1 16,-1 23-1-16,8 12 0 16,3 9-4-16,7 13 1 15,7-19-18-15,7 0 1 16,8-12-1-16,-1-26 0 15</inkml:trace>
  <inkml:trace contextRef="#ctx0" brushRef="#br0" timeOffset="5591.18">16556 1361 95 0,'10'-57'47'0,"-17"10"-56"16,4 31 76-16,-8 7-65 15,1 0 0-15,-19 12 2 16,-6 22 0-16,-4 3-5 16,-6 22 1-16,6 13 2 15,3 9 1-15,8 25-2 16,11-3 0-16,10-9-4 16,21-3 1-16,10-26-19 15,15-22 0-15,21-18 0 16,7-35 0-16</inkml:trace>
  <inkml:trace contextRef="#ctx0" brushRef="#br0" timeOffset="5803.46">17187 599 99 0,'14'-38'49'0,"15"32"-60"0,-19 6 86 16,1 0-73-16,-1 15 1 15,-3 14 1-15,1 14 1 16,-5 20-7-16,4 9 1 0,0 16 3 16,4 22 0-1,-4 3-2-15,3 12 0 16,5-6-4-16,-1 4 0 0,0-4-9 16,-4-25 0-16,-10-3 0 15,-3-19 1-15</inkml:trace>
  <inkml:trace contextRef="#ctx0" brushRef="#br0" timeOffset="5978.6">16789 1386 95 0,'7'-19'47'0,"106"-44"-52"16,-68 44 64-16,26-9-58 15,24 6 0-15,18 0-9 16,7 3 1-16,-3 13 6 16,-15 0 0-16</inkml:trace>
  <inkml:trace contextRef="#ctx0" brushRef="#br0" timeOffset="6629.2">19505 2458 103 0,'21'22'51'0,"-35"28"-55"0,0-40 62 0,-25 2-58 16,-31-2 0-16,-29-1-2 15,-28 0 1-15,-28-2 1 16,-32-4 0-16,-25-3-1 15,-24 0 1-15,-22-3 1 16,-28 0 0-16,-10-1 0 16,-21 4 1-16,-26 7 0 15,-9-4 1 1,-379 16-2 0,107-1 1-16,52 7-1 15,33 4 0-15,24-7-1 16,7 6 1-16,14 0-1 15,7-3 0-15,11 13 0 16,6-10 0-16,29-3-1 16,11 3 1-16,17 1 0 15,-10-4 1-15,17 3-1 0,8 3 0 16,3-3 1-16,3 1 0 16,36-1 1-16,10-9 1 15,36-7-3-15,13-2 1 16,29-10 0-16,25-10 0 15,3 1-1-15,32-4 0 16,-1 1 0-16,19-7 0 16,7 6 1-16,10 4 1 15,7 3-1-15,21-7 1 0,11 4-1 16,28-4 1-16,22-6-2 16,20 4 1-16,4-4-1 15,11 3 0-15,10 4-1 16,7 5 1-16,4-2-2 15,-4 3 1-15,8-4-8 16,2 7 0-16,1-12 0 16,-7 2 1-16</inkml:trace>
  <inkml:trace contextRef="#ctx0" brushRef="#br0" timeOffset="7924.87">10615 3471 104 0,'7'-57'52'0,"28"70"-52"16,-24 6 52-16,0 15-52 15,-1 13 0-15,-3 32 1 16,-3 18 0-16,-8 38-1 16,-3 25 0-16,-3 31 1 15,-12 0 0-15,-2 7 0 16,3-7 0-16,3-37-3 0,4-16 0 16,10-32-22-16,8-24 0 15,6-38 0-15,4-35 0 16</inkml:trace>
  <inkml:trace contextRef="#ctx0" brushRef="#br0" timeOffset="8186.67">12111 3662 109 0,'63'6'54'0,"-38"-2"-77"0,-18 8 107 0,-3 10-82 16,-8 13 1-16,-6 27 0 16,-1 29 1-16,0 16-6 15,1 15 1-15,6 19 1 16,8-6 1-16,-4 0-6 16,3-10 0-16,-3 1-17 15,0-16 0-15,0-19 0 16,0-16 1-16</inkml:trace>
  <inkml:trace contextRef="#ctx0" brushRef="#br0" timeOffset="8579.83">11426 3785 102 0,'-3'0'51'0,"17"47"-66"0,-10-29 88 16,-1 33-74-16,4 11 1 16,0 17-2-16,4 5 1 15,10 10 0-15,4 0 1 0,13-3-2 16,12-6 1-16,17-19 0 15,3-16 1-15,1-22 1 16,0-21 0-16,3-14 2 16,0-18 0-16,-7-12 0 15,-4-7 0-15,-3-3 0 16,-10-13 0-16,-19 7-4 16,-9-1 0-16,-12 4-21 15,-10-3 1-15,-10 9-1 16,-5-6 0-16</inkml:trace>
  <inkml:trace contextRef="#ctx0" brushRef="#br0" timeOffset="8872.92">12785 3302 111 0,'0'-16'55'0,"7"19"-75"0,0 3 101 16,3 4-81-16,4 9 0 16,8 12 0-16,6 19 1 15,18 10-2-15,7 2 1 16,7 17-1-16,10-4 1 16,8 19-1-16,3 10 1 15,-3-1-1-15,-26-3 1 16,-13 13 0-16,-28 3 0 0,-29 3 1 15,-31 4 1-15,-11-7-3 16,-18-10 0-16,-10 1-18 16,-7-22 1-16,3-7-1 15,4-28 0-15</inkml:trace>
  <inkml:trace contextRef="#ctx0" brushRef="#br0" timeOffset="9195.48">14467 3916 118 0,'7'-3'59'0,"53"9"-79"0,-35-6 102 16,14 3-82-16,10 1 0 16,8 2-1-16,17 0 0 15,3 0-1-15,15-2 0 16,-11 2-2-16,0-6 1 16,-10 0-4-16,-7 0 1 15,-8 0-14-15,-10 0 1 16,-14 0 1-16,-11 3 0 0</inkml:trace>
  <inkml:trace contextRef="#ctx0" brushRef="#br0" timeOffset="9444.77">14612 4418 107 0,'64'-6'53'0,"147"24"-64"16,-147-21 91-16,6 3-82 15,-3 3 1-15,0-3-43 16,-10 0 0-16,-29-3 45 16,-28-12 0-16</inkml:trace>
  <inkml:trace contextRef="#ctx0" brushRef="#br0" timeOffset="12292.79">16845 3346 85 0,'4'-26'42'0,"31"20"-38"16,-24 12 42-16,-1-2-42 16,-3 11 0-16,4 13 3 0,-1 32 0 15,-3 12-9-15,0 13 1 16,-10 28 5-16,-8 15 1 15,-6 10-3-15,-4-12 1 16,-4 9-2-16,4-7 0 16,0-9-1-16,6-15 1 15,1-10-2-15,4-22 1 16,-1-6-6-16,4-13 0 0,4-12 0 16,-1-22 0-16</inkml:trace>
  <inkml:trace contextRef="#ctx0" brushRef="#br0" timeOffset="12684.26">17706 3944 100 0,'28'-62'50'0,"-17"8"-47"16,-11 42 59-16,-7-4-61 15,-7 4 1-15,-4 2 0 16,-10 17 0-16,-4 2-3 16,-3 7 0-16,-4 21 1 15,-7 20 0-15,0 12-1 16,0 6 0-16,4 10-1 0,14-1 0 16,14 4 1-16,10-6 0 15,22-7 0-15,13-3 0 16,19-22 1-16,-1-12 0 15,8-19 1-15,6-16 0 16,1-10 1-16,-4-18 0 16,-4-12 0-16,-10-4 1 15,-14-12-1-15,-11-10 0 0,-18-3-1 16,-6-6 1-16,-18 3-5 16,-7 6 0-16,-4 7-19 15,0 9 0-15,7 9 0 16,15-3 0-16</inkml:trace>
  <inkml:trace contextRef="#ctx0" brushRef="#br0" timeOffset="13190.06">18168 3659 82 0,'0'-34'41'0,"-3"-57"-34"0,6 69 65 16,4-7-69-16,0 1 1 15,7 3 1-15,11 3 1 16,10 7-8-16,8 8 0 16,10 14 5-16,-1 11 0 0,8 17-2 15,-7 12 0-15,-3 12-2 16,-11 14 1-16,-8 2 0 15,-3 19 0-15,-3 3-1 16,-7-9 1-16,-11 6 0 16,-11-9 1-16,-13 6-1 15,-15 6 1-15,-17-6-1 16,-15-7 1-16,-7-15-3 16,-10-6 1-16,4-3-7 15,3-4 0-15,0-15 0 16,10-10 0-16</inkml:trace>
  <inkml:trace contextRef="#ctx0" brushRef="#br0" timeOffset="14049.43">18856 3524 82 0,'-21'-69'41'0,"3"7"-34"0,15 46 37 16,-4 3-44-16,-4 4 0 15,-3 3 1-15,-11 6 0 16,-3 9 0-16,-4 26 1 16,-3 18 1-16,0 10 0 0,-8 18 0 15,5 32 1-15,2 22-1 16,8 0 1-16,7-4-2 15,7 14 0-15,7-20-1 16,14-9 0-16,7-22 0 16,7-9 1-16,7-22 0 15,0-10 0-15,8-25 0 16,-1-9 0-16,7-13-1 16,1-25 1-16,6-15-1 15,0-29 1-15,-6-6-1 16,6-16 0-16,-10-12 0 15,-7-9 0-15,-15-7 0 16,-13 12 0-16,-18 10 0 16,-21 7 1-16,-11 18-1 15,-18 3 1-15,-13 22-2 16,-5 20 0-16,1 11-4 16,7 10 1-16,7 19-20 15,11-7 1-15,17 10-1 0,21-3 1 16</inkml:trace>
  <inkml:trace contextRef="#ctx0" brushRef="#br0" timeOffset="14491.89">19607 3668 108 0,'-38'-34'54'16,"6"31"-70"-16,25 3 96 0,-4 12-80 16,-6 13 0-16,-8 19-1 15,-7 19 1-15,-3 31-2 16,7 10 1-16,6 2-2 15,8 10 0-15,14-9-1 16,14-16 1-16,18-10 0 16,7-12 1-16,17-22 1 15,1-15 1-15,3-10 2 16,-4-16 1-16,4-15 1 16,4-16 0-16,-8-13 0 15,-3-6 1-15,-14-19-2 16,-7-15 1-16,-18-13-1 15,-14-6 0-15,-14 9-4 0,-7 13 1 16,-4 9-7-16,0 12 0 16,0 11-1-16,1 11 0 15</inkml:trace>
  <inkml:trace contextRef="#ctx0" brushRef="#br0" timeOffset="14847.01">20119 3151 112 0,'-28'-50'56'0,"21"28"-60"0,10 22 68 0,8 3-64 15,3 13 0-15,7 6 0 16,14 18 0-16,8 4 0 15,17 29 0-15,17 14-1 16,18 7 1-16,4 10-2 16,7 2 1-16,7 4-1 15,3 6 1-15,-10-15 1 16,-18-4 0-16,-24-13 2 16,-25-2 1-16,-32-4 1 15,-42 4 0-15,-43 12-4 16,-67 0 0-16,-59 0-2 0,-103 19 0 15</inkml:trace>
  <inkml:trace contextRef="#ctx0" brushRef="#br0" timeOffset="16397.11">14517 5942 106 0,'0'0'53'0,"123"-6"-54"15,-87 6 54-15,9-7-54 16,8 7 0-16,4-6-2 0,-1 6 0 16,8-6-5-16,-4 0 1 15,-4 2-17-15,-10-2 0 16,-7 0 0-16,-7 0 1 16</inkml:trace>
  <inkml:trace contextRef="#ctx0" brushRef="#br0" timeOffset="16619.86">14295 6488 78 0,'-46'22'39'0,"28"-10"-45"0,22-9 76 0,-1 0-65 15,11 4 1-15,11-7 0 16,17 6 1-16,18-3-12 15,18 3 1-15,14-3-9 16,13-12 1-16,12-4-3 16,17-5 0-16</inkml:trace>
  <inkml:trace contextRef="#ctx0" brushRef="#br0" timeOffset="17095.79">16002 5086 85 0,'-63'3'42'0,"10"6"-47"0,53 1 62 0,7-1-57 15,10 4 1-15,22-1 2 16,21 4 0-16,32-3-3 16,17-4 0-16,29-3 2 15,28-3 0-15,20-15 0 16,19 6 1-16,28-16-2 15,10-3 1-15,29-4 1 16,10 4 0-16,11 0 0 16,-4 9 0-16,1 4 0 15,-8 2 0-15,-11-2-1 16,-17 6 1-16,-17-7-2 16,-22 4 1-16,-28-1-1 15,-25 1 1-15,-21-1-1 16,-31 1 1-16,-22 3-4 15,-25 3 0-15,-20 3-17 16,-22 6 0-16,-32 0 0 16,-24-6 0-16</inkml:trace>
  <inkml:trace contextRef="#ctx0" brushRef="#br0" timeOffset="17615.91">16305 5967 83 0,'7'-60'41'0,"22"-21"-38"16,-22 65 59-16,0 1-58 15,-4-1 0-15,1 3 2 16,-4 1 0-16,-4 15-8 16,1 13 0-16,-4 9 5 0,-4 19 1 15,-3 12-3 1,0 22 0-16,3 10-1 0,4 3 1 16,4-6 0-1,-1 6 0-15,4-10 0 0,-3 1 0 16,-1 3 0-16,-3-10 1 15,-3 0-1-15,-1-9 0 16,0-10-7-16,1-12 0 16,3-9-1-16,0-10 1 15</inkml:trace>
  <inkml:trace contextRef="#ctx0" brushRef="#br0" timeOffset="18091.03">16806 6187 106 0,'-31'-26'53'0,"13"17"-53"15,14 9 62-15,-3 0-62 16,-3 3 1-16,-1 3-1 15,-3 10 1-15,3 6-2 16,4 9 1-16,4 16 0 16,6-6 0-16,4 3-1 15,8 3 1-15,2 6-1 16,11-9 0-16,1 3 1 0,10-9 0 16,-1-10-1-16,5-6 1 15,2-6 0-15,-2-10 1 16,-4-3-1-16,-1-6 1 15,-6-3 0-15,-11-7 1 16,-3-9-1-16,-11-3 0 16,-7-6 0-16,-7-16 1 15,-4-6-2-15,-3-1 1 0,-3 4-1 16,-8 3 0-16,-10 9-5 16,-11 4 0-16,-11 12-18 15,-13 9 1-15,-1 10 0 16,11 0 0-16</inkml:trace>
  <inkml:trace contextRef="#ctx0" brushRef="#br0" timeOffset="18503.12">17413 5719 100 0,'-3'-28'50'0,"-19"12"-62"15,15 10 88-15,0 0-74 16,0 0 0-16,0 6 1 16,4 0 0-16,3 6-5 0,7 10 1 15,10 9 2-15,12 0 0 16,6 3-2-16,7 10 0 15,8-4-1-15,3 10 1 16,3 3 0-16,4 3 0 16,-4 3 0-16,1 7 1 15,-8 9 1-15,-10-3 0 16,-7-3 0-16,-18 2 0 16,-18-2 0-16,-17 3 1 0,-14 3-2 15,-14 6 1-15,-4-3-2 16,-7-3 1-16,-4-6-6 15,4-6 1-15,0-7-17 16,11-10 1-16,3-5-1 16,4-13 1-16</inkml:trace>
  <inkml:trace contextRef="#ctx0" brushRef="#br0" timeOffset="18814.39">18860 5675 110 0,'7'-53'55'0,"-4"28"-75"0,-3 25 102 16,0 3-82-16,-7 13 0 15,0 18 0-15,-4 20 0 16,1 8 0-16,-1 10 0 16,4 26-1-16,0 15 0 15,0-4 0-15,0 4 0 16,0-6-1-16,0 9 0 16,3-10-4-16,4-8 0 15,-3-20-17-15,-1-12 0 0,8-10 1 16,3-31 0-16</inkml:trace>
  <inkml:trace contextRef="#ctx0" brushRef="#br0" timeOffset="19198.79">19300 6064 104 0,'4'-34'52'0,"-25"12"-71"16,14 16 99-16,-4 6-80 16,-3 6 1-16,-4 0 0 15,-6 7 0-15,3 5-2 16,-4 11 0-16,-3 11 0 16,7 14 1-16,6 2-2 15,8 13 1-15,0-9-1 0,11-4 0 16,6-3 0-16,12-15 1 15,2-3 1-15,1-10 0 16,3-13 2-16,0-9 0 16,1-12 0-16,-5-7 1 15,-6-12 0-15,-11-3 0 16,-11-4-1-16,-6-9 1 16,-11 7-4-16,-11-4 1 15,-7 3-11-15,-7 7 1 0,-3 3-1 16,-4 9 1-16</inkml:trace>
  <inkml:trace contextRef="#ctx0" brushRef="#br0" timeOffset="19520.13">19286 5569 108 0,'-3'-10'54'0,"20"42"-61"16,-9-17 73-16,6 11-66 15,3 8 0-15,8 7 0 16,7 3 0-16,14 0-1 16,-4 12 1-16,4 0-1 15,0 10 0-15,0 13 0 0,-4 5 1 16,-3-2 0-16,-11 12 0 15,-11-12 1 1,-9 2 0-16,-23 7 0 0,-13-9 1 16,-18-4-1-16,-14-9 1 15,-10-3-8-15,-4-13 1 16,0-12-1-16,10-10 0 16</inkml:trace>
  <inkml:trace contextRef="#ctx0" brushRef="#br0" timeOffset="19817.49">20355 5741 113 0,'14'3'56'0,"-3"-37"-57"0,-4 31 69 0,4 6-68 16,3 6 0-16,0 13 0 16,7 13 1-16,-3 21-2 15,-1 19 1-15,-3 35-1 16,-7 3 1-16,-7 9-2 16,-3-6 0-16,-4 0-2 15,0-3 0-15,-4-28-12 0,1-13 1 16,-1-19 0-16,4-18 1 15</inkml:trace>
  <inkml:trace contextRef="#ctx0" brushRef="#br0" timeOffset="20234.97">21131 5980 102 0,'36'-4'51'0,"-40"-8"-60"0,4 12 74 0,-7 3-64 16,-7-3 1-16,-4 6 0 15,-6 1 0-15,-1-1-3 16,-3 6 0-16,-1 10 2 16,5 0 0-16,-1 10-1 15,0 12 0-15,1 3 0 16,10 3 0-16,7 6 0 15,7-6 0-15,7-3 0 16,3-3 0-16,18-12 0 16,8-4 0-16,10-12 0 15,10-10 1-15,4-6 0 16,0-10 0-16,-4-5 2 16,-13-7 0-16,-8-10 0 15,-10-5 0-15,-11-7-1 16,-14-3 1-16,-11 3-5 15,-10 0 1-15,-4-3-22 0,-3 9 1 16,-7-9-1-16,3 0 1 16</inkml:trace>
  <inkml:trace contextRef="#ctx0" brushRef="#br0" timeOffset="20617.68">21431 5559 113 0,'-21'4'56'0,"18"-11"-73"16,-1 7 101-16,4 0-83 15,0 0 0-15,7 0 0 16,0 3 0-16,11 4-2 15,14-1 1-15,13 3 0 16,12 4 1-16,6 6-2 16,11 9 1-16,0 13-1 15,8 3 1-15,2 6-1 16,-6 6 1-16,-4 10-1 16,-3 12 1-16,-8 13 0 15,-7-6 0-15,-13-3 0 16,-15-1 0-16,-17-9 0 15,-18-6 1-15,-22-3-1 16,-24-4 1-16,-17-2-8 16,-15-10 1-16,-7-19-2 0,-20-9 1 15</inkml:trace>
  <inkml:trace contextRef="#ctx0" brushRef="#br0" timeOffset="21386.94">19290 6114 87 0,'0'0'43'0,"7"-18"-29"0,-7 18 33 15,0 0-47-15,-4 0 0 16,-3-4 0-16,0-2 0 15,-3 6 0-15,-1 0 1 0,1 0 0 16,-1 0 0-16,0 3 0 16,4 4 1-16,4 2-1 15,-1 4 0-15,4 9 0 16,0 12 0-16,4 0-1 16,3 10 1-16,0-3-2 15,3 0 1-15,1-3 0 16,3-10 0-16,0-3-1 15,0-3 1-15,4-7 0 16,3 1 0-16,0-3 0 16,4-7 0-16,0-6 1 15,-1-3 0-15,5 0 1 16,-5-7 0-16,-2-2 1 16,-5-4 0-16,-3-3 0 15,-7-6 0-15,-7 0-1 16,-3-6 0-16,-11-7-1 15,-7-3 0-15,-8 1-1 16,-6 5 0-16,-4 4-1 16,-10 9 0-16,-8 9-11 0,-27 7 1 15,-29 12-1-15,-39 7 1 16</inkml:trace>
  <inkml:trace contextRef="#ctx0" brushRef="#br0" timeOffset="22682.7">21960 3659 82 0,'-7'0'41'0,"18"53"-40"0,-4-24 41 16,0-1-40 0,0 13 0-16,4 9 4 0,10 9 1 15,4-5-7-15,10-7 0 16,7-10 5-16,15-12 1 15,13-9-1-15,15-25 1 16,31-26-3-16,18-2 0 16,25-26-1-16,10 3 1 15,1-2-2-15,-19 5 0 0,-9 4-1 16,-19 18 1-16,-28 16-6 16,-24 13 0-16,-29 12 0 15,-35 13 0-15</inkml:trace>
  <inkml:trace contextRef="#ctx0" brushRef="#br0" timeOffset="23127.77">22500 5729 109 0,'-3'-13'54'0,"-15"-28"-55"15,14 41 65-15,4 0-62 0,0 0 1 16,8 0 0-16,2 7 0 16,4 8-6-16,4 1 1 15,10 12 1-15,4 4 0 16,3 2-2-16,4 1 0 15,0-4 0-15,10 3 0 16,0 7 1-16,4-3 1 16,0-7 1-16,7-9 0 0,14-6 1 15,11-7 0-15,14-9 1 16,14-9 0-16,21-10 1 16,14-3 0-16,14-9 0 15,15-16 0-15,3 9-1 16,-1-12 0-16,1 9-7 15,-17 10 1-15,-22 6-2 16,-39 15 0-16</inkml:trace>
  <inkml:trace contextRef="#ctx0" brushRef="#br0" timeOffset="24889.13">13734 8040 99 0,'-22'-38'49'0,"8"16"-45"16,14 13 50-16,0-10-54 15,7 6 0-15,8-5 0 16,2 2 0-16,11 0 0 16,11 1 0-16,7 2 0 15,7 4 0-15,10-1 0 0,-6 4 0 16,-1-3 0-16,1 2 1 15,-4 1-1-15,-4 3 0 16,1 3 0-16,-1 3 0 16,-3 0-4-16,0 0 0 15,-1 0-11-15,-6 1 0 16,-3-4 0-16,-5 0 0 16</inkml:trace>
  <inkml:trace contextRef="#ctx0" brushRef="#br0" timeOffset="25235.88">13547 8350 90 0,'10'19'45'0,"11"-31"-50"16,-3 8 69-16,10-2-62 15,8 0 0-15,6-4 1 16,11 4 0-16,7 3-5 16,7 3 1-16,14 0 2 15,0 0 1-15,-3 0-3 16,-1 3 1-16,1 0-7 0,0 0 1 15,-4 4-16-15,-7-7 0 16,0 0-1-16,0-22 1 16</inkml:trace>
  <inkml:trace contextRef="#ctx0" brushRef="#br0" timeOffset="25594.44">15399 7764 101 0,'-32'-38'50'0,"21"35"-73"16,8 6 100-16,-1 0-77 15,1 10 0-15,-1-1 0 16,4 14 1-16,0 17-1 15,0 26 0-15,0 4 0 16,0 17 1-16,4 14-1 16,-4 12 1-16,0 0-1 15,0-31 0 1,0 97 1 0,-4-29 0-16,4-12-1 15,0-18 1-15,0-10-1 0,0 6 1 16,0-19-7-16,-3-15 0 15,-1-10-17-15,4-15 1 16,0-20-1-16,4-18 1 16</inkml:trace>
  <inkml:trace contextRef="#ctx0" brushRef="#br0" timeOffset="26094.17">16129 8636 98 0,'-28'-44'49'0,"14"-22"-68"15,14 47 95-15,0-6-75 16,-4-3 1-16,4 0 0 15,0 6 1-15,0 3-4 16,-3 6 0-16,-1-2 1 16,-3 8 1-16,-4 7-1 15,-3 16 0-15,-3 15-1 16,-4 23 0-16,3-4 0 16,4 3 0-16,10 4 0 15,8-4 1-15,6 0 0 0,12-3 0 16,9-6 0-16,8-3 1 15,-4-7 0-15,4 1 0 16,0-4 0-16,0-15 1 16,0-10-1-16,-1-9 0 15,1-6 0-15,-7-7 0 16,-4-12 0-16,-10 0 0 16,-11-7 0-16,-14-6 0 15,-7-3-1-15,-15-12 1 16,-2 3-2-16,-8-4 1 0,-3 13-11 15,-1 7 1-15,4 5-1 16,8 1 0-16</inkml:trace>
  <inkml:trace contextRef="#ctx0" brushRef="#br0" timeOffset="26513.61">16570 8090 87 0,'-14'-38'43'0,"3"7"-34"15,11 22 49-15,-3-7-55 16,-4 3 0-16,3-5 0 16,-3 2 1-16,4 3-6 15,-1 4 1-15,1 6 3 16,-1 15 0-16,8 7-2 0,6 6 1 15,8 10-2 1,10 5 1-16,11 8-1 0,10-1 1 16,8 0 0-16,10 3 0 15,3 3-1-15,-17-9 1 16,21 19 0-16,-17-16 0 16,-1 19 0-16,-14 6 0 15,-13 0 0-15,-15 0 0 16,-14 13 0-16,-14 6 0 15,-18-4-1-15,-7 1 1 16,-7-6-2-16,-10-4 0 16,3-9-2-16,0-6 0 0,11-16-7 15,10-13 0-15,14-15 0 16,18-13 0-16</inkml:trace>
  <inkml:trace contextRef="#ctx0" brushRef="#br0" timeOffset="26853.43">19173 8639 105 0,'11'-32'52'0,"-18"26"-65"15,3 6 81-15,-3 3-68 0,-7 7 0 16,0 2 0-16,-10 10 0 16,-5 0-1-16,-2 9 1 15,-12 7 0-15,-10 12 0 16,-14 19 0-16,0 19 0 16,-3-10 0-16,-4 1 0 15,3-4-4-15,8-6 1 16,10-9-8-16,14-13 0 15,11-13-9-15,13-15 1 16,8-13 0-16,7-6 0 0</inkml:trace>
  <inkml:trace contextRef="#ctx0" brushRef="#br0" timeOffset="27102.61">18401 8570 99 0,'-4'-25'49'0,"18"22"-68"16,-3 9 95-16,7 3-76 15,3 13 1-15,7 0 0 16,7 13 0-16,18 5-2 16,7 14 0-16,7 5 1 15,0 17 0-15,0-1-1 16,-3-6 0-16,-1-10-7 15,-10-12 1-15,-10-6-16 16,-1-9 0-16,-7-11 0 16,4-11 1-16</inkml:trace>
  <inkml:trace contextRef="#ctx0" brushRef="#br0" timeOffset="27609.86">19269 8413 91 0,'-32'-82'45'0,"-17"10"-60"0,34 60 90 16,-2-7-74-16,-11-3 0 0,-8 0 0 15,-10 6 0-15,-10 4-2 16,-15 6 1-16,1 6 0 16,-4 9 1-16,-7 7-1 15,-7 12 1-15,-8 13-1 16,-6 28 0-16,0 12 0 15,3 4 0-15,7 6 0 16,11 6 0-16,10-3 0 16,11 6 0-16,22-6 0 15,13-9 1-15,21 0 0 16,19-7 0-16,13 1-1 16,14 5 1-16,22-12-1 15,6-3 1-15,11-6-1 16,7-10 1-16,1-15-1 15,6-13 0-15,14-12 0 16,1-7 1-16,6-15-1 16,4-26 1-16,11-12 0 15,-4-6 0-15,-4-10 0 0,-17 3 0 16,-7-9 0 0,-18-6 1-16,-18-6-1 0,-17 5 1 15,-18-5-1-15,-14-1 0 16,-10-2 0-16,-18-14 0 15,-11 1-3-15,-7 6 1 16,-6 10-10-16,-5 12 0 16,1 12 0-16,3 13 0 0</inkml:trace>
  <inkml:trace contextRef="#ctx0" brushRef="#br0" timeOffset="27905.96">20094 8206 110 0,'43'-25'55'0,"-12"28"-66"16,-24 6 78-16,4 4-68 16,-4 12 1-16,0 16 0 15,-3 31 0-15,-8 13 0 16,-3 18 0-16,-4 29-1 15,-3 0 1-15,0 9-2 16,4-16 1-16,-1-6-2 16,4 0 1-16,3-25-3 0,4-12 1 15,8-16-5-15,2-13 1 16,8-18-14-16,3-13 0 16,0-16 1-16,14-16 1 15</inkml:trace>
  <inkml:trace contextRef="#ctx0" brushRef="#br0" timeOffset="28284.51">20832 8817 91 0,'10'-59'45'0,"-24"15"-58"0,10 31 87 0,-3-5-72 15,-10 5 0-15,-4-6 1 16,-8 7 0-16,-6 2-5 15,-4 17 1-15,-7 5 2 16,1 10 1-16,-5 6-2 16,4 10 0-16,11 0-1 15,3 12 1-15,18 0 0 16,14 3 0-16,11 4 0 16,13-7 0-16,5-9 0 15,6-7 0-15,0-9 0 16,-7-3 1-16,18-9-1 15,0-7 1-15,0-15 0 16,0-13 0-16,-4-16 0 16,-6-9 0-16,-5 3-1 15,-10-3 1-15,-6-3-4 0,-22 9 1 16,-8-3-14-16,-6 10 1 16,-7-1-1-16,-11 4 0 15</inkml:trace>
  <inkml:trace contextRef="#ctx0" brushRef="#br0" timeOffset="28676.29">21071 8231 104 0,'-3'-6'52'0,"6"-16"-65"0,-3 22 86 0,0 0-73 15,0 0 0-15,7 6 0 16,4 0 1-16,3 13-2 16,4 0 0-16,3 3 0 15,11 3 0-15,7 3-1 16,3 16 1-16,4-6-1 16,0 9 1-16,-1 0 0 15,-2 6 0 1,-4 38 1-1,-22 0 1-15,-13 0-1 16,-18-6 1-16,-18-1-1 16,-14-15 1-16,-10-9-2 15,-4-4 0-15,-4-5-5 0,4-11 1 16,7-8-8-16,4-10 1 16,6 0-7-16,8-10 0 15,11 1 1-15,9-13 0 16</inkml:trace>
  <inkml:trace contextRef="#ctx0" brushRef="#br0" timeOffset="28976.23">23502 8554 106 0,'21'-56'53'16,"-24"24"-79"-16,3 32 106 0,-7 10-80 15,-11 8 0-15,-7 14-1 16,-24 12 1-16,-8 9-1 16,-17 19 1-16,0 10-1 15,-7 6 1-15,4-7-2 16,-1-6 1-16,0-9-6 15,8-6 1-15,6-13-13 16,8-3 1-16,6-22-1 16,8-7 1-16</inkml:trace>
  <inkml:trace contextRef="#ctx0" brushRef="#br0" timeOffset="29210.44">22483 8473 80 0,'7'-32'40'0,"28"32"-45"0,-18 6 65 15,8 7-56-15,10 9 0 16,11 6 0-16,4 10 1 16,6 9-7-16,8 6 0 15,10 0-1-15,3 4 0 0,-3 2-16 16,-7 4 0-16,-7-6-1 15,-14-13 1-15</inkml:trace>
  <inkml:trace contextRef="#ctx0" brushRef="#br0" timeOffset="29693.24">23717 8529 76 0,'-21'-122'38'0,"-35"6"-53"0,34 87 68 0,-13-8-53 16,-11-13 0-16,-21-7 2 16,-17 1 0-16,-8 6-2 15,-3 9 1-15,-1 9 1 16,-2 14 1-16,-1 15-1 16,-3 18 1-16,6 17-1 15,-2 11 1-15,-5 23-2 0,-6 10 1 16,-1 21-1-16,12 9 0 15,10-8 0-15,13-1 0 16,19 3-1-16,14 4 1 16,24-1-1-16,18 1 0 15,25-13 0-15,21-4 1 16,14-8-1-16,10-7 1 16,15-13 0-16,10-8 0 0,14-7 1 15,8-4 0-15,3-18-1 16,7-12 1-16,7-10 0 15,-4-10 1-15,-6-12-2 16,-11-9 0-16,-7-10 0 16,-8-9 1-16,-17-10 0 15,-14-18 1-15,-17-7-1 16,-22-6 0-16,-14 0-1 16,-14-12 1-16,-7 3-2 15,-18 9 0-15,-3 6-8 16,-4 19 1-16,-6 7-1 15,-8 12 1-15</inkml:trace>
  <inkml:trace contextRef="#ctx0" brushRef="#br0" timeOffset="30044.24">24313 8015 103 0,'18'-57'51'0,"-4"54"-56"0,-10 6 65 16,-1 10-61-16,-3 12 1 15,0 9 0-15,-3 20 0 0,-1 8 0 16,1 29 0-16,-1 10 0 15,-3 8 0-15,0 1-1 16,-4 16 1-16,4-10-1 16,0-13 0-16,0-6-1 15,-3-12 0-15,-1-10-7 16,1-15 0-16,-1-7-14 16,-3-15 0-16,3-10 0 15,1-15 1-15</inkml:trace>
  <inkml:trace contextRef="#ctx0" brushRef="#br0" timeOffset="30486.49">24786 8636 67 0,'39'-63'33'0,"32"-34"-38"0,-50 75 61 15,3-3-52-15,5 0 1 16,-12 6 3-1,-3 3 0-15,-3 0-11 0,-8 4 1 16,-6-1 6-16,-11 13 0 16,-7 3-3-16,-4 13 1 15,-10 6-2-15,3 13 0 16,-7 5 0-16,7 7 0 16,8 0-1-16,6 0 1 15,7 7 0-15,19-7 0 16,2-6 0-16,11-4 0 0,11-2 0 15,7-7 0-15,0-6 1 16,3-3 0-16,0-10 1 16,1-6 0-16,-5-12 0 15,1-10 1-15,4-9 0 16,-8-7 0-16,-10-12-1 16,-11 0 0-16,-18-9-2 15,-13 2 0-15,-15 1-12 16,-14 6 0-16,-11 9 0 15,5 4 0-15</inkml:trace>
  <inkml:trace contextRef="#ctx0" brushRef="#br0" timeOffset="30824.63">25425 8005 98 0,'39'-28'49'0,"-4"-10"-56"0,-28 38 72 16,3 0-65-16,1 7 1 16,0-1 0-16,-4 10 0 15,0-1-2-15,0 17 0 16,7-1 0-16,11 7 0 15,3 6-2-15,11 0 1 0,14 6-2 16,10 6 1-16,8 10 1 16,-4 3 1-16,-4-3 1 15,-10-3 1-15,-11 2 2 16,-17-2 0-16,-18-6 1 16,-32-1 1-16,-35 13-5 15,-28 0 1-15,-14-3-3 16,-14 0 1-16</inkml:trace>
  <inkml:trace contextRef="#ctx0" brushRef="#br0" timeOffset="31781.47">26543 10247 81 0,'-18'-9'40'0,"-3"-47"-28"16,14 43 27-16,-7-3-39 16,-7-2 0-16,-11-4-1 15,-7 3 1-15,-7 0 0 16,-14 0 0-16,-17 3 0 0,-18 4 0 15,-15-4 0 1,-17 7 0-16,-21-4 0 16,-11 7 0-16,-21 0-1 0,-14-1 1 15,-17 1 0-15,-29 6 0 16,-4-3 0-16,-13-3 0 16,-4 3 0-16,-18 0 0 15,0-1 0-15,-3 4 0 16,-4 0 1-16,4 0 0 15,-7 0 0-15,7 0 1 0,-11 0 0 16,7 0 0-16,0-3 0 16,4 6 0-16,4-3-1 15,9 4 1-15,12 5-1 16,6-9 0-16,12-3-1 16,2 3 0-16,18-6 0 15,1 2 1-15,6-2-1 16,4 0 0-16,-11 0 0 15,8 2 0-15,-8-2 0 16,4 6 0 0,-117 3 0-1,60 0 1-15,32-3-1 16,36 4 1-16,20-4 0 16,19 3 1-16,6-3 0 15,7 6 0-15,8 3-1 16,6-2 1-16,7-1-1 15,4 3 1-15,18 4-2 16,17-1 0-16,15 1 0 0,13-1 0 16,15-2-1-16,10-1 1 15,0-2-1-15,11-1 0 16,0-3-5-16,-4 3 0 16,-3 1 0-16,-8-1 1 15</inkml:trace>
  <inkml:trace contextRef="#ctx0" brushRef="#br0" timeOffset="62769.88">2265 10464 86 0,'-21'-25'43'0,"21"22"-39"0,10 3 43 0,8 0-47 16,14 0 1-16,17 0-1 15,22 0 1-15,6-4-1 16,8 8 0-16,31-4 0 16,11 9 0-16,14 4 1 15,18-1 0-15,21 1-1 16,11 2 1-16,27 1 0 15,19-7 0-15,17 4 0 16,35-7 0-16,4-3 0 16,31-3 0-16,18 0 0 15,1-6 1-15,24 9-1 16,14-3 0-16,7 3-1 16,10-3 1-16,19 3-1 0,9 1 1 15,19-4-1-15,13 0 0 16,5 0 0-16,13-13 1 15,7 4 0-15,4-1 0 16,10-5 1-16,-3 5 1 16,4 4-1-16,-1-7 1 15,4 13-1-15,0-6 0 16,-4 3 0-16,4 0 0 0,-3 0-2 16,6 0 1-16,1-1-1 15,6-2 0-15,8-3 0 16,-1 6 0-16,5 3-1 15,-12 0 1-15,-3 3 0 16,0 0 0-16,-7 9 0 16,-11-2 1-16,1 2-1 15,-4 4 0-15,-1-10 0 16,12 1 0-16,17-14 0 16,14-8 0-16,14-4-1 15,15-3 1-15,13-6 0 16,15-1 1-16,3 4 1 15,4-9 0-15,-18 6 0 16,-7-4 1-16,-7 1-1 16,-11 6 0-16,-21 3-2 15,-21 6 1-15,-21 10-1 16,-14 15 0-16,-18 13-2 0,1185 57 4 16</inkml:trace>
  <inkml:trace contextRef="#ctx0" brushRef="#br0" timeOffset="64498.09">6668 12101 58 0,'-22'-35'29'0,"8"-6"-23"16,14 26 29-16,0-7-28 0,0-3 0 16,0 3 9-16,0 3 0 15,0 3-17-15,-3 16 0 16,-1 28 12-16,-6 16 0 16,-19 41-3-16,-2 40 0 15,-26 32-5-15,4 31 1 0,4-3-3 16,3-9 1-16,14-22-2 15,11-13 0-15,0-25-3 16,10-19 0-16,-3-12-11 16,4-26 0-16,-1-12 0 15,8-18 0-15</inkml:trace>
  <inkml:trace contextRef="#ctx0" brushRef="#br0" timeOffset="64765.48">7500 12085 98 0,'60'-31'49'0,"0"9"-53"16,-49 28 72-16,-1 6-65 15,-10 20 1-15,0 15 2 0,-10 28 1 16,-1 25-9-16,-17 4 1 15,-4 25 3-15,4 5 0 16,-4 1-1 0,4-9 1-16,0-7-5 0,3-3 0 15,0-22-10-15,8-22 0 16,-1-19 2-16,0-15 0 16</inkml:trace>
  <inkml:trace contextRef="#ctx0" brushRef="#br0" timeOffset="65105.8">6946 12474 107 0,'-42'-32'53'0,"60"54"-61"0,-15-15 74 0,1 18-66 15,3 19 0-15,0 6 0 16,7 13 1-16,7 18-2 15,4-12 1-15,10 0 0 16,4-16 0-16,10-9 0 16,8-15 0-16,3-14 0 15,0-15 1-15,-1-19 0 16,1-15 1-16,-10-7 0 16,-1-6 1-16,-10-6-1 15,-7-4 0-15,-4 7-4 16,-3 9 0-16,-8-6-20 15,1 10 1-15,-4 2-2 16,4 4 0-16</inkml:trace>
  <inkml:trace contextRef="#ctx0" brushRef="#br0" timeOffset="65387.17">8096 12050 118 0,'-56'-15'59'0,"24"2"-82"0,29 10 109 0,10 3-86 16,0 3 0-16,10 7 0 15,12 15 1-15,9 9-1 16,1 16 0-16,11 29 0 16,6 15 0-16,-7 0-1 15,-3 22 1-15,-18 9 0 16,-21-2 0-16,-17-1 0 15,-22-12 0-15,-7-10-4 16,-17-3 1-16,-15-18-18 16,4-13 0-16,11-26 0 15,14-18 0-15</inkml:trace>
  <inkml:trace contextRef="#ctx0" brushRef="#br0" timeOffset="65623.66">9126 12856 124 0,'-21'35'62'0,"21"-38"-86"0,14 3 111 15,15 0-88-15,13-7 1 16,14-2-6-16,25-3 1 0,29-1-3 16,-1-6 0-16,11-3-3 15,0 3 1-15</inkml:trace>
  <inkml:trace contextRef="#ctx0" brushRef="#br0" timeOffset="65893.33">8964 13487 118 0,'14'-7'59'0,"124"-21"-69"15,-96 16 79-15,15-10-69 0,24-3 0 16,17-4 0-16,15 1 1 16,0 3-2-16,-3-3 0 15,-8 6-5-15,0 9 1 16,-21-5-1-16,-14 8 1 16</inkml:trace>
  <inkml:trace contextRef="#ctx0" brushRef="#br0" timeOffset="66357.28">11730 12094 75 0,'-28'-12'37'0,"-29"-7"-4"16,47 13 17-16,-8-1-43 15,-7 1 0-15,1 0 4 16,-1 0 1-16,4 6-15 15,3 3 0-15,4 9 9 0,3 17 1 16,4 14-4-16,7 30 0 16,4 21-2-16,10 12 0 15,-3 20-1 1,-1 5 1-16,-3 11 0 0,0 2 0 16,-3 3 0-16,-8 1 0 15,-3-10 0-15,-7-7 0 16,7-8-1-16,-7-11 1 15,-4-2-3-15,4-22 1 16,0-13-23-16,3-25 0 0,4-37-1 16,-3-60 1-16</inkml:trace>
  <inkml:trace contextRef="#ctx0" brushRef="#br0" timeOffset="67419.5">12764 13057 90 0,'3'-50'45'0,"22"-41"-36"16,-15 63 45-16,1-10-51 15,-4-12 1-15,-7 3 1 16,-7 0 1-16,-11 0-8 15,-6 6 1-15,-1 7 4 16,-3 12 1-16,-4 9-3 16,-7 10 1-16,0 15-1 0,-3 14 0 15,-4 14-1-15,7 11 0 16,0 18 0-16,4 15 0 16,7 4 0-16,3 3 0 15,8-13-1-15,6 1 1 16,8-13 0-16,10-10 1 15,10-15-1-15,8-16 0 16,14-16 0-16,7-18 0 16,-4-16 0-16,0-10 1 15,-3-5 0-15,-4-11 1 0,1-2-1 16,-5-3 1-16,-2 2 0 16,-5 4 0-16,1 9 0 15,-4 4 0-15,0 8-2 16,-3 8 1-16,-4 8-1 15,0 10 0-15,-7 15-1 16,-7 13 1-16,-3 23 0 16,-11 8 0-16,-4 13 0 15,-7 12 0-15,1 14 0 16,-1-1 0-16,4 6 0 16,0-12 0-16,3-4 0 15,0-8 0-15,1-4 0 16,-5-16 0-16,8-9 0 15,0-9 0-15,7-13 0 16,7-12 0-16,7-13 1 16,4-10 0-16,10-9-1 0,7-6 1 15,4-6-1-15,0 0 1 16,-1 2-6-16,-2 7 0 16,-5-6-1-16,-2 6 1 15</inkml:trace>
  <inkml:trace contextRef="#ctx0" brushRef="#br0" timeOffset="67921.66">13148 13706 95 0,'-46'-25'47'0,"18"-19"-30"0,24 25 37 0,1-3-51 15,-1-6 1-15,8 0 1 16,10 0 1-16,4 3-9 16,3 0 1-16,7 9 4 15,0 7 0-15,4 12-2 16,-4 12 0-16,-3 14-1 15,-4 11 1-15,-7 10-1 16,-14 10 1-16,-10 3 0 16,-12 9 0-16,-6 9 1 0,-11-2 0 15,1-4-1-15,-15-6 0 16,3-9 0-16,1-10 1 16,7-3-1-16,6-9 0 15,12-4 0-15,17-9 0 16,10-12 0-16,18-7 0 15,7-6 0-15,11-6 0 16,4-7-1-16,2-6 0 16,8-3-7-16,4-3 0 15,3 0 0-15,-4-9 1 16</inkml:trace>
  <inkml:trace contextRef="#ctx0" brushRef="#br0" timeOffset="68554.56">14235 12972 109 0,'-36'-94'54'0,"8"-3"-55"15,18 72 67-15,-12-6-64 16,-2 2 0-16,-1 8 0 16,-3 2 0-16,0 12-5 15,-8 17 1-15,1 18 1 0,-4 19 1 16,4 25-3-16,3 13 1 16,0 0-1-16,15-10 1 15,6-9 0-15,8-19 0 16,10-16 0-16,14-18 1 15,11-13 0-15,6-19 0 16,12-6 2-16,-4-10 0 16,-4 1 2-16,-7-1 1 15,-7 7 0-15,-3 6 1 16,-7 6-1-16,-1 1 0 16,-2 5-2-16,6 4 1 0,0 6-3 15,-3 0 1-15,-1 16-2 16,-3-1 1-16,-3 17 0 15,-11 8 0-15,-7 20-1 16,-11 9 1-16,-7 16 0 16,-10 9 0-16,-4 0 0 15,4-6 0-15,-4-1 0 16,4-5 1-16,7-13-1 16,3-13 0-16,7-12 0 15,4-6 0-15,4-10 0 16,6-9 1-16,11-10-1 15,7-9 0-15,8-15 0 16,6-7 1-16,14-10-1 16,0-2 1-16,8-7-6 0,-4 7 1 15,0-4-18-15,-1 0 0 16,-2 1 0-16,-4 9 1 16</inkml:trace>
  <inkml:trace contextRef="#ctx0" brushRef="#br0" timeOffset="68690.14">14785 13650 119 0,'-7'12'59'0,"17"35"-77"0,-13-34 104 15,-1 6-86-15,-3 12 0 16,-3 7-5-16,-4 15 0 0,-4 13 1 16,4 3 1-16,-11 6-13 15,1-6 1-15,2-9-1 16,5-16 1-16</inkml:trace>
  <inkml:trace contextRef="#ctx0" brushRef="#br0" timeOffset="69301.97">15762 12834 118 0,'-18'-53'59'0,"-10"25"-74"16,14 15 93-16,-18 1-78 15,-10 6 1-15,-4-1-1 0,-10 7 0 16,-1 7-1-16,-6 2 1 16,3 10 0-16,0 12 0 15,0 22-1-15,7 13 0 16,7 10 0-16,7-1 1 15,15-6-1-15,13-10 1 16,15-8 0-16,13-17 0 16,11-12 0-16,15-13 0 15,6-18 0-15,4-10 0 16,7-9 0-16,0-10 1 16,4-6-1-16,-8 1 1 0,-10 2 0 15,-7 9 0-15,-11 10 0 16,-3 4 0-16,-8 8-1 15,-3 7 1-15,0 13-1 16,-7 2 1-16,-7 13-1 16,-3 10 0-16,-4 9 0 15,-4 3 0-15,-6 15 0 16,-5 14 0-16,-2 2 0 16,-4 7 0-16,3-4 0 15,0-6 0-15,4 1 0 16,3-4 0-16,8-6 0 15,3-13 1-15,3-12-1 16,4-4 0-16,4-15 0 16,6-9 0-16,8-16 0 15,7-16 0-15,3-6 0 16,7-13 0-16,4 1-1 0,0-1 0 16,-7 7-10-16,-4 2 1 15,-7 1 0-15,-3 0 0 16</inkml:trace>
  <inkml:trace contextRef="#ctx0" brushRef="#br0" timeOffset="69656.77">15935 13656 118 0,'21'25'59'0,"-21"-22"-66"0,0-3 78 0,0 0-71 16,0 3 0-16,0 7-3 15,0-7 0-15,0 13 2 16,0 2 0-16,0 8-2 16,0-1 0-16,0 6 0 15,0 0 1-15,7-2 0 16,4-1 1-16,3-6 1 16,11-3 1-16,6-10-1 15,5-9 1-15,-1-6 0 16,-3-7 0-16,-4-3 1 15,-10 1 1-15,-11-4-1 16,-11-3 1-16,-14-3-1 16,-10 0 1-16,-4 0-7 15,-3-3 1-15,0-1-23 16,-4-11 0-16,14 2-1 0,8-15 1 16</inkml:trace>
  <inkml:trace contextRef="#ctx0" brushRef="#br0" timeOffset="70083.42">16270 12464 114 0,'-49'-18'57'0,"-11"5"-76"0,49 13 110 0,-3 3-91 16,3 7 1-16,4 8 0 15,14 4 0-15,8 10-2 16,13 2 0-16,11 7 1 16,6 0 0-16,12 3-2 15,3 3 1-15,17 9 0 16,1 10 0-16,7-3 0 15,3 3 0-15,-3-4 1 16,-1 1 0-16,12 3 0 16,-8 0 1-16,-7-4 0 15,-7 4 0-15,-14-3 0 16,-14-7 0-16,-7-2 0 16,-18-1 0-16,-14-3 0 0,-14 4 0 15,-18 5 0-15,-28 7 0 16,-17 19-2-16,-33 6 0 15,-41 25-1-15,-68 28 0 16</inkml:trace>
  <inkml:trace contextRef="#ctx0" brushRef="#br0" timeOffset="75201.25">15639 14474 62 0,'-7'-25'31'0,"3"19"-28"16,1 0 32-16,-5 6-32 15,-2 0 1-15,-4 3 2 16,-4 3 1-16,1 1-7 16,-1-1 0-16,4 0 6 15,3 0 0-15,1-3 0 16,3 1 0-16,7-4-1 15,10-4 1-15,8 1-3 16,14 0 1-16,13 3-2 16,12 3 1-16,10-6-3 15,3 0 1-15,8 0-1 16,10 0 1-16,0 0-1 0,-6 0 0 16,-8-4 0-16,-4 1 0 15,-13 0 0-15,-12 3 0 16,-9-4 0-16,-5 1 0 15,-20 6 0-15,-14 6 1 16,-12 1-1-16,-13 2 0 16,-11 0 0-16,-10 4 0 15,-11-4-1-15,-3 1 1 16,-1-1 0-16,-3 1 0 0,0-4 0 16,0-3 1-16,3 0-1 15,12 0 1-15,9 0 0 16,11-3 1-16,11 0-1 15,11 0 0-15,17-3 0 16,14 0 0-16,18-3-1 16,-11 0 0-16,39-7 0 15,7 0 0-15,0 4-1 16,0 3 1-16,-7 3-1 16,-10-4 1-16,-11 4-1 15,-8 3 1-15,-13 0 0 16,-11 0 1-16,-14 0-1 15,0 0 1-15,-24-3-1 16,-19 3 0-16,-13 3 0 16,-8 10 0-16,-10 2 0 15,-7 1 0-15,-7 0 0 16,7 12 0-16,3-12 0 16,11 6 0-16,11-4 0 0,6 4 0 15,11-9 0-15,11 0 0 16,11-4-1-16,9 0 1 15,16-6 0-15,16 4 0 16,12-4 0-16,16 0 0 16,5-3 0-16,3-3 0 15,-4-7 0-15,1-8 1 16,-4-1-1-16,0 0 0 16,-11-3 0-16,-10 6 0 0,-8 4 0 15,-10-1 1-15,-6 1-1 16,-12 2 0-16,-10 4 0 15,-4 0 0-15,-3 3 0 16,-11 3 1-16,-6-3-2 16,-12-1 1-16,4 4 0 15,0 0 0-15,4 4 0 16,3 2 0-16,8 0 0 16,6-3 0-16,7 7 0 15,15-1 0-15,13 4-1 16,22 5 1-16,10-21 0 15,18-6 0-15,25-7 0 16,-18 4 0-16,49-7 0 16,1 0 0-16,-8-3 0 15,-10 10 1-15,-11 2 0 16,-17 4 0-16,-11 3-1 16,-14 0 0-16,-11 3 0 0,-7 0 0 15,-21 0-1-15,-14 0 0 16,-18 3 0-16,-6 0 0 15,-19 0 0-15,-6 3 1 16,-11-3-1-16,-11 4 1 16,-3 2 0-16,7 0 1 15,3 1-1-15,1 2 0 16,-1 1 0-16,11 0 1 16,-3-1-1-16,13 1 0 0,8-7-1 15,10 10 1-15,8-13 0 16,6 6 0-16,7-9 0 15,8 0 0-15,3-3 0 16,10 3 0-16,-3-3 0 16,11 6 1-16,0-6-1 15,3 6 1-15,7-6-1 16,7-3 0-16,4-4 0 16,14-2 0-16,4-1 0 15,-4 1 0-15,-4-1-1 16,-7 4 1-16,-10 2 0 15,-14 4 1-15,-18 3-1 16,-14 6 0-16,-15 4 0 16,-10-1 0-16,-6 1 0 15,-8 2 0-15,-7-6 0 0,10-2 0 16,-20-8 0 0,-1 1 1-16,4-3-2 0,18 3 1 15,-4 3 0-15,11 3 0 16,3 3 0-16,11 10 0 15,6-13-1-15,12 13 1 16,6-13 0-16,18 0 0 16,18-6 0-16,21-6 0 15,11-4 0-15,6-6 0 16,-3-3 1-16,-3 3 0 16,-8 4-1-16,-7 5 1 15,-10 4-1-15,-11-3 1 0,-3 6-3 16,-7 3 1-16,-8 3-1 15,-10 0 0-15</inkml:trace>
  <inkml:trace contextRef="#ctx0" brushRef="#br0" timeOffset="77808.67">13801 14490 73 0,'-18'-22'36'0,"11"10"-32"0,7 12 36 15,0 0-40-15,0 0 1 16,7-3-1-16,7-1 1 16,14 4-1-16,11 0 0 15,7 4 1-15,10 5 0 16,4 3 0-16,0 4 0 15,-7 6 0-15,0 0 0 16,-3 0 0-16,-4-3 1 16,-8-4 0-16,-2 4 0 0,-8-9 2 15,-7-4 0-15,0-3-1 16,-14 0 1-16,-10 0-1 16,-8-3 1-16,-14 4-2 15,-3-1 0-15,-11 0-2 16,-6 3 1-16,-8-3-1 15,0 3 0-15,0-2 0 16,3 5 0-16,1-3 0 16,7 1 0-16,3 2 0 15,7 0 0-15,7-2 0 16,11-1 0-16,7 0 0 16,14-3 0-16,18-3 0 15,21-3 0-15,10-6 0 16,11-1 0-16,0-5 0 15,0-4 0-15,-3-3 0 16,-8 13 0-16,-10-4 0 0,-7 7 0 16,-7-1 0-1,-15 11 1-15,-10-11-1 0,-14 14 0 16,-10-7 0-16,-11 9 1 16,-8-3-1-16,-3 1 0 15,-10-1 0-15,-11 3 0 16,-3 1 0-16,-4 2 0 15,3 7-1-15,11-3 1 16,7-4 0-16,7 1 0 16,15-4 0-16,13 4 0 0,18-13 0 15,14 0 0-15,25-7 0 16,7 1 0-16,7-3 0 16,4-7 0-16,-4-3 0 15,-4 7 1-15,-7 2-1 16,-3 4 0-16,-7-7 0 15,-11 10 1-15,-3-3-1 16,-4 3 1-16,-10-6-1 16,-4 2 1-16,-7 7-1 15,-4 0 1-15,-6-6-1 16,-8 12 0-16,-7 1 0 16,-3 11 0-16,-4 1 0 15,1 3 0-15,-5-6 0 16,5-1 0-16,2-2 0 15,12-7 0-15,-1-6 0 16,11 7 0-16,0-14 0 16,11 1 0-16,3 0 0 0,7 6 0 15,3-10 0-15,8 4 0 16,7-3-4-16,7-1 0 16,6 1-16-16,8-10 1 15,4-6-1-15,-15-13 1 16</inkml:trace>
  <inkml:trace contextRef="#ctx0" brushRef="#br0" timeOffset="78571.75">12442 14801 84 0,'-52'-35'42'0,"27"13"-53"16,25 16 73-16,0-4-62 15,7 1 1-15,14 3 0 16,18-4 0-16,7-2-2 16,10-13 1-16,18 3 0 15,14 0 0-15,8 3 0 0,-8 0 1 16,-3 7-1-16,-8 5 0 16,-6 4 0-16,-11 3 1 15,-11 0 0-15,-14 0 1 16,-13 3-1-16,-15 10 1 15,-14-7-1-15,-8 19 0 16,-13-9 0-16,-18 3 1 16,-17 0-2-16,-15 6 0 15,-6 0 0-15,-8 3 0 0,0 0-1 16,-7-3 1-16,11-3 0 16,14 0 0-16,14-6 0 15,18-4 1-15,10-5-1 16,21-4 1-16,26-3-1 15,16 0 1-15,1-3-1 16,14-4 0-16,3-2 0 16,4 0 0-16,4-4 0 15,-1 4 0-15,1-4 0 16,-1 4 0-16,-7-4 0 16,-6 4 0-16,-12-4 0 15,-6 10 0-15,-14-6 0 16,-8 9 1-16,-17 0-1 15,-11 6 0-15,-17 7 0 16,-4 2 0-16,0 1 0 16,-3 9 0-16,3-6 0 15,7-7 0-15,11-2 0 16,14-4 0-16,10-6-1 0,15-9 1 16,10-10 0-16,18-6 0 15,14-4-5-15,7 4 1 16,3 0-1-16,1 6 1 15</inkml:trace>
  <inkml:trace contextRef="#ctx0" brushRef="#br0" timeOffset="80693.47">5348 11706 107 0,'-7'-19'53'0,"0"56"-49"0,14-8 53 0,-3 27-56 15,-4 22 1-15,-4 29 0 16,4 40 1-16,0 32-4 16,0 41 0-1,0 12 2-15,0 9 0 0,0-12-1 16,0-16 0-16,7-21-3 16,0-26 1-16,-3-31-9 15,-4-22 1-15,0-26-1 16,-7-24 1-16</inkml:trace>
  <inkml:trace contextRef="#ctx0" brushRef="#br0" timeOffset="81725.09">5574 11176 107 0,'-46'-57'53'0,"18"45"-60"0,28 12 71 16,-11 3-65-16,11 0 1 16,4 3-3-16,13 4 1 0,12-1 2 15,34 4 0-15,29-7-2 16,31-6 1-16,50-3 0 15,32-10 0-15,45 4 1 16,43-4 0-16,32-3 0 16,34 10 1-16,37-9 0 15,45-4 0-15,31 0-1 16,33-3 0-16,24-3 0 16,18 6 0-16,10 7 0 15,15 5 0-15,-15 4 0 16,-3 13 0-16,-21 18 1 15,-18 6 0-15,-18 4 0 16,-7-1 0-16,-31-2 0 16,-22-4 0-16,-17-2-1 15,-11 2 1-15,-31-3-1 16,-22-3 0-16,-42 3 0 16,-25 10 0-16,-42 0 0 15,-28-1 1-15,-32 17 0 16,-28 2 0-16,-36 22 0 0,-20 17 0 15,-26 8 1-15,-10 19 1 16,-10 19-1-16,-8 10 0 16,-7 6-1-16,1 18 1 15,-1 4-1-15,-7 6 0 16,-6 13-1-16,-5-1 1 16,-6 16-1-16,-7-6 0 15,-8-12 0-15,-6-1 0 16,-8-12 0-16,-7-19 0 0,-10-9-1 15,-11-13 0-15,-24-16-1 16,-22-12 1-16,-24-28-1 16,-25-13 0-16,-32-9 0 15,-35-16 0-15,-25-10 1 16,-42-5 1-16,-35-7 0 16,-36-6 0-16,-32-16 0 15,-20-3 1-15,-22-10-1 16,-14-5 1-16,-7-4-1 15,-7-6 1-15,-3 0-1 16,-11-3 0-16,0-7 0 16,3-3 0-16,4 7 0 15,-3 0 0-15,-5 6 0 16,-2 0 0-16,13-1 0 16,11 8 0-16,18-4 0 15,0 0 0-15,28 3 0 16,21 3 0-16,14-6 0 15,36 3 0-15,-8 4-1 0,32-4 1 16,4 6-1-16,21 10 1 16,14 6-1-16,21 1 1 15,14 5 0-15,29 0 0 16,21 1 0-16,20-4 1 16,22-12 0-16,25-10 0 15,24-9 0-15,18-25 0 16,18-25-1-16,21-19 1 15,14-22-5-15,25-29 1 16,3-12-1-16,18-34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10T07:39:29.0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3140 664 88 0,'10'-12'44'0,"29"153"-37"0,-28-103 44 15,-11 18-50-15,10 29 0 16,-10 9 0-16,7 19 0 0,-7 3-2 15,11 19 0-15,-1-4-6 16,5-21 0-16,9-10-1 16,-3-6 0-16</inkml:trace>
  <inkml:trace contextRef="#ctx0" brushRef="#br0" timeOffset="298.7">4533 777 101 0,'14'-72'50'0,"32"91"-57"16,-35-13 70-16,-1 4-62 15,8 18 1-15,-4 6-1 16,4 13 1-16,-1 22-3 0,5 13 1 15,2 25 1-15,1-7 0 16,-4 3-3-16,-3 10 1 16,3-9-6-1,-11-7 1-15,1-12-18 0,-7-10 0 16,-4-25 0-16,-11-9 1 16</inkml:trace>
  <inkml:trace contextRef="#ctx0" brushRef="#br0" timeOffset="642.7">4085 724 97 0,'-28'-60'48'0,"17"60"-69"15,11 13 96-15,0 6-76 16,0 15 1-16,11 13 0 16,7 7 0-16,13 18-1 15,12 9 1-15,3 7-2 16,13-6 1-16,1-4 0 16,4-15 0-16,3-10 0 15,-7-15 1-15,-7-10 1 16,-4-3 0-16,-13-16 2 0,-12-9 0 15,1-12 1-15,-14-20 0 16,-8-11-1-16,-3-4 1 16,7-1-7-16,4 14 0 15,-4-7-2-15,-4 0 1 16</inkml:trace>
  <inkml:trace contextRef="#ctx0" brushRef="#br0" timeOffset="943.24">4992 602 106 0,'-35'-38'53'0,"31"54"-57"15,11-7 61-15,4-6-57 16,13 7 0-16,15 2 0 15,18 7 1-15,13 12-2 16,4 10 1-16,11 12 0 16,-15 10 1-16,1 9-2 15,-18 10 1-15,-18 15 0 16,-24 0 0-16,-18 10 0 16,-14-16 0-16,-11-10-8 15,0 7 1-15,-3-22 0 16,-4-22 0-16</inkml:trace>
  <inkml:trace contextRef="#ctx0" brushRef="#br0" timeOffset="1196.64">6576 931 113 0,'32'-9'56'0,"35"27"-65"0,-46-11 76 0,10-7-68 16,15 9 0-16,4-9-6 15,13 0 1-15,15-9-1 16,3-7 1-16,7-3-20 16,-10 10 1-16,3-7 0 15,-21 7 0-15</inkml:trace>
  <inkml:trace contextRef="#ctx0" brushRef="#br0" timeOffset="1425.35">6495 1561 107 0,'10'-9'53'0,"114"-1"-78"0,-75-2 109 16,32-1-87-16,18-15 0 16,21-6-18-16,0 9 0 15,-4-1 22-15,-13-5 1 16</inkml:trace>
  <inkml:trace contextRef="#ctx0" brushRef="#br0" timeOffset="1849.01">5091 758 90 0,'3'-81'45'0,"18"40"-49"16,-14 38 53-16,0-6-49 15,4 9 0-15,-7 0-1 16,6 18 1-16,1 17 0 0,-1 6 0 16,4 9-1-16,-3 16 1 15,-11 3-1-15,-11 0 1 16,-6 6 0-16,-15 3 1 16,-7-6 0-16,-21-3 1 15,-7-12 0-15,-14-4 1 16,-11-3-4-16,-3 7 0 15,10-4-1-15,8 10 0 0</inkml:trace>
  <inkml:trace contextRef="#ctx0" brushRef="#br0" timeOffset="2166.4">8816 498 114 0,'-11'13'57'0,"22"2"-65"15,-11 4 76-15,7 16-69 16,-4 27 1-16,1 11-5 16,-4 5 1-16,0 22-3 0,0 10 1 15,4-6-19-15,3-7 0 16,0-22 0-16,10-6 1 16</inkml:trace>
  <inkml:trace contextRef="#ctx0" brushRef="#br0" timeOffset="2566.23">9451 718 104 0,'0'-32'52'0,"3"26"-76"15,-3 12 102-15,-3 4-79 16,-4 18 1-16,0-3-2 16,0 19 1-16,0-3 1 15,-4 9 0-15,-3-6-1 16,10 9 1-16,1-9-1 16,6 9 0-16,8-6 0 15,10-3 1-15,4-19 0 16,7-12 0-16,6-16 0 15,5-10 1-15,-1-9-1 16,-3 3 0-16,-7-15 1 16,-11-1 0-16,-14-2 0 15,-14 5 1-15,-14-8-1 0,-11-4 0 16,-7-6-5-16,-3 6 0 16,3 3-1-16,7 0 1 15</inkml:trace>
  <inkml:trace contextRef="#ctx0" brushRef="#br0" timeOffset="2893.84">9730 511 111 0,'-18'-3'55'0,"18"31"-62"16,0-25 70-16,4 13-63 16,-4-1 0-16,10 29 0 15,8-6 0-15,10 6-1 16,11 9 1-16,14-6-1 16,14 6 1-16,3 7-1 15,-3-7 0-15,-3 13 0 16,-11 3 1-16,-22 13 0 15,-16-10 0-15,-33 0-1 16,-28 0 0-16,-14 6-8 16,-18 4 1-16,-6-13-1 15,-8-16 0-15</inkml:trace>
  <inkml:trace contextRef="#ctx0" brushRef="#br0" timeOffset="4272.89">11522 699 96 0,'-11'-28'48'0,"1"43"-53"0,6 4 59 0,-10 16-54 15,-11 21 0-15,-14 13 0 16,-17 38 1-16,0-7-4 15,-1 0 1-15,8-2-20 16,6-17 1-16,5-21-1 16,2-35 1-16</inkml:trace>
  <inkml:trace contextRef="#ctx0" brushRef="#br0" timeOffset="4443.31">11077 840 102 0,'14'-28'51'0,"46"47"-75"15,-39-16 101-15,4 12-78 16,7 4 0-16,0 22-2 16,-8 0 0-16,-2 12-8 0,-1 19 0 15,0 3-2-15,-4-9 1 16</inkml:trace>
  <inkml:trace contextRef="#ctx0" brushRef="#br0" timeOffset="4800.62">11359 624 97 0,'-31'-98'48'0,"-15"36"-54"0,35 46 71 0,1 7-65 16,-11-7 0-16,-8 13 0 15,-2 3 0-15,-12 19-1 16,1 9 0-16,-8 22-1 16,1 25 0-16,-4 4-1 15,0 18 1-15,14 0-1 16,15 19 0-16,17-9 1 16,14-7 0-16,14-22 1 15,14-15 0-15,15-22 2 16,6-16 1-16,4-19 1 15,3-12 0-15,-3-28 1 16,-3-20 1-16,-15-2 1 16,-3-26 0-16,-14 4-2 15,-8-13 0-15,-6 0-4 16,-11 6 1-16,-11 23-10 16,-3 5 1-16,0 13-2 15,0 10 0-15</inkml:trace>
  <inkml:trace contextRef="#ctx0" brushRef="#br0" timeOffset="5029.25">12298 414 106 0,'21'18'53'0,"-25"-11"-59"0,4 8 69 0,0 7-64 16,-3 22 1-16,-1 35 0 15,1 11 0-15,-1 17 0 16,4 25 0-16,0-7-3 16,0 4 0-16,0-16-8 15,0-7 1-15,0-15-1 16,0-12 1-16</inkml:trace>
  <inkml:trace contextRef="#ctx0" brushRef="#br0" timeOffset="5388.4">12792 981 98 0,'28'-59'49'0,"-3"15"-57"0,-18 40 67 15,-7-5-59 1,-4 3 1-16,-6 3-1 0,-8 12 1 15,-3 0-2-15,0 20 1 16,-4-4 0-16,0 6 0 16,4 10 0-16,0 3 0 15,7 3-1-15,10 6 1 16,8-6-1-16,13-15 1 16,15-14-1-16,11-2 1 15,-1-16 0-15,4-6 1 0,-8-13 1 16,1 0 1-16,-14-6 0 15,-11-9 1-15,-7-1-2 16,-14-3 1-16,-7 10-7 16,-11-6 0-16,-10 6-2 15,-4-1 0-15</inkml:trace>
  <inkml:trace contextRef="#ctx0" brushRef="#br0" timeOffset="5728.24">13042 454 106 0,'-3'-25'53'0,"-11"41"-57"16,17-16 63-16,4 0-59 15,4 3 0-15,6 3-1 16,12 7 1-16,2 3-1 0,8 9 1 15,7 15-1-15,0 20 1 16,-7 3-1-16,-11 6 1 31,-49 56 0-31,-15 1 0 16,-6-20-2-16,-4-12 1 16,-7-19-17-16,11-9 1 15,7-16-1-15,7-12 1 16</inkml:trace>
  <inkml:trace contextRef="#ctx0" brushRef="#br0" timeOffset="6002.43">14901 705 108 0,'32'-63'54'0,"-28"57"-74"16,-8 12 93-16,-10 4-73 16,-7 9 0-16,-14 15 0 15,-8 10 0-15,-13 9-1 0,-1 4 1 16,-3 6-1-16,7 15 1 15,4-3-5-15,10 10 1 16,11-13-11-16,7-9 1 16,7-10-1-16,7-19 1 15</inkml:trace>
  <inkml:trace contextRef="#ctx0" brushRef="#br0" timeOffset="6355.79">14263 520 103 0,'42'-37'51'0,"29"62"-65"16,-47-13 82-16,8 16-69 15,0 26 1-15,3 5-3 16,8 4 0-16,-1 0-5 0,-3 6 0 15,3-7-2-15,-3-8 1 16</inkml:trace>
  <inkml:trace contextRef="#ctx0" brushRef="#br0" timeOffset="6812.97">14848 486 96 0,'-28'-57'48'0,"-32"29"-51"0,46 22 63 0,-18-4-59 15,-6-5 1-15,-5 2-1 16,-3 13 1-16,1 0-3 15,-5 13 0-15,-6 21 1 16,-8 29 0-16,4 25-1 16,4 28 0-16,6 6 0 15,15 32 0-15,14-20-1 16,21-2 0-16,25-16-1 16,24-22 0-16,29-18 0 15,20-36 0-15,15-24 3 16,4-25 1-16,-4-20 2 15,-4-24 1-15,-14-19 3 0,-21 0 1 16,-21-16-1-16,-21 0 1 16,-21-3-7-16,-26 10 1 15,-23 2-13-15,-19 17 1 16,-10 8-2-16,-7 7 0 16</inkml:trace>
  <inkml:trace contextRef="#ctx0" brushRef="#br0" timeOffset="7152.34">16118 294 104 0,'-10'4'52'0,"-18"-33"-57"15,21 36 69-15,3 5-65 16,1 13 1-16,-1 13-1 15,4 15 0-15,4 41 1 16,6 22 0-16,1 3-2 0,-1 22 0 16,-3-6-6-16,0-9 1 15,0-16-1-15,0-16 0 16</inkml:trace>
  <inkml:trace contextRef="#ctx0" brushRef="#br0" timeOffset="7537.53">16443 573 105 0,'18'-18'52'0,"-43"-29"-57"15,18 47 68-15,-7-7-63 16,0 7 0-16,-11 7-1 15,0 2 1-15,1 13-1 16,-1 9 1-16,4 23-1 16,3 8 0-16,7-8 0 15,4 2 0-15,11 7 0 16,7 6 1-16,3-16-1 16,3 10 1-16,8-26 0 15,10-11 1-15,4-14-1 16,7-6 1-16,3-15 0 15,1-7 0-15,-8-12 1 16,-10-10 0-16,-8-12 0 0,-16-6 0 16,-16-7-1-16,-13 10 1 15,-7-1-7-15,-11 14 1 16,-7 8-2-16,-7 1 0 16</inkml:trace>
  <inkml:trace contextRef="#ctx0" brushRef="#br0" timeOffset="7879.49">16905 304 114 0,'0'-28'57'0,"-7"18"-63"15,7 10 70-15,7 3-65 16,0 22 1-16,4-12-1 16,10 12 0-16,14 13 0 15,8 2 0-15,13 14-1 16,4 21 0-16,-4 10 0 16,-6-4 1-16,-15 7 1 15,-17 3 1-15,-22 9 0 16,-28-3 1-16,-17-6-4 15,-22-3 0-15,-17-16-22 16,-11-9 0-16,1-10-1 16,2-12 0-16</inkml:trace>
  <inkml:trace contextRef="#ctx0" brushRef="#br0" timeOffset="8588.48">19195 2141 120 0,'-25'-6'60'0,"-74"3"-97"15,64 0 120-15,-29 0-85 16,-38 3 1-16,-18 0-3 16,-32 3 0-16,-17 0 4 15,-14 9 0-15,-18-5-2 16,-18-4 0-16,-7 3 1 16,-21-6 0-16,-10 0 2 15,-19 3 0-15,-9-6 0 16,-15-3 1-16,0 12-1 15,-18 4 1-15,1-10-1 16,-1 0 0-16,-10 3-1 16,-3 6 0-16,-4-3 0 15,-15 1 1-15,1-4-1 0,-11 12 1 16,-3-5 0-16,3 2 0 16,0 10 0-16,-7-3 1 15,11 0 0-15,7 9 0 16,14-3-1-16,3-6 1 15,8 6-2-15,13-15 0 16,-3-1-1-16,0-9 0 16,-3 16 0-16,-11-7 1 0,3 13-2 15,-3 0 1-15,0 6 1 16,14-3 0-16,3 4 0 16,8-7 0-16,24-1 0 15,11 1 0-15,14-6 0 16,-3-7 0-16,17-12 0 15,-21 0 0-15,7 0 0 16,-14 3 1-16,14 3-1 16,-4 13 0-16,22 9 0 15,17-9 0-15,18 6 0 16,10 3 0-16,26 9-3 16,24 10 1-16,-8-6-15 15,8-4 1-15,11 1 0 16,-11-7 0-16</inkml:trace>
  <inkml:trace contextRef="#ctx0" brushRef="#br0" timeOffset="10250.81">2406 4694 79 0,'35'-66'39'0,"8"3"-31"15,-26 51 40-15,-6 2-43 16,10 4 0-16,-10 6 1 16,6 19 1-16,-6 22-10 15,-1 6 1-15,-6 22 6 16,-4 47 1-16,0 9-3 0,-4 19 0 16,4 16 0-16,0 10 0 15,0-17-1-15,0-2 1 16,11-10-2-16,-4-9 1 15,-3-16-2-15,3-22 0 16,-4-6-10-16,4-19 1 16,-3-10-1-16,3-18 0 15</inkml:trace>
  <inkml:trace contextRef="#ctx0" brushRef="#br0" timeOffset="10572.38">4244 4678 110 0,'-18'-28'55'0,"18"37"-67"15,7 1 81-15,4 12-69 16,-11 22 1-16,0 22-1 16,3 28 1-16,4 18-2 15,-7 5 1-15,0 14 0 16,0 7 0-16,0-12-4 16,0-17 1-16,-7-2-9 15,4-16 0-15,-15-13-1 0,-3-15 1 16</inkml:trace>
  <inkml:trace contextRef="#ctx0" brushRef="#br0" timeOffset="11010.6">3517 4832 104 0,'-17'-10'52'0,"27"29"-62"0,-3-9 75 0,4 9-65 16,3 6 0-16,11 15-2 16,6 23 1-16,12 9-1 15,6 3 0-15,0-2-2 16,8 2 0-16,6-3 0 15,15-6 0-15,-14-7 2 16,10-15 1-16,-14-22 3 16,0-9 1-16,-1-16 2 15,-6-13 1-15,4-9-1 16,-8-10 1-16,-6-2-2 16,-12-4 0-16,-6-3-3 15,-11-6 1-15,-7 3-3 16,-7 0 1-16,0 0-6 0,0 6 0 15,0 0-12-15,0 10 0 16,11-10 0-16,-1 4 1 16</inkml:trace>
  <inkml:trace contextRef="#ctx0" brushRef="#br0" timeOffset="11380.63">4840 4490 102 0,'-39'-60'51'0,"25"35"-64"0,11 16 85 0,3 3-71 16,0 6 0-16,0 0-1 15,3 9 1-15,15 10-2 16,10 12 1-16,4 26 0 16,17 12 1-16,8 19-2 15,3 12 1-15,0 19 0 16,-7 10 0-16,-11-1 0 16,-17 7 0-16,-22 9 0 15,-17-9 1-15,-32-3-1 16,-7-7 1-16,-14 1-4 15,-10-20 1-15,-5-21-9 0,12-22 0 16,10-19-14-16,18-16 1 16,20-25-1-16,22-22 1 15</inkml:trace>
  <inkml:trace contextRef="#ctx0" brushRef="#br0" timeOffset="11693.99">5789 5083 112 0,'-56'44'56'0,"20"-38"-86"0,36-6 119 0,14 3-89 15,15 6 1-15,9-2-1 16,22-1 0-16,15-9-1 16,13 0 0-16,11 6-1 15,6-3 1-15,-6-6-3 16,3-1 1-16,-3-5-3 16,0-1 0-16,-14 1-10 15,-8-1 0-15,-10-3 1 16,-24 4 1-16</inkml:trace>
  <inkml:trace contextRef="#ctx0" brushRef="#br0" timeOffset="11912.11">5652 5697 96 0,'-64'-3'48'0,"46"13"-59"0,22-17 75 16,10 1-64-16,7 0 1 15,11 0-1-15,17-1 0 0,8 7-1 16,13-6 0 0,1 0-2-16,6-4 0 0,5-5-11 15,-8 2 1-15,-4-3-1 16,-3-2 1-16</inkml:trace>
  <inkml:trace contextRef="#ctx0" brushRef="#br0" timeOffset="12680.27">9155 4060 100 0,'-50'-84'50'0,"1"2"-63"0,38 67 81 0,-6-7-68 15,-5 3 0-15,1-6 0 16,-10 6 0-16,2 10 0 16,-6 9 0-16,10 9 0 15,-3 7 0-15,7 21 0 16,-4 35 0-16,1 10 0 16,2 15 0-16,1 32-1 15,0 18 1-15,-4 7 0 16,8 31 0-16,3-7 0 15,3 11 1-15,0 5 0 16,4 4 1-16,0 9-1 0,-7-10 1 16,-7 4-1-16,-4 12 1 15,-6-9-1-15,-8 6 0 16,0 0 0-16,-7-19 0 16,7-15-1-16,8-26 0 15,2-12 0-15,-2-31 1 16,13-19 0-16,7-22 0 15,8-13 1-15,10-9 0 16,11-6 0-16,13-10 0 16,15-3 0-16,18-3 1 15,13-10-2-15,8-5 1 0,14-14-7 16,7-2 1-16,-8-7-1 16,-2-6 0-16</inkml:trace>
  <inkml:trace contextRef="#ctx0" brushRef="#br0" timeOffset="13090.63">9772 4575 110 0,'-25'-66'55'0,"8"3"-54"0,17 54 59 15,3-10-60-15,1 3 0 16,-4 10 0-16,3 0 0 0,4 12 0 16,4 10 0-16,-1 21-1 15,1 35 1-15,-4 13-1 16,-7 15 1-16,0 23-5 16,-3 8 1-16,-5 11-19 15,5 11 0 1,3-9 0-16,0-18 0 0</inkml:trace>
  <inkml:trace contextRef="#ctx0" brushRef="#br0" timeOffset="13494.82">9465 6673 113 0,'-42'-19'56'0,"31"-3"-79"0,4 16 107 16,0-4-85 0,0 10 1-16,0 6-2 0,0 7 0 15,3 12 1-15,4 16 0 16,7 12-1-16,7 4 0 15,15 5-1 1,2-5 1-16,8-7-1 0,11-3 1 16,-5-9 1-16,8-13 0 15,-7-13 1-15,0-15 0 0,-7-9 2 16,-7-10 0-16,-8-7 1 16,-6-18 0-16,-11-6 0 15,-7-3 1-15,-3-4-3 16,-8 7 0-16,-3 2-9 15,-4 4 0-15,-3 4-1 16,-11-4 0-16</inkml:trace>
  <inkml:trace contextRef="#ctx0" brushRef="#br0" timeOffset="13962.85">10301 4026 110 0,'-35'-47'55'0,"24"9"-61"0,22 29 71 16,3-1-66-16,7 1 1 16,7-3 0-16,4 5 0 0,7 7-1 15,3 10 1-15,1 21-1 16,-1 32 0-16,-3 18 0 16,-1 29 0-16,-9 44 0 15,-5 37 1-15,-9 35-1 16,-1 31 1-16,-4 9 0 15,-3 10 0-15,-10-15 0 16,-4-4 0-16,-14-9 0 16,-15-20 1-16,-6-2 0 15,-7-16 1-15,-11-9 1 16,-7-22 0-16,-4-13 0 16,11-34 0-16,4-19-6 15,10-38 1-15,3-28-2 16,12-38 0-16</inkml:trace>
  <inkml:trace contextRef="#ctx0" brushRef="#br0" timeOffset="14259.64">12577 5399 120 0,'35'26'60'0,"-32"-23"-64"0,-3-3 71 15,0 0-68-15,0 6 0 0,-10 10-1 16,-8 15 1-16,-14 29 0 16,-10 15 0-16,-7 22-2 15,-15 10 1-15,4 15-4 16,4-3 0-16,-1-19-12 15,8-5 0-15,3-20 0 16,0-12 1-16</inkml:trace>
  <inkml:trace contextRef="#ctx0" brushRef="#br0" timeOffset="14490.11">11758 5682 76 0,'21'-94'38'0,"-10"40"-34"15,-4 42 50-15,0 2-49 16,11 4 0-16,-1 3 3 0,4 3 0 16,4 12-10-16,14 7 1 15,3 13 6-15,1 21 0 16,6 13-5-16,0 9 0 15,1 0-13-15,-1 7 0 16,4-1-2-16,3-15 1 16</inkml:trace>
  <inkml:trace contextRef="#ctx0" brushRef="#br0" timeOffset="14936.39">12517 5111 101 0,'-53'-72'50'0,"-60"19"-58"0,81 40 77 0,-7 0-68 16,-10 13 0-16,-4 7-1 16,-7 12 1-16,0 24-2 15,-7 20 0-15,-4 22 0 16,-3 21 0-16,11 32-1 15,10 4 0-15,7 8 0 16,11 10 1-16,17-13-1 16,15-18 1-16,17-13 1 15,21-22 0-15,14-19 0 0,11-21 1 16,11-26 0 0,6-19 1-16,5-21 0 0,2-10 1 15,1-22 0-15,0-19 1 16,-8-18-1-16,1-14 0 15,-11-8-1-15,0-10 0 16,-4 3-2-16,-10 4 1 16,-14 15-2-16,-21 6 1 15,-29 19-3-15,-24 10 1 16,-32 12-5-16,-28 3 1 16,-11 10-1-16,-4-1 1 0</inkml:trace>
  <inkml:trace contextRef="#ctx0" brushRef="#br0" timeOffset="15433.09">14153 3910 119 0,'-49'-38'59'0,"-21"-46"-67"16,59 65 79-16,0 3-72 15,1-3 0-15,3 7-3 0,0-1 1 16,3 10 1-16,4 0 0 15,4 41-3-15,-4 15 1 16,-4 44 0-16,-3 22 0 16,-11 44 1-16,-6 29 0 15,-12 40 2-15,-2 22 0 16,-1 19 1-16,7-4 1 16,7 7-1-16,8-9 1 15,3 2 0-15,7-15 0 16,-8 107 2-1,1-73 0-15,4-52 0 16,3-54 1-16,3-48-1 16,8-24 1-16,3-31-2 15,10-23 0-15,12-15-4 16,9-19 0-16,12-13-14 16,10-21 1-16,7-20 0 15,3-24 0-15</inkml:trace>
  <inkml:trace contextRef="#ctx0" brushRef="#br0" timeOffset="15752.33">14997 3976 119 0,'-36'-63'59'0,"19"60"-75"0,10 6 95 16,0 16-79-16,-8 22 0 15,5 15 0-15,-1 7 0 0,4 12-2 16,0 10 1-1,4 18-5-15,3 7 0 16,0-7-14-16,3 7 0 16,-3 9 0-16,0 1 0 0</inkml:trace>
  <inkml:trace contextRef="#ctx0" brushRef="#br0" timeOffset="16185.57">14407 6644 119 0,'-10'10'59'0,"-1"-10"-80"0,11 0 105 15,0 0-85-15,-3 9 1 16,-1 10-4 0,4 15 1-16,0 10 1 0,7 7 0 15,4 5-3-15,3 7 1 16,11-4-2-16,3-5 1 16,4-4 1-16,6-9 0 15,5-7 3-15,6-18 1 0,1-13 2 16,-1-9 0-16,0-10 3 15,-6-12 1-15,-12-1-1 16,-9-2 1-16,-12-7-2 16,-10-9 0-16,-10-3-4 15,-12 0 1-15,-6-6-9 16,-4 5 1-16,-10 1-16 16,-4 6 1-16,-7 4 0 15,-3 11 0-15</inkml:trace>
  <inkml:trace contextRef="#ctx0" brushRef="#br0" timeOffset="16742.18">15342 3731 110 0,'-35'-41'55'0,"46"10"-78"0,-1 25 101 0,11-4-79 15,11 4 1-15,21 3-2 16,14 12 0-16,11 7 2 16,6 6 0-16,-3 9-2 15,1 10 0-15,-8 25 1 16,-4 25 0-16,-13 19 0 16,-15 34 0-16,-14 16 1 15,-10 25 1-15,-11 22 0 16,-7 9 0-16,-7 19 0 15,-11-3 0-15,-3 1 0 16,0-1 0-16,0 9 0 16,0-6 0-16,3-9-1 15,0 9 1-15,1-28-1 16,-1-6 1-16,-3-16 0 16,-4-19 1-16,-10-28 1 15,-11-13 0-15,-14-21-1 16,-10-23 1-16,2-21-4 0,1-29 1 15,0-18-8-15,0-19 0 16,11-19-1-16,17-26 0 16</inkml:trace>
  <inkml:trace contextRef="#ctx0" brushRef="#br0" timeOffset="17034.29">18373 5409 124 0,'3'16'62'0,"-70"31"-75"0,42-32 87 0,-10 20-75 16,-11 15 1-16,-3 19-2 15,0 9 0-15,-1 7 0 16,1 12 1-16,-4 10-5 16,-4-7 0-16,5-6-20 15,-16-12 0-15,5-13 1 16,-1-16 0-16</inkml:trace>
  <inkml:trace contextRef="#ctx0" brushRef="#br0" timeOffset="17252.68">17607 5421 106 0,'50'-3'53'0,"2"16"-71"0,-30-1 99 15,2 10-78-15,5 7 0 16,-5 11 0-16,4 23 1 0,1 12-9 15,-1 1 1 1,0-1-13-16,7-3 1 0,-3-6-2 16,10-19 0-16</inkml:trace>
  <inkml:trace contextRef="#ctx0" brushRef="#br0" timeOffset="17687.5">18239 5130 113 0,'-64'-57'56'0,"-28"20"-72"16,68 30 93-16,-12 1-76 16,-13 6 0-16,-18 13-1 15,-4 21 0-15,-6 10-2 16,-4 19 1-16,3 18-1 15,8 26 0-15,2 12 0 16,12 13 0-16,17 12 0 16,18 0 0-16,11-9 1 0,20-16 1 15,15-12 0-15,17-19 1 16,11-22 0-16,18-23 0 16,13-24 0-16,8-19 0 15,10-19 1-15,8-28 0 16,6-15 0-16,-14-14 0 15,-10-14 0-15,-11-11 0 0,-17-9-1 16,-15-6 1-16,-17 7-2 16,-29-1 1-16,-17 10-6 15,-25-1 0-15,-6 7-19 16,-8 9 0-16,-4 10 0 16,8 16 1-16</inkml:trace>
  <inkml:trace contextRef="#ctx0" brushRef="#br0" timeOffset="18136.49">19928 3681 122 0,'29'-50'61'0,"-75"-63"-88"15,32 94 117-15,0-9-91 0,-11 3 1 16,-10 6-2 0,-4 6 0-16,0 17 0 0,-3 14 0 15,-4 26-3-15,-7 19 1 16,-7 25 0-16,0 44 0 16,0 31 1-16,4 44 1 15,6 25 2-15,8 28 1 16,10 19 1-16,7-3 0 15,11 3 0-15,4-16 0 16,6-2-1-16,4-7 1 16,4-10 0-16,3 7 0 15,0-9-1-15,0-4 0 0,-4-3 0 16,8-12 0-16,-1-4 0 16,1-27 0-16,-4-29-1 15,-3-19 0-15,-1-31-1 16,-3-25 1-16,4-23-2 15,13-18 1-15,15-18-3 16,14-20 0-16,14-9-9 16,18-6 1-16,6-10 0 15,11-9 0-15</inkml:trace>
  <inkml:trace contextRef="#ctx0" brushRef="#br0" timeOffset="18517.61">20923 3910 106 0,'-91'-53'53'0,"62"21"-58"0,26 29 73 0,-1 3-68 16,4 3 0-16,0 10 0 15,4 9 0-15,3 28-1 16,0 19 1-16,0 22-2 15,4 28 1-15,-4 25-3 16,0 29 0-16,-7 18-17 16,0 3 0-16,3 13 0 15,-6-34 1-15</inkml:trace>
  <inkml:trace contextRef="#ctx0" brushRef="#br0" timeOffset="19022.89">20609 7014 111 0,'14'-3'55'0,"-35"-6"-76"0,14 6 103 0,-3 0-82 16,-5-1 0-16,-2 4-1 16,-1 4 0-16,1 5 0 15,-5 7 0-15,-2 18-1 16,-1 10 0-16,-3 19 0 15,7 9 0-15,-1 3 0 16,12-6 1-16,10 0 0 16,10-16 1-16,15-2-1 15,17-17 1-15,4-9 0 16,7-12 0-16,-3-10 1 16,3-6 1-16,-4-10 0 15,0-6 1-15,-3-15 0 16,-3-13 1-16,-1-16-3 15,-3-3 1-15,-4-3 0 16,-14 3 0-16,-14 7-2 16,-17 2 0-16,-29 7-6 15,-18 9 1-15,-17 4 1 0,-14-1 0 16</inkml:trace>
  <inkml:trace contextRef="#ctx0" brushRef="#br0" timeOffset="19590.59">21569 3712 105 0,'-39'0'52'0,"18"-59"-48"15,21 43 55-15,7-3-60 16,7-9 0-16,11 0-1 16,10 0 0-16,7 12 2 15,11 13 0-15,4 9-2 0,6 16 0 16,1 16 0-16,-4 18 1 16,3 29 1-16,-21-22 0 15,8 106 0 1,-11 41 0-16,-8 28 1 0,-6 29 0 15,-7 31-1-15,-4-7 1 16,-4 7-2-16,1-16 1 16,-4 4 0-16,0-13 0 15,-3-1 1-15,-1-8 0 0,1-10 3 16,-4-13 0 0,-4-5 0-16,-10-26 0 0,-11-25 0 15,-17-38 1-15,-28-37-11 16,-36-35 1-16,-57-50-3 15,-34-72 1-15</inkml:trace>
  <inkml:trace contextRef="#ctx0" brushRef="#br0" timeOffset="20526.86">5440 10229 113 0,'-21'28'56'0,"-4"-44"-54"0,21 13 56 0,4 3-58 16,11 0 0-16,-4 0-1 16,14 3 1-1,0 3 0-15,18 10 0 0,11 3-1 16,20 3 0-16,15 0-2 15,3-7 1-15,7 1-5 16,1 3 1-16,2-6-12 16,-2-4 0-16,-12-3 1 15,1-6 0-15</inkml:trace>
  <inkml:trace contextRef="#ctx0" brushRef="#br0" timeOffset="20767.43">5542 11116 100 0,'-53'13'50'0,"32"-10"-60"0,32-6 82 0,10-1-69 15,7-2 0-15,21-3 1 16,22-1 1-16,17-2-7 15,7-1 1-15,15-2 0 16,17 8 1-16,-11 4-24 16,1-3 0-16,-8-10 0 15,-24-6 0-15</inkml:trace>
  <inkml:trace contextRef="#ctx0" brushRef="#br0" timeOffset="21994.08">13208 7927 107 0,'11'-116'53'0,"24"97"-52"0,-21 22 54 0,4 10-55 16,3 18 0-16,0 22 0 15,4 13 0-15,-1 16-1 16,1-4 1-16,3 1 0 15,4 8 0-15,7-5-1 16,7-10 1-16,10-6-1 16,18-3 1-16,21-10 0 15,25 7 1-15,22-10 0 16,20 3 0-16,18-6-1 16,28 0 1-16,4-12-1 0,27-20 0 15,12-15 0-15,21-15 0 16,13-11-1-1,26-2 1-15,3-3 0 16,3 6 1-16,8 12 0 0,6 13 0 16,-10 19-1-16,7 9 1 15,-17 10 0-15,6 12 0 16,-10 0-2-16,-7-3 1 16,0-15-1-16,0-4 1 15,-4-12-1-15,-3 2 1 16,-7-5-1-16,-11 9 1 15,-21 3 0-15,-18 0 1 0,-24 10-1 16,-22-4 1-16,-20-3-1 16,-19-6 1-16,-20-6 0 15,-15-16 0-15,-13-19 1 16,-4-31 1-16,-4-35 0 16,-3-15 1-16,-4-16-1 15,-11-19 0-15,-17 9-1 16,-17 7 1-16,-19 16-8 15,-20 18 1-15,-25 7-1 16,-32 28 0-16</inkml:trace>
  <inkml:trace contextRef="#ctx0" brushRef="#br0" timeOffset="22822.85">8657 9855 101 0,'-17'-78'50'0,"-72"-51"-45"0,68 101 51 16,-7 0-56-16,-7 3 1 15,-4 9-2-15,0 13 1 16,7 19 0-16,-3 21 0 15,10 14-1-15,1 21 1 0,6 34-1 16,4 29 1-16,3 22-1 16,4 37 0-16,-3 10 0 15,-4 25 1-15,-4-16-1 16,-3 13 1-16,-7-16 0 16,-11 3 0-16,-7 16 0 15,-7 0 1-15,-3-15 0 16,-1-11 1-16,8-14 0 15,6-14 0-15,12-15 0 16,13-13 1-16,0-24-1 16,15-20 0-16,10-21 0 15,18-20 0-15,13-21-2 16,22-13 1-16,14-21-3 16,4-29 1-16,14-22-10 15,14-13 0-15,3-15-1 16,7-19 1-16</inkml:trace>
  <inkml:trace contextRef="#ctx0" brushRef="#br0" timeOffset="23137.88">9744 10109 122 0,'-32'-34'61'0,"25"25"-74"0,7 9 91 0,0 6-79 16,-4 13 1-16,8 25-2 15,-8 12 1-15,1 19-3 16,-1 19 1-16,4 25-7 15,-3 13 0-15,-1 19-12 16,-6 15 1-16,-1 0 0 16,-10 0 1-16</inkml:trace>
  <inkml:trace contextRef="#ctx0" brushRef="#br0" timeOffset="23535.77">9197 12038 107 0,'-39'-25'53'0,"7"6"-71"0,22 13 95 16,-4 12-78-16,0 7 1 15,-1 9-2-15,1 12 0 16,4 16 1-16,6 19 0 15,4 10-2-15,11-1 0 16,6 4 0-16,12-10 0 0,2 0 1 16,12-13 1-16,3-12 2 15,3-15 0 1,7-13 2-16,1-10 0 0,3-12 1 16,-4-10 0-16,-3-12 0 15,-7-9 0-15,-4-10-2 16,-13-10 1-16,-5-5-2 15,-6 2 0-15,-14 10-1 16,-15 0 0-16,-17 7-4 16,-15 2 0-16,-10 7-18 15,4-4 0-15,-7-6 0 16,13-9 0-16</inkml:trace>
  <inkml:trace contextRef="#ctx0" brushRef="#br0" timeOffset="24006.02">10326 9877 113 0,'-39'-75'56'0,"50"22"-79"0,-4 31 104 0,10 9-82 15,11-5 1-15,4 5-1 16,14 7 1-16,11 12 0 16,6 16 0-16,8 16-1 15,-1 18 0-15,-3 35 0 16,-7 25 0-16,-14 31 0 15,-14 38 1-15,-18 22 0 16,-14 25 0-16,-14-6 0 16,-11 9 0-16,-17-18 0 15,-8-7 0-15,-6-6 0 16,-4-10 1-16,-4-6 0 16,-3 3 0-16,-3 1 1 15,-15-7 0-15,1-3 0 16,2-13 0-16,8-31-1 15,11-22 1-15,10-28-7 16,11-32 0-16,10-37-20 0,11-28 1 16,21-48-1-1,17-18 1-15</inkml:trace>
  <inkml:trace contextRef="#ctx0" brushRef="#br0" timeOffset="24322.47">12471 11411 122 0,'-11'-3'61'0,"8"25"-90"0,-8-13 119 0,-7 7-91 16,-6 18 1-16,-12 10-1 15,-9 28 1-15,-5 25-1 16,-6 13 1-16,-1 16-4 16,1-1 1-16,3-6-7 15,4-12 1-15,6-23-1 16,11-18 0-16</inkml:trace>
  <inkml:trace contextRef="#ctx0" brushRef="#br0" timeOffset="24601.06">11927 11633 109 0,'11'-47'54'0,"-4"47"-56"0,0 0 68 16,7 0-65-16,4 7 0 16,10 2 0-16,7 7 0 15,11 12-2-15,11 16 0 16,38 62-19 0,-10-2 0-16,-15-7 0 15,1-15 0-15</inkml:trace>
  <inkml:trace contextRef="#ctx0" brushRef="#br0" timeOffset="24958.31">12728 11568 100 0,'-39'-94'50'0,"-38"3"-58"16,59 56 81-16,-7-6-71 15,-10 1 0-15,-7 2 0 16,-15 3 1-16,-10 7-5 15,-7 6 1-15,-3 13 1 16,-4 9 1-16,-1 12-2 16,-2 20 1-16,-1 18-1 15,11 13 1-15,3 18-1 0,4 20 1 16,11 18 0-16,10 19 0 16,7 9 0-16,18 16 1 15,18-12-1-15,17-4 0 16,17-15 0-16,29-16 1 15,18-28-1-15,17-26 1 16,8-30-1-16,17-26 1 0,3-22 1 16,-7-18 0-1,-13-13 0-15,-8-16 1 0,-17-9 0 16,-22-10 0-16,-14-6-1 16,-20-2 0-16,-19-14-8 15,-10 7 1-15,-11-3-1 16,-10-1 0-16</inkml:trace>
  <inkml:trace contextRef="#ctx0" brushRef="#br0" timeOffset="25658.82">14834 9965 121 0,'-14'-97'60'0,"-28"-69"-65"16,31 119 72-16,-13-10-68 0,-15-5 1 16,-14 2-2-16,-11 10 1 15,-6 9-1-15,-1 16 0 16,-6 3-1-16,3 16 1 15,3 6-1-15,4 22 0 16,3 18 2-16,5 39 0 16,2 24 2-16,-3 42 0 15,4 30 1-15,-1 32 0 16,4 25 0-16,0 10 0 0,4-1-1 16,3 7 1-16,0 6-1 15,0 3 1-15,8 10-1 16,-1-1 0-16,4 13-1 15,-1 10 1-15,4 24-1 16,1 10 1-16,-15-6-1 16,-4-22 1-16,-2-32-1 15,-5-25 0-15,1-24 0 16,-1-36 0-16,4-24 0 16,-3-22 1-16,6-10 0 15,5-9 0-15,-1 3 0 16,0-3 0-16,-4 6 0 15,-2 19 0-15,-1 0 0 16,10 0 0-16,12-9-1 16,13-7 0-16,18-6-1 15,11-19 1-15,10-9 0 16,3-13 0-16,5-9-1 16,-1 6 1-16,0-6 0 15,0 19 0-15,8-1 1 0,6 1 0 16,11 0-1-16,7-1 1 15,3-15-1-15,15-9 1 16,0-13-1-16,10-16 1 16,7-12-2-16,-3-10 1 15,6-15-3-15,5-6 1 16,10-17-19-16,21-30 0 16</inkml:trace>
  <inkml:trace contextRef="#ctx0" brushRef="#br0" timeOffset="27996.94">21696 3631 90 0,'-39'-100'45'0,"4"-23"-39"16,28 101 45-16,0-15-52 15,-4-10 1-15,-3-13 0 0,0-9 1 16,0-16 0-16,0 13 0 15,-4-6 1 1,-7 12 0-16,-3 6 0 0,-11 7 1 16,-14 15 0-16,-10 4 0 15,-8 15-1-15,-3 7 0 16,-7 15-1-16,-14 19 0 16,-11 3-1-16,-3 22 0 0,3 12 0 15,3 10 1-15,-6-3-1 16,0 22 0-16,-1-10 0 15,8 26 1-15,7 18-1 16,3 1 1-16,-10 33-1 16,7 20 1-16,-1 12-1 15,8 25 1-15,7 10-1 16,3 12 0-16,8-12 0 16,10 12 0-16,-4-25 0 15,8-3 0-15,7 6 1 16,6-12 0-16,11 0 0 15,11 6 0-15,14 0 1 16,21-10 0-16,18 10-1 16,3-9 1-16,11-10-2 15,7-6 1-15,7-32 0 16,7-9 0-16,11-25-1 16,3-22 0-16,0-18 1 15,14-20 0-15,11-15 0 16,7-10 0-16,7-9-1 0,10-6 1 15,8-4-1-15,0-2 0 16,-4-4 0-16,0-3 0 16,0-9-1-16,-11-13 1 15,1-12 0-15,-15-10 0 16,7-28 0-16,-3-16 0 16,4-21 0-16,-15-13 0 15,-3-23 0-15,-7 1 1 0,-4 0 0 16,0-6 0-16,-10-4 0 15,-8-2 0-15,-3-10 0 16,-7-10 0-16,-3-15-1 16,-1-28 1-16,-7 2-1 15,-6-27 0-15,-8 18-1 16,-14-6 1-16,-3 19 0 16,-8 16 0-16,-13 15-1 15,-8 4 1-15,-6 8 0 16,-12 11 0-16,-13-8 0 15,-7-5 0-15,-11 3 0 16,-11 12 0-16,-3 1 0 16,-14 5 0-1,-7 20 0-15,-15 24 0 0,4 20 0 16,1 11 0-16,-1 14 0 16,-4 12 0-16,-2 12 0 15,2 16 0-15,1 1 0 16,-1 15 0-16,-6 15 0 15,3 1 0-15,11 21-1 0,3 13 1 16,0 28 0-16,-3 26 0 16,0 18 0-16,3 31 0 15,4 26-1-15,3 34 1 16,-3 10 0-16,10 18 0 16,7-6-2-16,8 9 0 15,10-5 1-15,3-4 1 16,-6 163 0-1,3-57 0-15,18-15 0 16,3-31 0-16,7-3 2 16,7-26 0-16,15-31-3 15,3-25 1-15,14-19 0 16,7-22 0-16,11-21 0 16,13-23 0-16,15-15 0 15,14-20 0-15,4-15 0 16,3-21 1-16,18-11-1 15,10-15 1-15,11-15-1 16,7-16 0-16,14-7 0 16,14-9 0-16,4-12 0 15,3-4 0-15,7-6-1 16,-3-12 1-16,0-7-2 16,-8-15 1-16,-2-10-2 15,-12-6 1-15,-20-16 1 16,-8-19 1-16,-10-15 0 15,-4-35 1-15,-14-12 1 0,-7 0 0 16,-14 3 0-16,-10 3 1 16,-12 18-2-16,-9-11 1 15,-12 8-2-15,-10-8 1 16,-10-7-1-16,-8-10 1 16,-10-12-1-16,-11-12 1 15,-6 12-1-15,-12-13 0 16,-3 38-1-16,-7 19 1 0,-17 35-4 15,-22 27 0-15,-11 29-1 16,-34 25 1-16</inkml:trace>
  <inkml:trace contextRef="#ctx0" brushRef="#br0" timeOffset="28528.4">16450 3462 104 0,'-60'-76'52'0,"67"36"-52"0,-7 30 53 16,4 4-53-16,3 0 0 16,0 6 0-16,7 6 0 0,-7 13 0 15,0 25 0-15,-7 12 0 16,0 13 1-16,-4 13-1 16,8-14 1-16,10-11 0 15,18-19 0-15,31-16 2 16,50-38 1-16,42-37-1 15,54-45 1-15,45-21-1 16,24-25 1-16,-3 3-1 16,-17 15 0-16,-29 20-5 15,-31 24 0-15,-46 29-1 16,-36 22 0-16</inkml:trace>
  <inkml:trace contextRef="#ctx0" brushRef="#br0" timeOffset="30095.11">22899 4045 65 0,'-25'-207'32'0,"-21"-6"-27"15,25 140 33-15,-18-8-34 16,-21-4 1-16,-17-6 2 16,-29-9 0-16,-21 9-9 15,-18 13 1-15,-17 15 5 16,-7 19 1-16,-11 16-3 15,-7 22 0-15,0 31-1 16,-4 12 0-16,4 20-1 16,-3 18 1-16,3 10 1 0,0 37 0 15,10 3 1-15,1 35 0 16,0 19 0-16,17 19 1 16,14 43-1-16,22 38 1 15,10 6-3-15,35 38 0 16,11 13-1-16,32 0 1 15,24 8-2-15,18-27 0 16,25-13-1-16,18-34 0 16,17-22-1-16,17-41 0 15,12-35 0-15,2-37 0 0,12-41 2 16,17-31 1-16,7-32 1 16,14-43 0-16,14-32 2 15,11-22 0-15,-4-38 1 16,8-21 1-16,-8-22-2 15,-7-35 1-15,-10-16-1 16,-11-21 1-16,-14-1-2 16,-24-34 1-16,-26-9-2 15,-20-16 1-15,-29 0-1 16,-18-7 1-16,-24 23-2 16,-21 12 1-16,-29 44-2 15,-17 38 0-15,-32 37-13 16,-28 41 0-16,-39 28 0 15,-17 19 0-15</inkml:trace>
  <inkml:trace contextRef="#ctx0" brushRef="#br0" timeOffset="30645.15">15487 6930 112 0,'-35'-88'56'0,"28"44"-55"16,10 38 56-16,4 6-58 15,4 9 0-15,3 10-2 16,7 15 1-16,0 14 1 16,7 5 1-16,4 3-2 0,7 1 1 15,3-4 0-15,11-3 1 16,4-15 1-16,6-10 1 16,18-10 1-16,22-11 1 15,13-11-1-15,15-8 1 16,20-14-2-16,8-2 1 15,7-3-13-15,3 8 1 16,-3 8-2-16,-53 2 1 31,-113 16 10-15,0 0 0-16</inkml:trace>
  <inkml:trace contextRef="#ctx0" brushRef="#br0" timeOffset="32314.77">20391 6118 103 0,'31'3'51'0,"54"37"-48"16,-60-30 51-16,-1 2-54 0,1 1 0 15,-4-4 0-15,-7-9 1 16,-10-9-2-16,-11-10 1 15,-18-6 0-15,-14-3 0 16,-24-10-1-16,-29-6 1 16,-24 0 1-16,-11-6 0 15,-22-3 0-15,-16-4 1 16,9 4-1-16,-2-3 1 0,-8 2 0 16,4-2 0-16,-1-7-1 15,-13-3 0-15,7-6-1 16,-4-25 0-16,-4 9 0 15,12-3 1-15,6 10-1 16,0-16 0-16,14 9 0 16,8 6 1-16,17 10 0 15,4 3 0-15,10 13-1 16,-4-4 1-16,8 4 0 16,-4 2 0-16,14 4 0 15,11 9 1-15,0 7-1 16,11-7 0-16,10 16 0 15,3 6 1-15,4 22-2 16,11 16 0-16,3 22 0 16,4 15 0-16,7 26 0 15,10 6 0-15,11-10 0 16,7-9 0-16,14-9 0 16,4 2 0-16,3-21 0 15,0-6 0-15,-3-4-1 0,-1-6 1 16,-3-3 0-16,1 3 0 15,-8-9 0-15,-4 0 0 16,-3-4-1-16,-3-3 1 16,-4-15 0-16,-8-3 0 15,5-19 0-15,-4-16 0 16,3-19 0-16,-3-19 0 16,11-2 0-16,-1 9 1 15,11 6-1-15,-3 6 0 0,3 9 0 16,-4 11 1-16,4 8-1 15,-3 7 0-15,6 6 0 16,4 3 0-16,15-3-1 16,13-12 1-16,21-4 0 15,29-9 0-15,18-3-1 16,27 3 1-16,22 22-13 16,14 34 0-1,10 51-1-15,-35-7 1 0,-148-53 13 16</inkml:trace>
  <inkml:trace contextRef="#ctx0" brushRef="#br0" timeOffset="34028.8">15808 9818 102 0,'-7'-16'51'0,"-7"4"-47"15,10 12 52-15,1 0-56 16,-4 6 1-16,-7 3 0 16,-1 19 1-16,-2 7-2 15,3 15 0-15,0 19 1 16,0 13 1-16,-1 12 1 16,-2-6 0-16,-4 12-1 15,-8 10 0-15,1-7 0 16,-7-6 1-16,0 4-2 15,-1-23 0-15,8-9-1 16,0-12 0-16,7-10-4 0,3-7 1 16,4-11-11-16,3-8 0 15,4-8 0-15,4-10 0 16</inkml:trace>
  <inkml:trace contextRef="#ctx0" brushRef="#br0" timeOffset="34689.64">15155 11561 99 0,'-42'-12'49'0,"-4"21"-56"16,36-3 66-16,-12 4-59 0,-6 9 1 16,0 12 0-16,0 19 0 15,-8-3-2-15,5 16 1 16,2 0 0-16,5 12 1 15,-1 0-1-15,7 7 0 0,8-1-1 16,6 4 1-16,8-16-1 16,6-13 1-16,5-12-1 15,2-6 1-15,4-13 0 16,4-6 1-16,0-19 1 16,10-13 0-16,-3-9 0 15,3-9 0-15,0-10-1 16,8-3 1-16,-5-6-1 15,-6 0 1-15,0-3-1 16,-11-1 1-16,-7-5-1 16,-14-13 0-16,-3-4 0 15,-15-8 0-15,-7 5-3 16,-3 7 0-16,-11 6-24 16,-6 13 1-16</inkml:trace>
  <inkml:trace contextRef="#ctx0" brushRef="#br0" timeOffset="37026.22">20606 6114 68 0,'14'0'34'0,"-14"-12"-18"0,-4 12 34 0,-6 0-45 16,-11 3 1-16,-11 6 0 15,-7 7 1-15,-3 12-10 16,-15 7 1-16,1-4 5 16,-11 7 1-16,-14-4-3 15,-11 4 0-15,-14 0-1 16,-28 2 0-16,-18 14-1 16,-13 2 1-16,-26 16 0 15,1 16 0-15,-12-10 0 16,-2 16 0-16,-4-3 0 15,-4 7 0-15,7 5 0 16,4-6 0-16,0-12 0 16,18-3 1-16,-8-7-1 15,18-6 0-15,11-10 0 16,14-2 1-16,17-4-1 16,8 7 0-16,10-13 0 0,18 0 0 15,14-19 0-15,21-3 1 16,17-19-1-16,19-9 0 31,38-60 1-31,11 7 0 16,-1-7 0-16,8 4 0 15,-4-4 0-15,4-6 0 16,-4 3-1-16,0 7 1 16,-3 12 0-16,0 3 0 0,3 0 0 15,0 0 0-15,0 6 0 16,1 7 0-16,-8 3 0 15,-7 6 1-15,-11 15-2 16,-13 17 1-16,-11 21-1 16,-18 35 0-16,-10 16 0 15,-11 15 0-15,-4 6 0 16,4 1 0-16,11-13 0 16,13-7 1-16,12-21-1 15,13-13 0-15,11-12 0 16,11-1 1-16,13-11-1 15,5-8 0-15,9 4 0 16,12-6 1-16,10 0-1 16,14 3 1-16,14 2-5 15,18 8 0-15,3 8 0 16,11 7 1-16</inkml:trace>
  <inkml:trace contextRef="#ctx0" brushRef="#br0" timeOffset="38118.31">18316 4405 79 0,'18'-50'39'0,"-18"16"-21"16,-4 27 40-16,-3-5-54 0,0 3 0 15,-3 2 1 1,-1 7 1-16,4-3-8 0,0 6 0 16,3 13 5-16,1 3 0 15,6 3-4-15,4 12 1 16,4 7-2-16,0 9 0 16,-4-3-1-16,-4 6 1 15,-3 1-1-15,-3-1 1 0,-8-6 1 16,1 6 1-16,-5-12 1 15,5-6 0-15,-4-4 1 16,0-9 0-16,3-3-1 16,0-7 1-16,4-12-2 15,0-3 1-15,4-9-2 16,-1-4 0-16,4 3-1 16,0-5 0-16,0-1 1 15,0 3 0-15,0 7 1 16,0-4 0-16,0-2 0 15,4 2 0-15,-1-6-11 16,1-6 1-16,-1 3-1 16,4 0 0-16</inkml:trace>
  <inkml:trace contextRef="#ctx0" brushRef="#br0" timeOffset="38585.8">18419 4123 91 0,'-67'-25'45'0,"3"-25"-40"0,50 34 60 16,-4 1-63-16,-3-7 1 15,0 9 0-15,-7 10 0 0,-1 15-5 16,-6 23 1-1,0 12 2-15,-7 16 1 0,3 12-3 16,0 19 0-16,7 6-2 16,4 4 1-16,10-4-1 15,8-9 0-15,10-6 1 16,14-4 0-16,4-12 0 16,13-12 1-16,5-20 1 15,6-5 0-15,4-23 0 16,10-9 1-16,4-9-1 15,11-10 1-15,-1-6 0 16,1-3 0-16,-1-13 0 16,-10 0 0-16,-7-18 1 15,-10-14 0-15,-12-5 0 16,-13-10 1-16,-18-3 0 16,-7-25 0-16,-14 0-1 15,-18 10 0-15,-10 15-9 16,-22 28 0-16,-14 35-1 0,1 28 0 15</inkml:trace>
  <inkml:trace contextRef="#ctx0" brushRef="#br0" timeOffset="39552.35">17403 7080 103 0,'-4'-41'51'0,"57"-68"-55"15,-35 65 62-15,-1-13-58 16,8 1 0-16,0 6-1 0,3 6 1 15,-3 6-1 1,-1 10 1-16,-6 12 0 0,-4 10 0 16,-7 12-1-16,-7 10 1 15,-4 12 0-15,-6 19 0 16,-11 10 0-16,3-4 1 16,-3 7-1-16,0-7 0 15,0-3 0-15,-1-9 0 16,1 0-1-16,4-1 1 15,6-2 0-15,4-3 0 0,0-7 0 16,7-3 0-16,7-6 0 16,7-7 0-16,11-12-1 15,3-9 1-15,7-16-1 16,11-4 1-16,4-8-1 16,-5-4 1-16,-2 0-1 15,-8 1 1-15,-10-1 1 16,-8 3 0-16,-3 1 0 15,-3 8 0-15,-11-11 0 16,-3 2 0-16,-8-6 0 16,-3-6 0-16,-7-3-1 15,-8-1 1-15,-2 4 0 16,-5 12 0-16,-2 4 0 16,-8 18 1-16,0 13-1 15,-11 16 0-15,4 18-1 16,-6 13 1-16,9 19-1 15,4 12 1-15,7 10-2 16,8 9 1-16,13-3-1 0,11 3 0 16,14-3-1-16,14-4 0 15,18-18 0-15,7-6 1 16,3-25 0-16,4-13 0 16,7-19 1-16,0-15 1 15,0-13 1-15,4-13 0 16,-1-9 1-16,-3-12 0 15,-7-13 0-15,-4-10 1 16,-6-8-2-16,-15 2 1 0,-14 3-2 16,-17 10 1-16,-22 13-4 15,-25 12 0-15,-17 19-19 16,-24 21 1-16,-36 17-1 16,-29 30 0-16</inkml:trace>
  <inkml:trace contextRef="#ctx0" brushRef="#br0" timeOffset="41286.44">14467 13885 98 0,'-14'-19'49'0,"-3"-12"-47"0,10 31 49 0,-11-3-51 16,0 6 0-16,-6 9 0 15,-5 10 0-15,-6 19-1 16,3 12 1-16,-6 16 0 15,6 0 0-15,0 7-1 16,4 5 1-16,10 7-1 16,15-10 1-16,10-12 0 15,10-9 0-15,5-14-1 16,6-8 1-16,4-10 1 16,-1-12 0-16,5-7 1 15,-1-19 1-15,4-9 0 16,-1-9 1-16,1-13-1 15,-11 3 1-15,-6-9-2 16,-5-13 1-16,-13-9-4 16,-11-9 1-16,-14 2-8 15,-8 10 1-15,1 10-18 0,-4 12 0 16,4 28 0-16,-4 16 1 16</inkml:trace>
  <inkml:trace contextRef="#ctx0" brushRef="#br0" timeOffset="41818.46">14203 15983 84 0,'-42'-22'42'0,"-22"9"-59"15,46 10 79-15,-3 3-62 16,-3 6 0-16,-5 1-1 16,1 15 0-16,3 6 0 0,4-6 1 15,0 31-1-15,14 7 0 16,7 6-1-16,7-1 1 16,14-5 0-16,7 0 0 15,11-10 1-15,4-9 0 16,6-13 2-1,4-19 0-15,3-12 2 0,1-6 1 16,-8-7 1-16,-10-3 1 16,-11-6 0-16,-17-3 1 15,-18-4-3-15,-7-5 1 16,-18-1-6-16,-10-3 0 16,-22 1-22-16,-14 8 0 0,-20 7-1 15,-36 0 0-15</inkml:trace>
  <inkml:trace contextRef="#ctx0" brushRef="#br0" timeOffset="42872.23">15981 9467 77 0,'-18'-32'38'0,"11"-5"-29"0,14 27 38 16,0-2-45-16,7 2 1 16,8 1 3-16,6 3 0 15,7 9-7-15,4 3 0 16,0 10 4-16,-1 15 1 16,-2 25-2-16,-8 26 0 15,-14 18-1-15,-7 51 0 0,-14 28-1 16,-4 40 1-16,4 16-1 15,-3 22 0-15,6-6 0 16,-3 16 0-16,-3-10-1 16,-8 16 1-16,-10-10-1 15,-7 19 1-15,-8-6 0 16,-6 16 0-16,-1-4 0 16,5 4 0-16,-8-13 0 15,7-6 1-15,0-13-1 16,4-9 1-16,3-19-1 15,-4-15 1-15,1-17-1 16,3-8 0-16,-7-20 1 16,1-15 0-16,-5-13 0 15,-3-9 0-15,4-25 0 16,-8-10 1-16,-6-6 0 16,-4-9 1-16,0-1 0 0,0-5 0 15,-4-7-1-15,-10-9 0 16,4-7-3-16,2-3 1 15,5-21-15-15,6-23 0 16,8-28-1-16,21-31 1 16</inkml:trace>
  <inkml:trace contextRef="#ctx0" brushRef="#br0" timeOffset="43320.89">16432 13421 110 0,'-24'-28'55'0,"62"-23"-68"15,-23 39 86-15,9-4-73 0,12 1 1 16,9-1-1-16,8 3 0 16,11-2-1-16,-1 5 0 15,4 1-1-15,4-1 0 16,7-5-2-16,-4 2 0 16,7-6-14-16,-4 1 1 15,-10 2 0-15,-7-6 0 0</inkml:trace>
  <inkml:trace contextRef="#ctx0" brushRef="#br0" timeOffset="43656.86">16482 13681 99 0,'-28'-12'49'0,"13"15"-62"16,12-3 79-16,3 0-66 15,0 0 0-15,0 0 0 16,10 0 0-16,15-3 0 0,18 3 1 15,20-7 0-15,22-12 0 16,13-15 0-16,19-1 0 16,17-2 0-16,-11 2 1 15,-10 4-8-15,-17 9 1 16,-26 16-1-16,-35 28 0 16</inkml:trace>
  <inkml:trace contextRef="#ctx0" brushRef="#br0" timeOffset="46153.95">16094 9583 79 0,'0'-101'39'0,"7"13"-38"0,-7 67 40 15,-4-1-41-15,-6 0 1 16,-8 6 0-16,-10 7 1 16,-11 5-1-16,-3-2 0 15,-11 3 3-15,-4 3 1 16,1 0 0-16,-1 6 0 15,1-6 0-15,0 0 0 0,-1 0-1 16,4 0 1-16,0 3-3 16,-7 7 1-16,-7 9-2 15,-7 3 1-15,-7 12-2 16,-4 29 0-16,-6 9 0 16,-12 16 0-16,5 0 0 15,-1 15 0-15,7 13 0 16,7 3 0-16,4 3 0 15,-3 4 1-15,6 6 0 16,0 12 1-16,-3-3-1 16,-3 28 1-16,2 10-1 15,-6 12 0-15,0 19 0 16,0 13 1-16,3 15-1 16,1 4 0-16,13 6-1 15,4-10 0-15,7-3 0 16,4-12 1-16,6 2-2 15,4-5 1-15,4-10 0 16,3-6 0-16,4 0 0 0,3-4 1 16,0 4-1-1,4 0 1-15,0 6-1 0,0 13 0 16,6-10 0-16,1 0 1 16,4-6-1-16,3-15 0 15,3-11 0-15,4-18 0 16,3 1 0-16,4-14 1 15,0 1-1-15,7-10 0 16,8 9 0-16,6-6 0 16,3 1 0-16,5-14 0 0,9-2 0 15,1-19 0-15,4-13-1 16,-1-19 0-16,7-15 0 16,11-19 1-16,7-16-1 15,7-15 0-15,4-13 0 16,7-13 1-16,-1-15 0 15,12-7 0-15,2-12 0 16,5-6 0-16,3-13 0 16,-4-6 0-16,0-13 0 15,4-2 1-15,0-14-1 16,7-12 1-16,-11-9 0 16,0-19 0-16,-3-6-1 15,3-16 1-15,4-16-2 16,-7-3 1-16,0-19-1 15,3-6 1-15,4 3-1 16,-4-9 1-16,-7 6 0 0,-10 3 0 16,-4-9 0-1,0-3 0-15,1-16 0 0,-8-16 0 16,-11-18-1-16,1-20 1 16,-8-9-1-16,1-18 0 15,-8-4-1-15,0-6 0 16,-6 19 0-16,-1 12 0 15,-14 29 1-15,-7 6 1 16,-3 22 0-16,-7 6 1 16,-4 6 0-16,-7 13 0 15,-7 22-1-15,-8 3 1 0,-6 25-1 16,-3 25 0-16,-8 16 0 16,-7 25 0-16,-3 22 0 15,-11 15 1-15,-11 20-1 16,-10 18 1-16,-3 6-1 15,-8 4 0-15,-10-1 0 16,-4 1 0-16,0-4-21 16,-3 7 1-16,-18-3 0 15,-14-1 1-15</inkml:trace>
  <inkml:trace contextRef="#ctx0" brushRef="#br0" timeOffset="47210.25">14238 10407 80 0,'-18'-25'40'0,"-6"19"-37"15,13 3 40-15,-3-3-41 16,-14 6 0-16,-7 0 3 0,-11 0 1 16,-4 0-6-16,-6 0 1 15,-11-4 4-15,0 1 1 16,-18-9-1-16,-10-4 0 15,0 4-2-15,-18-4 0 16,-11 6-1-16,-10-2 0 16,0 9-1-16,-21 3 0 15,-4 3 0-15,-3 6 0 16,-7 7-1-16,6-3 1 0,12-1-1 16,10 1 0-1,6-1 0-15,8 1 1 0,11-4-1 16,10-3 0-16,7 7-1 15,18-4 1-15,4-2 0 16,20-1 0-16,11-6 0 16,11-6 1-16,17-13-1 15,11-16 1-15,22-21-1 16,20-13 1-16,21-3 0 16,11-4 0-16,0 11-1 15,0-1 0-15,-3 9 0 16,-1 1 1-16,-6 9-2 15,-4 12 1-15,-7 7 0 16,-8 6 0-16,-2 0-1 16,-8 0 1-16,-7 7 0 15,-7-1 0-15,-7 7 0 0,-10 9 0 16,-15 6-1-16,-10 22 1 16,-7 13-1-16,-11 12 1 15,-18 4 0-15,-6 15 0 16,-8 6-1-16,-3 0 1 15,14-15 0-15,7-6 0 16,7-20 0-16,11-12 0 16,3-3 0-16,11-6 1 15,6-7 0-15,15-2 0 16,11-1 0-16,21 0 0 0,27 7-1 16,37 2 1-16,34 4-2 15,50 13 0-15,28 11-17 16,25 20 1-16</inkml:trace>
  <inkml:trace contextRef="#ctx0" brushRef="#br0" timeOffset="48328.84">12781 16321 110 0,'-14'60'55'0,"46"-54"-59"0,-22-18 56 0,1-10-53 15,-4-19 1-15,-3-12 0 16,-8-16 0-16,-10-7 0 16,-11-18 0-16,-7-3 0 15,-6-6 0-15,-12-1 0 16,-13 13 1 0,-8-6 0-16,-10-6 0 0,0-4 0 15,3-3 0-15,-3-6 0 16,-4-19 1-16,8-12-2 15,-1 3 1-15,-6-7-1 16,6 1 0-16,4 15 0 16,3 19 0-16,-6 6-1 15,-4 3 1-15,-1 13 0 16,-6 3 0-16,14 1-1 0,0 8 1 16,4 0-1-16,6-5 0 15,-6 2 1-15,6 7 0 16,0 5 0-16,8 11 1 15,3 12 0-15,4 9 0 16,6 9 0-16,5 11 0 16,6 2-1-16,4 6 1 15,10 1-1-15,4 2 0 16,7 4 0-16,3 3 0 16,11 3-1-16,7 6 1 0,4 10-1 15,7 15 1-15,-1 16 0 16,8 10 0-16,-4 5 0 15,-6 10 0-15,-1 1 0 16,-4-1 0-16,1-16-1 16,-4-3 1-16,4-12 0 15,-4-16 0-15,-3-12-1 16,-4-10 1-16,-4-9 0 16,-6-7 1-16,-4 1-1 15,-4-7 1-15,-3 0-1 16,-4-3 0-16,-3 0 0 15,-4-3 0-15,4-16 0 16,0-3 1-16,3-15-1 16,1-17 0-16,6-5 0 15,8 6 1-15,3 6-1 16,3 12 0-16,1 1 0 16,-1 15 1-16,4 10-1 15,0 9 0-15,0 0 0 0,4 9 0 16,0 4 0-16,-1 3 0 15,4 2-1-15,0 1 1 16,11-9 0-16,0-1 0 16,-1-2-1-16,1-4 1 15,-4 3 0-15,-3 3 0 16,-4 7-1-16,-3 12 1 16,-8 4-2-16,4 6 1 0,-10-1-16 15,3 1 1-15,0 0 0 16,-4-16 0-16</inkml:trace>
  <inkml:trace contextRef="#ctx0" brushRef="#br0" timeOffset="57455.71">20507 9758 106 0,'-18'-22'53'0,"1"22"-52"0,6-3 54 16,-7 0-55-16,-10-3 1 15,-7 3 0-15,-4-1 0 16,-14 1-2-16,0 0 1 0,0 3 1 16,1 0 0-16,6 0-1 15,3 3 1-15,8 4-1 16,3 2 1-16,8 4-1 16,-1 5 0-16,4 7 0 15,0 13 0-15,3 12 0 16,0 16 1-16,4 22-1 15,4 0 1-15,-1 12 0 16,4 0 0-16,0 23 0 16,0-4 1-16,7-6-1 15,0 15 1-15,0 7-1 16,0 3 1-16,0 0-1 16,0 19 0-16,7 0-1 15,-7 6 1-15,0 0-1 16,3 16 0-16,-3-10 0 15,0 6 0-15,-3 4 0 0,-4-3 1 16,-4-7-1-16,1 7 0 16,-1 6 0-16,0 6 1 15,4 6-1-15,-3 1 1 16,-1 8-1-16,4-8 0 16,-7 9 0-16,0 3 1 15,0-16-1-15,-4-3 0 16,4 0 0-16,4-18 1 15,3-7-1-15,-4-10 1 0,11-2-1 16,3-7 0-16,1 0 0 16,-4 1 1-16,0 8-1 15,0-12 0-15,0-3 0 16,-11-6 0-16,1-7 0 16,-1-2 0-16,-3-14-1 15,4 4 1-15,-1-9 0 16,0 6 0-16,1-1 0 15,3 11 0-15,0-1 0 16,0 9 1-16,0-12-1 16,-1 3 1-16,1-12-1 15,0-3 0-15,4-14 0 16,-1-17 0-16,1-8 0 16,-1-5 0-16,1 0 0 15,-1-7 0-15,4-3 0 16,0 0 0-16,0 0 0 15,0 4 1-15,4-1-1 16,3-9 0-16,0-6 0 0,3-4 0 16,12-15-1-16,-1-10 1 15,7-6 0-15,4-6 0 16,7 0-1-16,-1-3 1 16,5-4-1-16,-1 10 0 15,4 7-5-15,0-1 0 16,-4-3 0-16,0-9 1 15</inkml:trace>
  <inkml:trace contextRef="#ctx0" brushRef="#br0" timeOffset="59556.68">21135 10022 56 0,'7'-19'28'0,"-7"9"-9"15,0 10 28-15,0-6-41 0,-4 0 1 16,-3 6 4-16,-3 0 1 16,-4 0-14-16,0 3 0 15,-1 3 10-15,1 4 0 16,0 5-3-16,4 4 1 15,3 6-3-15,7 10 0 16,7 9 0-16,3 3 0 16,4 0-1-16,0 6 0 15,-3 0 0-15,0 1 0 16,-4 5-1-16,-4-2 1 16,-3 2-1-16,-3 1 1 0,-4-7-3 15,0-3 1-15,0-6 0 16,-1-12 1-16,1-7-3 15,0-7 1-15,0-2 1 16,4-3 1 0,-4-4-4-1,0-3 1-15,0-9-2 16,0-12 0-16</inkml:trace>
  <inkml:trace contextRef="#ctx0" brushRef="#br0" timeOffset="60365.82">21107 11414 56 0,'28'-13'28'0,"-25"-5"-12"16,-3 18 29-16,-3 0-40 16,-8 0 1-16,-3 3 3 15,0 3 0-15,0 0-11 0,0 1 1 16,0-1 8-16,0-3 1 15,0 3-3 1,-4 0 1-16,0 1-2 0,1 2 0 16,-8 10-2-16,0 0 0 15,4 6-1-15,0 6 0 16,7 1-1-16,3 5 0 16,8 13-1-16,6-9 1 15,4 0 0-15,4-3 0 16,3-1 0-16,4-12 0 0,6-3 0 15,12-6 0-15,-1-13 0 16,7-3 0-16,8-9 0 16,3-7 1-16,-4-3-1 15,0 0 0-15,-6-3 0 16,-12 0 1-16,1 0 0 16,-11 4 0-16,-3-4 0 15,-7-3 0-15,-4-10 0 16,-11-9 0-16,-3 0-3 15,-11 0 1-15,-13-3-21 16,-15 13 1-16,-14 15-1 16,-25 22 1-16</inkml:trace>
  <inkml:trace contextRef="#ctx0" brushRef="#br0" timeOffset="61166.52">20969 12631 98 0,'-10'-7'49'0,"17"-15"-62"0,-4 16 86 15,-3-3-72-15,0-1 1 16,-3 1-1-16,-4 3 0 16,-1 9-2-16,1 3 0 15,-10 7 0-15,3 5 0 16,-4 14-1-16,0-1 0 0,-3 10-1 15,7 6 1-15,0-3 0 16,7 12 0 0,3-15 0-16,4 0 1 15,11-10 0-15,3-6 0 0,4-12 1 16,6 2 0-16,8-11 1 16,11-11 0-16,-1 1 0 15,4-3 0-15,3-7 0 16,1-6 1-16,-5-3 0 15,-2-10 0-15,-8-2-1 16,-3-10 1-16,-8-3-1 16,-6-4 1-16,-11-5-5 15,-10 2 1-15,-15 7-18 16,-14 6 1-16,-21 22-1 16,-3 22 1-16</inkml:trace>
  <inkml:trace contextRef="#ctx0" brushRef="#br0" timeOffset="62040.67">20881 13822 78 0,'14'0'39'0,"-25"0"-42"0,11-3 63 16,-7-6-57-16,-7 6 1 0,0-1 2 15,4 1 0 1,-5 6-8-16,5-9 0 0,-4 9 5 16,3-3 1-16,1 3-3 15,-1 1 1-15,0 5-2 16,1-3 0-16,-8 10 0 16,1 3 0-16,2 9-1 15,1 3 1-15,4 10 0 16,3 9 0-16,7-3-1 15,10-3 1-15,1-3 0 16,7-3 1-16,3 2-1 16,3-8 0-16,5-7 1 15,2-6 0-15,5-7 0 16,6-2 1-16,4-10 0 16,3-4 1-16,1-5-1 15,-1-7 0-15,0 4 0 16,-3-7 1-16,-7-3-2 15,-4-9 1-15,-10-4-1 0,-4-9 1 16,-10-6-2-16,-15 6 1 16,-13 0-2-16,-19 16 1 15,-27 6-12-15,-22 10 1 16,-45 12-1-16,-47-10 1 16</inkml:trace>
  <inkml:trace contextRef="#ctx0" brushRef="#br0" timeOffset="64822.54">14538 10928 58 0,'-4'3'29'0,"12"0"-14"16,-8-3 29-16,7-3-40 16,0 3 0-16,-7 0 2 15,0 0 1-15,-4 3-9 16,-6 3 1-16,-1 4 5 16,-7-1 0-16,-3 1-1 15,0 5 1-15,-4 1-2 16,-3 6 1-16,3-3-1 15,1 3 0-15,-8 3-1 16,0 3 1-16,-10 10-2 16,-11 12 1-16,-11 0 0 15,-10 16 0-15,-3 9 0 16,-11-3 0-16,-11 13-1 16,-7 9 1-16,0-6-1 0,0-7 1 15,-3-5-1-15,-8 2 0 16,-10-3 0-16,8 13 1 15,-16-6-1-15,-6-4 1 16,0 0-1-16,4-6 1 16,-8 4-1-16,0-17 1 15,8 1-1-15,3-4 1 16,3-5-2-16,1-4 1 0,-1 0 0 16,8-7 0-16,10 1 0 15,3 0 0 1,-2-10 0-16,6 4 0 0,7-7 0 15,11 3 1-15,3 4-1 16,11-4 0-16,3-12 0 16,11 0 0-16,-10-10 1 15,13-3 0-15,8-9-1 16,7-3 1-16,10-3 0 16,7-4 1-16,11-9-1 15,4-3 0-15,6-3-1 16,11 0 1-16,7-7-1 15,0-2 1-15,8-7-1 16,2-3 0-16,8-7 0 16,-4 1 0-16,0 9 0 15,-3 6 1-15,-4 7 0 16,-3 6 0-16,0 6-1 16,-8 13 1-16,-6 12-1 15,-8 13 0-15,-6 12 0 0,-8 16 0 16,-7 16-1-16,0 9 0 15,1-3 0-15,-1 0 1 16,4-6-1-16,21-7 1 16,7-5 0-16,14-4 1 15,14-7 0-15,15-5 0 16,20-4-1-16,19-3 1 16,6-6-11-16,-3 3 0 15,10-12-1-15,-7-13 1 0</inkml:trace>
  <inkml:trace contextRef="#ctx0" brushRef="#br0" timeOffset="65205.29">12608 9727 106 0,'-31'-69'53'0,"9"25"-56"0,19 31 73 15,-4 13-70-15,-4 0 1 16,4 16-1-16,0 15 0 16,0 7-2-16,4 9 1 15,10 3-2-15,3 4 1 16,8-7-2-16,-1-7 1 0,1-5-5 16,-4-4 0-1,0 1 1-15,-7-10 1 16</inkml:trace>
  <inkml:trace contextRef="#ctx0" brushRef="#br0" timeOffset="65603.5">12580 9294 102 0,'-28'-6'51'0,"-36"-22"-54"15,54 21 63-15,-8 4-60 16,-3 6 1-16,0 4-1 16,-4 11 1-16,4 8-2 15,0 14 1-15,-4 20 0 16,4 18 1-16,0 10-2 16,0 6 1-16,3 3 0 0,7 13 0 15,11-6-1 1,11-17 0-16,10-8 0 0,18-23 1 15,10-9 0-15,15-12 0 16,-4-20 0-16,0-15 1 16,3-15 0-16,1-23 1 15,-4-15 0-15,-11-7 1 16,-3-9 1-16,-21 0 0 16,-11-9-1-16,-14-4 1 0,-11 4-2 15,-10 9 1 1,-7 13-7-16,-4 15 0 0,-3 6-2 15,-1 10 1-15</inkml:trace>
  <inkml:trace contextRef="#ctx0" brushRef="#br0" timeOffset="66658">12961 11430 104 0,'-32'6'52'0,"4"-16"-48"0,25-2 52 0,6 3-56 16,4-4 0-16,7 0 0 15,4 4 0-15,3 6 0 16,0 3 0-16,0 3 0 16,1 10 0-16,-5-1-1 15,1 7 1-15,-8 0-1 16,1 0 1-16,-4-1-1 15,-3 7 0-15,-4 1 0 16,-4-5 1-16,1 5-1 16,-8-1 1-16,-3 6-1 15,-4-3 1-15,-3 0 0 16,0 1 0-16,3-1-1 16,1-3 1-16,6-6-1 15,4-4 1-15,7-8 0 0,11-4 0 16,6-9 0-16,11-7 0 15,1-3 0-15,2-2 0 16,-2-1 0-16,-5-6 0 16,1 3 0-16,0 0 0 15,-1-6 0-15,1-4 0 16,0-2 0-16,3-4 0 16,-3-12 0-16,-4-3 0 15,-4-1 0-15,-6 4 0 0,-11 0 0 16,-11 12 1-16,-6 4-1 15,-8 6 1-15,0 6-1 16,-6 3 1-16,2 0 0 16,1 0 0-16,0 4-1 15,3 2 0-15,1 7 0 16,-8 6 1-16,0 6-1 16,-3 10 0-16,-4 12-1 15,-3 13 1-15,-4 12 0 16,11 10 0-16,3 15-1 15,7 0 1-15,8 17-1 16,9 5 0 0,19-9-1-16,10-10 1 0,7-5 0 15,11-11 0-15,0-17 0 16,3-11 1-16,-6-9 0 16,-1-9 0-16,0-13 1 15,-7 1 0-15,4-20 0 16,-4-12 1-16,4-19-1 15,3-19 1-15,4-9 0 0,-3-6 0 16,-5-4-1-16,-10-12 1 16,-6 10-1-16,-19 5 0 15,-14 13-6-15,-6 10 1 16,-19 12-1-16,-41 19 0 16</inkml:trace>
  <inkml:trace contextRef="#ctx0" brushRef="#br0" timeOffset="67965.11">20976 15346 75 0,'7'-34'37'0,"4"6"-34"15,-8 15 38-15,-3-3-38 16,-7 1 0-16,0-4 2 15,-7 3 0-15,-4-3-5 16,-10 19 1-16,0-9 5 16,0 6 0-16,-7 6-1 0,6 3 0 15,5 7-2-15,-5 6 1 16,5 6-3-16,3 6 0 16,-1 3-2-16,8 13 1 15,4 1-2-15,3 2 0 16,7 0 0-16,3-6 0 15,11-7 1-15,7-2 1 0,8-16 0 16,9-16 1-16,1-13 1 16,4-8 0-16,-1-1 1 15,-3-3 1-15,-4-3 0 16,-14 3 0-16,-14-3-2 16,-10-3 1-16,-8 2-14 15,-10-2 0-15,-11 3-2 16,-7-13 1-16</inkml:trace>
  <inkml:trace contextRef="#ctx0" brushRef="#br0" timeOffset="68618.49">20828 16522 98 0,'-39'16'49'15,"22"0"-57"-15,13-13 65 0,-3 3-58 16,0 0 0-16,-7 4-4 16,-4 5 1-16,1 10 3 15,-1 10 1-15,0 12-3 16,4-3 0-16,4 3 0 15,3-3 1-15,3 0 1 16,4-4 1-16,7-11 1 16,7-7 0-16,4-7 1 0,3-12 0 15,0-12 1-15,0-4 0 16,0-9 0-16,-3-3 1 16,3-6-1-16,-3 0 1 15,-4-7-2-15,-3-6 1 16,-8 3-2-16,-3-3 0 15,-3 1-7-15,-8 5 1 16,-7 7-1-16,-20 2 0 16</inkml:trace>
  <inkml:trace contextRef="#ctx0" brushRef="#br0" timeOffset="69257.52">20786 17623 90 0,'-22'-3'45'0,"-13"-13"-37"0,32 16 48 0,-11 0-55 15,-1-3 1 1,1 0-1-16,0 0 1 0,0 3-4 16,0-4 1-16,0 1 0 15,-4 6 1-15,-3 4-2 16,0 8 1-16,-4 7-1 15,4 3 1-15,0 13 1 16,7 6 0-16,7 3 0 16,10 0 0-16,8 0 0 15,6-3 1-15,5-6-1 16,6-10 1-16,7-12-1 16,-3-7 1-16,3-9 0 15,-3-9 1-15,0-13 0 16,-4-10 0-16,-3-5 1 15,-4-1 0-15,-4-6-1 16,-2 6 0-16,-8-2-7 16,-7 8 1-16,-4 4-2 15,-3 0 0-15</inkml:trace>
  <inkml:trace contextRef="#ctx0" brushRef="#br0" timeOffset="69856.34">20616 18407 95 0,'11'6'47'0,"-46"-3"-43"0,28-6 50 0,-4-3-55 15,-3-1 1-15,0 7-3 16,3 4 1-16,1 2 0 16,3 10 0-16,-1 2-2 15,5 7 1-15,-1 7 0 16,4 2 0-16,0 1 2 16,0-1 0-16,4 1 3 15,3-1 0-15,4 1 0 16,3-10 0-16,3-6-1 0,12-10 1 15,-1-6-1-15,0-3 0 16,4-3 0-16,-4-13 1 16,-7 4 1-16,-3-4 0 15,-4-9 0-15,-4-3 1 16,-2-7-1-16,-12-2 1 0,0-4-5 16,-6-6 1-16,-11 3-15 15,-7 6 0-15,-4 1-1 16,-3-4 1-16</inkml:trace>
  <inkml:trace contextRef="#ctx0" brushRef="#br0" timeOffset="71091.31">21780 9887 84 0,'-56'-19'42'0,"42"-9"-39"0,14 12 58 0,3 0-60 15,5 1 0-15,9-4 1 16,4 0 0-16,4 0-3 0,3 4 0 16,4 2 2-1,3 7 0-15,-3 9-1 0,7 9 0 16,-4 4 0-16,0 9 1 15,-3 7-1-15,0 11 1 16,-4-2 0-16,0 9 0 16,1 13 0-16,-8 12 0 15,-4 7-1-15,1 6 1 16,-4 15-1-16,-3 26 0 0,-4 12 0 16,0 25 0-16,-4 7 0 15,1 5 0-15,-1 23 0 16,1 3 1-16,-4 6 0 15,-4 13 0-15,1-10 0 16,-8 13 0 0,-6-1 0-1,-1 14 1-15,4-23-1 0,3 16 0 16,8 3 0-16,6 0 0 0,1 10 0 16,3-16 0-16,0 6-1 15,-4-3 1-15,1-12-1 16,-4-7 0-16,0-19 0 15,0-15 0-15,-4-19-1 16,1 0 0-16,-4-13 0 16,3 1 1-16,-3-4-1 15,0 3 1-15,0-2-1 16,-3 5 1-16,-8-6 0 16,0-3 0-16,1-15 0 15,-1-16 0-15,0-10 0 0,4-18 1 16,0-7-2-16,4 0 1 15,3-6-1-15,-1 0 1 16,5 6-1-16,-1 10 1 16,-3 3 0-16,0 6 0 15,4 0 0-15,-1-6 0 16,1-10-1-16,3-15 1 16,0-10-1-16,3-6 1 0,-3-3-1 15,0-3 1-15,0 3 0 16,0 6 0-16,-3 0 1 15,-1 3 0-15,1 4 0 16,-4-7 0-16,3-9-1 16,4-7 1-16,-3-9-2 15,-4-6 0-15,-4-6 0 16,-3-7 0-16,-11 0-1 16,-7 1 1-16,-10 2-5 15,-11 3 1-15,-7 7-9 16,4 0 0-16,-1-3 0 15,4-10 1-15</inkml:trace>
  <inkml:trace contextRef="#ctx0" brushRef="#br0" timeOffset="72321.99">21805 10335 79 0,'-3'-6'39'0,"-11"3"-32"0,14 3 40 15,-4-3-46-15,0 0 0 0,1 3 1 16,3 0 0-16,-4 0-3 15,4 3 1-15,0 3 1 16,7 3 0-16,-3 4-1 16,0 6 1-16,-1 3 1 15,1 12 0-15,-8-6 0 16,8 4 0-16,-4-1 0 16,7 0 1-16,3-5-1 15,8-11 0-15,10-12-1 16,11-12 0-16,17-19-1 15,11-10 1-15,22-12 1 16,13-16 0-16,25-9 0 16,32 0 1-16,24-1 0 15,29 4 1-15,10 9-7 16,0 20 1-16,-21 11-2 16,-21 10 0-16</inkml:trace>
  <inkml:trace contextRef="#ctx0" brushRef="#br0" timeOffset="74343.84">21908 11812 90 0,'7'-59'45'0,"-18"30"-68"31,43 51 23-31,-106-50 9 16,24 25 0-16,1 3 6 16,7 0 0-16,6 0-17 15,12 3 0-15,17-3 12 0,21 0 1 16,28 3-6-16,28-3 1 16,36-3-3-16,28 3 0 15,4-6-8-15,7 3 1 16,-8 9-15-16,1 10 1 15,-18-4-1-15,-7 10 1 16</inkml:trace>
  <inkml:trace contextRef="#ctx0" brushRef="#br0" timeOffset="74848.31">21816 12696 67 0,'10'-25'33'0,"-10"10"-26"0,0 8 53 15,-3 4-55-15,-1 0 1 16,-3 0 1-16,7 3 0 0,0 0-10 16,18 0 1-1,17 0 5-15,32-3 1 0,50-7-3 16,34 1 0-16,43-3-6 16,25 5 0-16,7 7-16 15,-15 7 1-15,-34 11-1 16,-40 4 1-16</inkml:trace>
  <inkml:trace contextRef="#ctx0" brushRef="#br0" timeOffset="75232.14">21629 13945 104 0,'-28'-13'52'0,"56"10"-78"0,-7 3 104 0,21 3-78 15,22 0 0-15,24 7-1 16,39 11 1-16,7 11-10 15,14 12 1-15,11 3-1 16,-7-3 1 0</inkml:trace>
  <inkml:trace contextRef="#ctx0" brushRef="#br0" timeOffset="75650.75">21456 15020 102 0,'-42'-6'51'0,"31"6"-56"0,18-3 69 0,0-4-63 15,7 1 0-15,14-10 0 16,18 1 0-16,21-1-3 15,15 0 0-15,23 7-1 16,33 3 1-16,17-4-8 16,4 10 0-16,10 0-14 15,-7-3 0-15,-10 0 1 16,-21 3 1-16</inkml:trace>
  <inkml:trace contextRef="#ctx0" brushRef="#br0" timeOffset="76101.11">21530 16162 99 0,'-28'-38'49'0,"3"38"-73"0,22 0 101 0,3 3-77 16,0 3 1-16,3 4 0 15,8 2 0-15,13 7-2 16,19 9 1-16,20-3 0 16,22-3 0-16,14-12-4 15,24-4 1-15,15-9-13 16,-4-7 1-1,0-2-1-15,0 3 1 0</inkml:trace>
  <inkml:trace contextRef="#ctx0" brushRef="#br0" timeOffset="76477.66">21392 17573 109 0,'53'15'54'0,"-21"4"-79"16,-14-16 95-16,13 10-73 15,12-4 0-15,10 4-7 16,14 2 0-16,10 1 5 15,19-6 0-15,24-10-6 16,-4-10 0-16</inkml:trace>
  <inkml:trace contextRef="#ctx0" brushRef="#br0" timeOffset="76815.47">21315 18767 101 0,'53'41'50'0,"56"-41"-63"0,-52-19 76 0,34-28-63 15,29-31 0-15</inkml:trace>
  <inkml:trace contextRef="#ctx0" brushRef="#br0" timeOffset="78841.28">24740 13305 106 0,'-28'3'53'0,"39"22"-47"16,-11-12 53-16,3 21-55 16,1 13 0-16,3 22 0 15,-4 19 1-15,1 44-8 16,-1 12 1-16,1 10 3 16,-4 2 0-16,3 1-6 15,-3-16 0-15,-3-6-10 16,-4 0 0-16,-4-16 0 15,1-9 0-15</inkml:trace>
  <inkml:trace contextRef="#ctx0" brushRef="#br0" timeOffset="79167.83">25855 13477 112 0,'35'-69'56'0,"-21"35"-64"0,-6 31 85 0,-1 3-77 16,-4 6 1-16,1 16 0 15,-1 22 0-15,1 12-2 16,-4 16 1-16,0 16-2 15,0 19 1-15,7-1-1 16,0-5 0-16,3 2-1 16,-3-9 1-16,1 0-1 15,-8 0 0-15,0-15-6 16,-4-4 0-16,-7-12 1 16,-6-7 0-16</inkml:trace>
  <inkml:trace contextRef="#ctx0" brushRef="#br0" timeOffset="79528.64">25464 13712 104 0,'-8'-50'52'0,"-2"47"-53"0,6-3 66 15,1 9-65-15,-8 10 1 16,1 5-1-16,-1 20 1 16,4 0-3-16,3 12 1 0,15 6-1 15,10-2 0-15,18-1 0 16,10 0 0-16,8-12 0 16,-1-3 0-16,4-20 2 15,0-11 1-15,-3-7 2 16,-1-10 0-16,-10-5 1 15,-7-7 0-15,-4-7 0 16,-10-8 1-16,-8-7-6 16,-2 13 0-16,-12-23-17 15,-3 7 1-15,-3 0-2 16,-8 3 1-16</inkml:trace>
  <inkml:trace contextRef="#ctx0" brushRef="#br0" timeOffset="79911.23">26321 13339 108 0,'-11'-28'54'0,"1"-25"-61"0,10 43 87 15,-4-2-79-15,1 2 1 16,3 4-1-16,3 0 0 16,4 6-2-16,7 6 0 0,11 4 0 15,10 8 0-15,15 11-1 16,10 14 0-16,0 20 0 16,7 16 0-16,-7-1 2 15,-4 7 0-15,-14 18 1 16,-17-12 1-16,-18 6 0 15,-18-3 0-15,-27-3-3 16,-22-3 1-16,-7-3-15 16,-7 3 0-16,-4-13-1 15,-3-12 0-15</inkml:trace>
  <inkml:trace contextRef="#ctx0" brushRef="#br0" timeOffset="81029.03">23181 13923 97 0,'-60'-4'48'0,"-7"-24"-51"0,53 28 66 0,-4 0-63 15,8 0 0-15,-1 3 0 16,15 0 0 0,10-3 0-16,17-6 0 0,22-13 0 15,25-6 1-15,3 0-1 16,4 3 0-16,-8 10 0 15,1-1 1-15,-7 4-5 16,-4 6 1-16,-4 3-10 16,1 3 1-16,-4 0-1 15,-11 3 0-15</inkml:trace>
  <inkml:trace contextRef="#ctx0" brushRef="#br0" timeOffset="81221.67">23075 14487 87 0,'-39'-25'43'0,"36"12"-44"0,6 7 61 16,4-3-59-16,11 2 1 16,10-2 0-16,22 3 1 15,27-10-4-15,11 7 0 16,15-4-3-16,17 1 0 15,10 2-1-15,1 1 0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8/10/2025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3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47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31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10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2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1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36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8/10/2025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1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4F048CC-17C9-B246-BF2A-29E51AD1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background with dots and lines&#10;&#10;Description automatically generated">
            <a:extLst>
              <a:ext uri="{FF2B5EF4-FFF2-40B4-BE49-F238E27FC236}">
                <a16:creationId xmlns:a16="http://schemas.microsoft.com/office/drawing/2014/main" id="{796F070B-2849-2E02-8204-E21EACAAE8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23" b="203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3C4D10E-16D3-5D49-A995-1FD27619A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0549940" cy="6858000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24124FF1-775D-AC4A-81D0-73FC0F54A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250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3E2C7F-F4FF-A94D-ACAE-82823EC88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6118B-08DE-69A5-FE48-1BFA7A072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5" y="1625608"/>
            <a:ext cx="8150952" cy="27221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800" b="1" dirty="0">
                <a:latin typeface="Bahnschrift" panose="020B0502040204020203" pitchFamily="34" charset="0"/>
                <a:cs typeface="Aharoni" panose="02010803020104030203" pitchFamily="2" charset="-79"/>
              </a:rPr>
              <a:t>QCML 06 </a:t>
            </a:r>
            <a:br>
              <a:rPr lang="en-US" sz="6800" b="1" dirty="0">
                <a:latin typeface="Bahnschrift" panose="020B0502040204020203" pitchFamily="34" charset="0"/>
                <a:cs typeface="Aharoni" panose="02010803020104030203" pitchFamily="2" charset="-79"/>
              </a:rPr>
            </a:br>
            <a:r>
              <a:rPr lang="en-US" sz="6800" b="1" dirty="0">
                <a:latin typeface="Bahnschrift" panose="020B0502040204020203" pitchFamily="34" charset="0"/>
                <a:cs typeface="Aharoni" panose="02010803020104030203" pitchFamily="2" charset="-79"/>
              </a:rPr>
              <a:t>Lab Session - 1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EB4AD0-2382-8DF0-E75C-DA9F2153396B}"/>
              </a:ext>
            </a:extLst>
          </p:cNvPr>
          <p:cNvSpPr txBox="1">
            <a:spLocks/>
          </p:cNvSpPr>
          <p:nvPr/>
        </p:nvSpPr>
        <p:spPr>
          <a:xfrm>
            <a:off x="858446" y="4603528"/>
            <a:ext cx="6379116" cy="14465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0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Bahnschrift" panose="020B0502040204020203" pitchFamily="34" charset="0"/>
              </a:rPr>
              <a:t>By Aniket</a:t>
            </a:r>
          </a:p>
          <a:p>
            <a:r>
              <a:rPr lang="en-US" sz="2800" dirty="0">
                <a:latin typeface="Bahnschrift" panose="020B0502040204020203" pitchFamily="34" charset="0"/>
              </a:rPr>
              <a:t>Indian Institute of Technology Delhi</a:t>
            </a:r>
            <a:endParaRPr lang="en-US" sz="2400" dirty="0">
              <a:latin typeface="Bahnschrift" panose="020B0502040204020203" pitchFamily="34" charset="0"/>
            </a:endParaRPr>
          </a:p>
        </p:txBody>
      </p:sp>
      <p:pic>
        <p:nvPicPr>
          <p:cNvPr id="5" name="Picture 4" descr="A red and black logo&#10;&#10;Description automatically generated">
            <a:extLst>
              <a:ext uri="{FF2B5EF4-FFF2-40B4-BE49-F238E27FC236}">
                <a16:creationId xmlns:a16="http://schemas.microsoft.com/office/drawing/2014/main" id="{14DAD6D6-7970-84F1-3252-BA049C9B1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95" y="342456"/>
            <a:ext cx="1508631" cy="150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93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318CB5-15F3-7309-D597-C6070ACC8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8" y="1137484"/>
            <a:ext cx="8632640" cy="1128345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What we will do 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B9978-002C-9BFE-1416-19A3FD3E0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8" y="2487532"/>
            <a:ext cx="7335836" cy="2979707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Installation Guide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Introduction to Python (Tutorial)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/>
              <a:t> https://www.w3schools.com/python/python_lists.asp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Introduction to </a:t>
            </a:r>
            <a:r>
              <a:rPr lang="en-US" sz="2800" dirty="0" err="1"/>
              <a:t>Qiskit</a:t>
            </a: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 IBM Quantum Experience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A9EF9F-F5F8-3B4C-B721-17C0A1876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6DEB3960-7668-064C-B56F-2B18221DE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ttps://miro.medium.com/v2/resize:fit:1400/1*AtVRCEBQMyeaZkyk64actg.jpeg">
            <a:extLst>
              <a:ext uri="{FF2B5EF4-FFF2-40B4-BE49-F238E27FC236}">
                <a16:creationId xmlns:a16="http://schemas.microsoft.com/office/drawing/2014/main" id="{3D3ED3DB-3C98-489C-8A3C-68A9BF808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977" y="5467239"/>
            <a:ext cx="2714786" cy="84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630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5D7DF-B556-2542-D9C1-D34407CB7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6BAAAD-9DB3-C2FA-CDCC-674DF0655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184E3D-4436-16EE-72C0-69B0AC155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4F7DAD-5772-7DFA-392F-1B1009998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8" y="1137484"/>
            <a:ext cx="8632640" cy="1128345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+mn-lt"/>
              </a:rPr>
              <a:t>Five Simple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7D0D2-3343-ACAC-DA60-F1A74D17E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48" y="2341437"/>
            <a:ext cx="11221313" cy="29797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Step 1:</a:t>
            </a:r>
            <a:r>
              <a:rPr lang="en-US" sz="2800" dirty="0"/>
              <a:t> Install Anaconda Navigator</a:t>
            </a:r>
          </a:p>
          <a:p>
            <a:pPr marL="0" indent="0">
              <a:buNone/>
            </a:pPr>
            <a:r>
              <a:rPr lang="en-US" sz="2800" b="1" dirty="0"/>
              <a:t>Step 2:</a:t>
            </a:r>
            <a:r>
              <a:rPr lang="en-US" sz="2800" dirty="0"/>
              <a:t> Create QCML Environment</a:t>
            </a:r>
          </a:p>
          <a:p>
            <a:pPr marL="0" indent="0">
              <a:buNone/>
            </a:pPr>
            <a:r>
              <a:rPr lang="en-US" sz="2800" b="1" dirty="0"/>
              <a:t>Step 3:</a:t>
            </a:r>
            <a:r>
              <a:rPr lang="en-US" sz="2800" dirty="0"/>
              <a:t> Install </a:t>
            </a:r>
            <a:r>
              <a:rPr lang="en-US" sz="2800" dirty="0" err="1"/>
              <a:t>Jupyter</a:t>
            </a:r>
            <a:r>
              <a:rPr lang="en-US" sz="2800" dirty="0"/>
              <a:t> Notebook in QCML Env.</a:t>
            </a:r>
          </a:p>
          <a:p>
            <a:pPr marL="0" indent="0">
              <a:buNone/>
            </a:pPr>
            <a:r>
              <a:rPr lang="en-US" sz="2800" b="1" dirty="0"/>
              <a:t>Step 4:</a:t>
            </a:r>
            <a:r>
              <a:rPr lang="en-US" sz="2800" dirty="0"/>
              <a:t> Open Terminal in QCML Env.</a:t>
            </a:r>
          </a:p>
          <a:p>
            <a:pPr marL="0" indent="0">
              <a:buNone/>
            </a:pPr>
            <a:r>
              <a:rPr lang="en-US" sz="2800" b="1" dirty="0"/>
              <a:t>Step 5:</a:t>
            </a:r>
            <a:r>
              <a:rPr lang="en-US" sz="2800" dirty="0"/>
              <a:t> Fire five magical commands for </a:t>
            </a:r>
            <a:r>
              <a:rPr lang="en-US" sz="2800" dirty="0" err="1"/>
              <a:t>Qiskit</a:t>
            </a:r>
            <a:endParaRPr lang="en-US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F14A18-0681-5B7E-098F-F693AE818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A6339729-DC04-655C-DCDD-A5F0D4EA8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02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E382B-097E-0550-080B-6F1CBC9E2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6463C7-0D96-1F7F-C78E-9F09808FA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DC8E53-4B7B-29CC-BDC4-E1F13A62D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FAABC6-64CC-0055-B1EC-5D836BC9C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649EAF6C-7C0E-0344-F72F-A04A3A299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1F8AA-8256-6820-AC2E-65B22B2B8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05" y="1137484"/>
            <a:ext cx="9109356" cy="1128345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latin typeface="+mn-lt"/>
              </a:rPr>
              <a:t>Those five magical commands…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4D4C-D6AE-A8A0-D35D-37F2C583C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20" y="2452512"/>
            <a:ext cx="6238608" cy="29797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pip install </a:t>
            </a:r>
            <a:r>
              <a:rPr lang="en-US" sz="2800" dirty="0" err="1"/>
              <a:t>qiskit</a:t>
            </a:r>
            <a:r>
              <a:rPr lang="en-US" sz="2800" dirty="0"/>
              <a:t>==1.4.3</a:t>
            </a:r>
          </a:p>
          <a:p>
            <a:pPr marL="0" indent="0">
              <a:buNone/>
            </a:pPr>
            <a:r>
              <a:rPr lang="en-US" sz="2800" dirty="0"/>
              <a:t>pip install </a:t>
            </a:r>
            <a:r>
              <a:rPr lang="en-US" sz="2800" dirty="0" err="1"/>
              <a:t>qiskit-aer</a:t>
            </a:r>
            <a:r>
              <a:rPr lang="en-US" sz="2800" dirty="0"/>
              <a:t>==0.14.2</a:t>
            </a:r>
          </a:p>
          <a:p>
            <a:pPr marL="0" indent="0">
              <a:buNone/>
            </a:pPr>
            <a:r>
              <a:rPr lang="en-US" sz="2800" dirty="0"/>
              <a:t>pip install </a:t>
            </a:r>
            <a:r>
              <a:rPr lang="en-US" sz="2800" dirty="0" err="1"/>
              <a:t>qiskit</a:t>
            </a:r>
            <a:r>
              <a:rPr lang="en-US" sz="2800" dirty="0"/>
              <a:t>[visualization]</a:t>
            </a:r>
          </a:p>
          <a:p>
            <a:pPr marL="0" indent="0">
              <a:buNone/>
            </a:pPr>
            <a:r>
              <a:rPr lang="en-US" sz="2800" dirty="0"/>
              <a:t>pip install </a:t>
            </a:r>
            <a:r>
              <a:rPr lang="en-US" sz="2800" dirty="0" err="1"/>
              <a:t>qiskit</a:t>
            </a:r>
            <a:r>
              <a:rPr lang="en-US" sz="2800" dirty="0"/>
              <a:t>-terra==0.45.1</a:t>
            </a:r>
          </a:p>
          <a:p>
            <a:pPr marL="0" indent="0">
              <a:buNone/>
            </a:pPr>
            <a:r>
              <a:rPr lang="en-US" sz="2800" dirty="0"/>
              <a:t>pip install </a:t>
            </a:r>
            <a:r>
              <a:rPr lang="en-US" sz="2800" dirty="0" err="1"/>
              <a:t>qiskit</a:t>
            </a:r>
            <a:r>
              <a:rPr lang="en-US" sz="2800" dirty="0"/>
              <a:t>-</a:t>
            </a:r>
            <a:r>
              <a:rPr lang="en-US" sz="2800" dirty="0" err="1"/>
              <a:t>ibm</a:t>
            </a:r>
            <a:r>
              <a:rPr lang="en-US" sz="2800" dirty="0"/>
              <a:t>-runtime==0.23</a:t>
            </a:r>
          </a:p>
        </p:txBody>
      </p:sp>
    </p:spTree>
    <p:extLst>
      <p:ext uri="{BB962C8B-B14F-4D97-AF65-F5344CB8AC3E}">
        <p14:creationId xmlns:p14="http://schemas.microsoft.com/office/powerpoint/2010/main" val="2900649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BDF15-ADEB-20D0-FD34-EC327A976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F33F9B-E6E2-B81E-806F-E816F18E7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6B8D2F-8490-F72B-6F3F-1127A699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598C6C-ACD8-34DE-0AD0-75BFD2C7C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A82F2F28-8C9D-0329-C385-3EA209AB0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9E3CCCF-DA0A-93AD-B2C0-0996EA035A14}"/>
                  </a:ext>
                </a:extLst>
              </p14:cNvPr>
              <p14:cNvContentPartPr/>
              <p14:nvPr/>
            </p14:nvContentPartPr>
            <p14:xfrm>
              <a:off x="341640" y="23400"/>
              <a:ext cx="9960840" cy="4512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9E3CCCF-DA0A-93AD-B2C0-0996EA035A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2280" y="14040"/>
                <a:ext cx="9979560" cy="453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0846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31144-0437-8C81-2ACF-A1AFD3BBE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2B91A-25A3-9A75-49D3-9312122BD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79F258-6AF6-2027-7A50-E566FA994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278822-F18C-5C73-5585-31D9ACDFE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F5FA5809-CBD1-A978-BF95-A0BC015C7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2DBE86-67F7-E219-F402-E481F5B2FB68}"/>
                  </a:ext>
                </a:extLst>
              </p14:cNvPr>
              <p14:cNvContentPartPr/>
              <p14:nvPr/>
            </p14:nvContentPartPr>
            <p14:xfrm>
              <a:off x="129600" y="-28440"/>
              <a:ext cx="11507760" cy="6405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2DBE86-67F7-E219-F402-E481F5B2FB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240" y="-37800"/>
                <a:ext cx="11526480" cy="642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7971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69507F-E904-8B6E-33EB-7A4753D16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1278D9-07FD-9552-3DDD-1DBBC77E0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14243-216C-F930-E988-6ED89DE79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0C7DDD-0BA2-30A0-AF80-FC54EF7FB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6F13EB53-B976-8B6C-BC78-BD382B445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15052A-5E6E-D5DB-CD3E-185F4A90893A}"/>
                  </a:ext>
                </a:extLst>
              </p14:cNvPr>
              <p14:cNvContentPartPr/>
              <p14:nvPr/>
            </p14:nvContentPartPr>
            <p14:xfrm>
              <a:off x="807840" y="112680"/>
              <a:ext cx="11383200" cy="5425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15052A-5E6E-D5DB-CD3E-185F4A9089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8480" y="103320"/>
                <a:ext cx="11401920" cy="544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4529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94D5D-5408-D2DB-F691-F0DF0F74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E659F5-AC43-F34C-2CC0-2DB37482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5A0204-3435-7B82-2E7A-3960E2895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2D6D26-648F-F413-C576-58D2948E6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2068ABDE-54D0-36C7-487A-4B5A7E0E2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D03DED-C17C-9948-E7AE-92F9DC2BDA84}"/>
                  </a:ext>
                </a:extLst>
              </p14:cNvPr>
              <p14:cNvContentPartPr/>
              <p14:nvPr/>
            </p14:nvContentPartPr>
            <p14:xfrm>
              <a:off x="713880" y="95760"/>
              <a:ext cx="8935920" cy="6835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D03DED-C17C-9948-E7AE-92F9DC2BDA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4520" y="86400"/>
                <a:ext cx="8954640" cy="685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1499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AB38D-25DF-76CC-1C9F-4E43D8750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5A6BBC2-468C-13C5-FFFE-80E00C1BD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156D9E-C00F-34AA-6C2C-F29A98BDD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3C01AA-2DE7-EC9E-80AC-66484C990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45068AB1-7A58-7D2E-677C-510AE5EB0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00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E382B-097E-0550-080B-6F1CBC9E2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6463C7-0D96-1F7F-C78E-9F09808FA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DC8E53-4B7B-29CC-BDC4-E1F13A62D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FAABC6-64CC-0055-B1EC-5D836BC9C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0311" y="1096772"/>
            <a:ext cx="283169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649EAF6C-7C0E-0344-F72F-A04A3A299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957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04577"/>
      </p:ext>
    </p:extLst>
  </p:cSld>
  <p:clrMapOvr>
    <a:masterClrMapping/>
  </p:clrMapOvr>
</p:sld>
</file>

<file path=ppt/theme/theme1.xml><?xml version="1.0" encoding="utf-8"?>
<a:theme xmlns:a="http://schemas.openxmlformats.org/drawingml/2006/main" name="MadridVTI">
  <a:themeElements>
    <a:clrScheme name="AnalogousFromLightSeedLeftStep">
      <a:dk1>
        <a:srgbClr val="000000"/>
      </a:dk1>
      <a:lt1>
        <a:srgbClr val="FFFFFF"/>
      </a:lt1>
      <a:dk2>
        <a:srgbClr val="213B32"/>
      </a:dk2>
      <a:lt2>
        <a:srgbClr val="E8E5E2"/>
      </a:lt2>
      <a:accent1>
        <a:srgbClr val="81A6C7"/>
      </a:accent1>
      <a:accent2>
        <a:srgbClr val="6CAEB2"/>
      </a:accent2>
      <a:accent3>
        <a:srgbClr val="78AD9A"/>
      </a:accent3>
      <a:accent4>
        <a:srgbClr val="6BB07B"/>
      </a:accent4>
      <a:accent5>
        <a:srgbClr val="83AD79"/>
      </a:accent5>
      <a:accent6>
        <a:srgbClr val="91AA68"/>
      </a:accent6>
      <a:hlink>
        <a:srgbClr val="9F7C5D"/>
      </a:hlink>
      <a:folHlink>
        <a:srgbClr val="7F7F7F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B2F7BD-E3B0-43B6-A38D-BD1A5B9CD80F}">
  <we:reference id="78f4d70e-fb8b-4f8d-b284-0a2e60aeef37" version="3.4.3.0" store="EXCatalog" storeType="EXCatalog"/>
  <we:alternateReferences>
    <we:reference id="WA104380955" version="3.4.3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2132</TotalTime>
  <Words>128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Avenir Next</vt:lpstr>
      <vt:lpstr>Bahnschrift</vt:lpstr>
      <vt:lpstr>Seaford Display</vt:lpstr>
      <vt:lpstr>System Font Regular</vt:lpstr>
      <vt:lpstr>Tenorite</vt:lpstr>
      <vt:lpstr>Wingdings</vt:lpstr>
      <vt:lpstr>MadridVTI</vt:lpstr>
      <vt:lpstr>QCML 06  Lab Session - 1</vt:lpstr>
      <vt:lpstr>What we will do today…</vt:lpstr>
      <vt:lpstr>Five Simple Steps</vt:lpstr>
      <vt:lpstr>Those five magical commands…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QCML - 03 Last Lab Recap</dc:title>
  <dc:creator>Aniket</dc:creator>
  <cp:lastModifiedBy>Monika Kumari</cp:lastModifiedBy>
  <cp:revision>100</cp:revision>
  <dcterms:created xsi:type="dcterms:W3CDTF">2024-01-02T12:55:24Z</dcterms:created>
  <dcterms:modified xsi:type="dcterms:W3CDTF">2025-08-10T08:06:48Z</dcterms:modified>
</cp:coreProperties>
</file>