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7"/>
  </p:notesMasterIdLst>
  <p:sldIdLst>
    <p:sldId id="282" r:id="rId2"/>
    <p:sldId id="267" r:id="rId3"/>
    <p:sldId id="261" r:id="rId4"/>
    <p:sldId id="264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91" autoAdjust="0"/>
    <p:restoredTop sz="95226" autoAdjust="0"/>
  </p:normalViewPr>
  <p:slideViewPr>
    <p:cSldViewPr snapToGrid="0">
      <p:cViewPr varScale="1">
        <p:scale>
          <a:sx n="79" d="100"/>
          <a:sy n="79" d="100"/>
        </p:scale>
        <p:origin x="64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" userId="14f4e196-1baf-463d-9497-dd9f6f8ad29f" providerId="ADAL" clId="{3445B2E6-0D6D-4992-A621-318F127BB34A}"/>
    <pc:docChg chg="undo custSel addSld modSld">
      <pc:chgData name="Aniket" userId="14f4e196-1baf-463d-9497-dd9f6f8ad29f" providerId="ADAL" clId="{3445B2E6-0D6D-4992-A621-318F127BB34A}" dt="2024-05-07T05:00:35.514" v="62" actId="6549"/>
      <pc:docMkLst>
        <pc:docMk/>
      </pc:docMkLst>
      <pc:sldChg chg="modSp mod">
        <pc:chgData name="Aniket" userId="14f4e196-1baf-463d-9497-dd9f6f8ad29f" providerId="ADAL" clId="{3445B2E6-0D6D-4992-A621-318F127BB34A}" dt="2024-05-07T04:04:00.265" v="0" actId="20577"/>
        <pc:sldMkLst>
          <pc:docMk/>
          <pc:sldMk cId="3064293210" sldId="256"/>
        </pc:sldMkLst>
        <pc:spChg chg="mod">
          <ac:chgData name="Aniket" userId="14f4e196-1baf-463d-9497-dd9f6f8ad29f" providerId="ADAL" clId="{3445B2E6-0D6D-4992-A621-318F127BB34A}" dt="2024-05-07T04:04:00.265" v="0" actId="20577"/>
          <ac:spMkLst>
            <pc:docMk/>
            <pc:sldMk cId="3064293210" sldId="256"/>
            <ac:spMk id="2" creationId="{39A6118B-08DE-69A5-FE48-1BFA7A072BE5}"/>
          </ac:spMkLst>
        </pc:spChg>
      </pc:sldChg>
      <pc:sldChg chg="modSp mod">
        <pc:chgData name="Aniket" userId="14f4e196-1baf-463d-9497-dd9f6f8ad29f" providerId="ADAL" clId="{3445B2E6-0D6D-4992-A621-318F127BB34A}" dt="2024-05-07T04:04:47.437" v="34" actId="20577"/>
        <pc:sldMkLst>
          <pc:docMk/>
          <pc:sldMk cId="2318630039" sldId="261"/>
        </pc:sldMkLst>
        <pc:spChg chg="mod">
          <ac:chgData name="Aniket" userId="14f4e196-1baf-463d-9497-dd9f6f8ad29f" providerId="ADAL" clId="{3445B2E6-0D6D-4992-A621-318F127BB34A}" dt="2024-05-07T04:04:47.437" v="34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modSp mod">
        <pc:chgData name="Aniket" userId="14f4e196-1baf-463d-9497-dd9f6f8ad29f" providerId="ADAL" clId="{3445B2E6-0D6D-4992-A621-318F127BB34A}" dt="2024-05-07T05:00:35.514" v="62" actId="6549"/>
        <pc:sldMkLst>
          <pc:docMk/>
          <pc:sldMk cId="1773163903" sldId="267"/>
        </pc:sldMkLst>
        <pc:spChg chg="mod">
          <ac:chgData name="Aniket" userId="14f4e196-1baf-463d-9497-dd9f6f8ad29f" providerId="ADAL" clId="{3445B2E6-0D6D-4992-A621-318F127BB34A}" dt="2024-05-07T05:00:35.514" v="62" actId="6549"/>
          <ac:spMkLst>
            <pc:docMk/>
            <pc:sldMk cId="1773163903" sldId="267"/>
            <ac:spMk id="3" creationId="{3EC6861F-8916-F4A6-93D7-96ED8B1DCD7B}"/>
          </ac:spMkLst>
        </pc:spChg>
      </pc:sldChg>
      <pc:sldChg chg="add">
        <pc:chgData name="Aniket" userId="14f4e196-1baf-463d-9497-dd9f6f8ad29f" providerId="ADAL" clId="{3445B2E6-0D6D-4992-A621-318F127BB34A}" dt="2024-05-07T04:04:55.016" v="35" actId="2890"/>
        <pc:sldMkLst>
          <pc:docMk/>
          <pc:sldMk cId="3149002484" sldId="268"/>
        </pc:sldMkLst>
      </pc:sldChg>
      <pc:sldChg chg="add">
        <pc:chgData name="Aniket" userId="14f4e196-1baf-463d-9497-dd9f6f8ad29f" providerId="ADAL" clId="{3445B2E6-0D6D-4992-A621-318F127BB34A}" dt="2024-05-07T04:04:55.366" v="36" actId="2890"/>
        <pc:sldMkLst>
          <pc:docMk/>
          <pc:sldMk cId="2902674170" sldId="269"/>
        </pc:sldMkLst>
      </pc:sldChg>
      <pc:sldChg chg="add">
        <pc:chgData name="Aniket" userId="14f4e196-1baf-463d-9497-dd9f6f8ad29f" providerId="ADAL" clId="{3445B2E6-0D6D-4992-A621-318F127BB34A}" dt="2024-05-07T04:04:56.918" v="37" actId="2890"/>
        <pc:sldMkLst>
          <pc:docMk/>
          <pc:sldMk cId="2052793166" sldId="270"/>
        </pc:sldMkLst>
      </pc:sldChg>
      <pc:sldChg chg="add">
        <pc:chgData name="Aniket" userId="14f4e196-1baf-463d-9497-dd9f6f8ad29f" providerId="ADAL" clId="{3445B2E6-0D6D-4992-A621-318F127BB34A}" dt="2024-05-07T04:04:57.844" v="38" actId="2890"/>
        <pc:sldMkLst>
          <pc:docMk/>
          <pc:sldMk cId="192763536" sldId="271"/>
        </pc:sldMkLst>
      </pc:sldChg>
    </pc:docChg>
  </pc:docChgLst>
  <pc:docChgLst>
    <pc:chgData name="Aniket" userId="14f4e196-1baf-463d-9497-dd9f6f8ad29f" providerId="ADAL" clId="{339D30AE-F946-4D5B-B1C3-1A11A33FB806}"/>
    <pc:docChg chg="custSel addSld delSld modSld">
      <pc:chgData name="Aniket" userId="14f4e196-1baf-463d-9497-dd9f6f8ad29f" providerId="ADAL" clId="{339D30AE-F946-4D5B-B1C3-1A11A33FB806}" dt="2024-02-02T06:01:57.567" v="388" actId="20577"/>
      <pc:docMkLst>
        <pc:docMk/>
      </pc:docMkLst>
      <pc:sldChg chg="modSp mod">
        <pc:chgData name="Aniket" userId="14f4e196-1baf-463d-9497-dd9f6f8ad29f" providerId="ADAL" clId="{339D30AE-F946-4D5B-B1C3-1A11A33FB806}" dt="2024-02-02T05:22:21.436" v="8" actId="20577"/>
        <pc:sldMkLst>
          <pc:docMk/>
          <pc:sldMk cId="3064293210" sldId="256"/>
        </pc:sldMkLst>
        <pc:spChg chg="mod">
          <ac:chgData name="Aniket" userId="14f4e196-1baf-463d-9497-dd9f6f8ad29f" providerId="ADAL" clId="{339D30AE-F946-4D5B-B1C3-1A11A33FB806}" dt="2024-02-02T05:21:38.293" v="1" actId="20577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339D30AE-F946-4D5B-B1C3-1A11A33FB806}" dt="2024-02-02T05:22:21.436" v="8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339D30AE-F946-4D5B-B1C3-1A11A33FB806}" dt="2024-02-02T05:24:11.623" v="254" actId="20577"/>
        <pc:sldMkLst>
          <pc:docMk/>
          <pc:sldMk cId="2430313862" sldId="257"/>
        </pc:sldMkLst>
        <pc:spChg chg="mod">
          <ac:chgData name="Aniket" userId="14f4e196-1baf-463d-9497-dd9f6f8ad29f" providerId="ADAL" clId="{339D30AE-F946-4D5B-B1C3-1A11A33FB806}" dt="2024-02-02T05:23:06.138" v="80" actId="5793"/>
          <ac:spMkLst>
            <pc:docMk/>
            <pc:sldMk cId="2430313862" sldId="257"/>
            <ac:spMk id="2" creationId="{E6318CB5-15F3-7309-D597-C6070ACC831E}"/>
          </ac:spMkLst>
        </pc:spChg>
        <pc:spChg chg="mod">
          <ac:chgData name="Aniket" userId="14f4e196-1baf-463d-9497-dd9f6f8ad29f" providerId="ADAL" clId="{339D30AE-F946-4D5B-B1C3-1A11A33FB806}" dt="2024-02-02T05:24:11.623" v="254" actId="20577"/>
          <ac:spMkLst>
            <pc:docMk/>
            <pc:sldMk cId="2430313862" sldId="257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339D30AE-F946-4D5B-B1C3-1A11A33FB806}" dt="2024-02-02T05:24:20.258" v="255" actId="47"/>
        <pc:sldMkLst>
          <pc:docMk/>
          <pc:sldMk cId="1277299088" sldId="258"/>
        </pc:sldMkLst>
      </pc:sldChg>
      <pc:sldChg chg="del">
        <pc:chgData name="Aniket" userId="14f4e196-1baf-463d-9497-dd9f6f8ad29f" providerId="ADAL" clId="{339D30AE-F946-4D5B-B1C3-1A11A33FB806}" dt="2024-02-02T05:24:21.508" v="256" actId="47"/>
        <pc:sldMkLst>
          <pc:docMk/>
          <pc:sldMk cId="3466009385" sldId="259"/>
        </pc:sldMkLst>
      </pc:sldChg>
      <pc:sldChg chg="del">
        <pc:chgData name="Aniket" userId="14f4e196-1baf-463d-9497-dd9f6f8ad29f" providerId="ADAL" clId="{339D30AE-F946-4D5B-B1C3-1A11A33FB806}" dt="2024-02-02T05:24:22.312" v="257" actId="47"/>
        <pc:sldMkLst>
          <pc:docMk/>
          <pc:sldMk cId="1224333378" sldId="260"/>
        </pc:sldMkLst>
      </pc:sldChg>
      <pc:sldChg chg="modSp mod">
        <pc:chgData name="Aniket" userId="14f4e196-1baf-463d-9497-dd9f6f8ad29f" providerId="ADAL" clId="{339D30AE-F946-4D5B-B1C3-1A11A33FB806}" dt="2024-02-02T06:01:57.567" v="388" actId="20577"/>
        <pc:sldMkLst>
          <pc:docMk/>
          <pc:sldMk cId="2318630039" sldId="261"/>
        </pc:sldMkLst>
        <pc:spChg chg="mod">
          <ac:chgData name="Aniket" userId="14f4e196-1baf-463d-9497-dd9f6f8ad29f" providerId="ADAL" clId="{339D30AE-F946-4D5B-B1C3-1A11A33FB806}" dt="2024-02-02T05:24:47.889" v="288" actId="5793"/>
          <ac:spMkLst>
            <pc:docMk/>
            <pc:sldMk cId="2318630039" sldId="261"/>
            <ac:spMk id="2" creationId="{E6318CB5-15F3-7309-D597-C6070ACC831E}"/>
          </ac:spMkLst>
        </pc:spChg>
        <pc:spChg chg="mod">
          <ac:chgData name="Aniket" userId="14f4e196-1baf-463d-9497-dd9f6f8ad29f" providerId="ADAL" clId="{339D30AE-F946-4D5B-B1C3-1A11A33FB806}" dt="2024-02-02T06:01:57.567" v="388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339D30AE-F946-4D5B-B1C3-1A11A33FB806}" dt="2024-02-02T05:24:23.186" v="258" actId="47"/>
        <pc:sldMkLst>
          <pc:docMk/>
          <pc:sldMk cId="1144399454" sldId="263"/>
        </pc:sldMkLst>
      </pc:sldChg>
      <pc:sldChg chg="add">
        <pc:chgData name="Aniket" userId="14f4e196-1baf-463d-9497-dd9f6f8ad29f" providerId="ADAL" clId="{339D30AE-F946-4D5B-B1C3-1A11A33FB806}" dt="2024-02-02T05:24:27.603" v="259" actId="2890"/>
        <pc:sldMkLst>
          <pc:docMk/>
          <pc:sldMk cId="1649318740" sldId="263"/>
        </pc:sldMkLst>
      </pc:sldChg>
    </pc:docChg>
  </pc:docChgLst>
  <pc:docChgLst>
    <pc:chgData name="Aniket" userId="14f4e196-1baf-463d-9497-dd9f6f8ad29f" providerId="ADAL" clId="{C5E0844A-3C42-482F-979E-78A4914AEEE1}"/>
    <pc:docChg chg="undo custSel addSld modSld">
      <pc:chgData name="Aniket" userId="14f4e196-1baf-463d-9497-dd9f6f8ad29f" providerId="ADAL" clId="{C5E0844A-3C42-482F-979E-78A4914AEEE1}" dt="2024-03-23T14:34:54.908" v="366" actId="2890"/>
      <pc:docMkLst>
        <pc:docMk/>
      </pc:docMkLst>
      <pc:sldChg chg="modSp mod">
        <pc:chgData name="Aniket" userId="14f4e196-1baf-463d-9497-dd9f6f8ad29f" providerId="ADAL" clId="{C5E0844A-3C42-482F-979E-78A4914AEEE1}" dt="2024-03-23T06:37:51.902" v="76" actId="20577"/>
        <pc:sldMkLst>
          <pc:docMk/>
          <pc:sldMk cId="3064293210" sldId="256"/>
        </pc:sldMkLst>
        <pc:spChg chg="mod">
          <ac:chgData name="Aniket" userId="14f4e196-1baf-463d-9497-dd9f6f8ad29f" providerId="ADAL" clId="{C5E0844A-3C42-482F-979E-78A4914AEEE1}" dt="2024-03-23T06:37:26.699" v="15" actId="27636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C5E0844A-3C42-482F-979E-78A4914AEEE1}" dt="2024-03-23T06:37:51.902" v="76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C5E0844A-3C42-482F-979E-78A4914AEEE1}" dt="2024-03-23T06:38:04.027" v="84" actId="20577"/>
        <pc:sldMkLst>
          <pc:docMk/>
          <pc:sldMk cId="2318630039" sldId="261"/>
        </pc:sldMkLst>
        <pc:spChg chg="mod">
          <ac:chgData name="Aniket" userId="14f4e196-1baf-463d-9497-dd9f6f8ad29f" providerId="ADAL" clId="{C5E0844A-3C42-482F-979E-78A4914AEEE1}" dt="2024-03-23T06:38:04.027" v="84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addSp">
        <pc:chgData name="Aniket" userId="14f4e196-1baf-463d-9497-dd9f6f8ad29f" providerId="ADAL" clId="{C5E0844A-3C42-482F-979E-78A4914AEEE1}" dt="2024-03-23T14:34:35.997" v="362"/>
        <pc:sldMkLst>
          <pc:docMk/>
          <pc:sldMk cId="3126681752" sldId="262"/>
        </pc:sldMkLst>
        <pc:inkChg chg="add">
          <ac:chgData name="Aniket" userId="14f4e196-1baf-463d-9497-dd9f6f8ad29f" providerId="ADAL" clId="{C5E0844A-3C42-482F-979E-78A4914AEEE1}" dt="2024-03-23T14:34:35.997" v="362"/>
          <ac:inkMkLst>
            <pc:docMk/>
            <pc:sldMk cId="3126681752" sldId="262"/>
            <ac:inkMk id="2" creationId="{EBDDB1E3-1F03-71D1-BE4B-9D8CC4DAE29B}"/>
          </ac:inkMkLst>
        </pc:inkChg>
      </pc:sldChg>
      <pc:sldChg chg="modSp add mod">
        <pc:chgData name="Aniket" userId="14f4e196-1baf-463d-9497-dd9f6f8ad29f" providerId="ADAL" clId="{C5E0844A-3C42-482F-979E-78A4914AEEE1}" dt="2024-03-23T13:14:47.952" v="361" actId="6549"/>
        <pc:sldMkLst>
          <pc:docMk/>
          <pc:sldMk cId="587902310" sldId="263"/>
        </pc:sldMkLst>
        <pc:spChg chg="mod">
          <ac:chgData name="Aniket" userId="14f4e196-1baf-463d-9497-dd9f6f8ad29f" providerId="ADAL" clId="{C5E0844A-3C42-482F-979E-78A4914AEEE1}" dt="2024-03-23T13:14:47.952" v="361" actId="6549"/>
          <ac:spMkLst>
            <pc:docMk/>
            <pc:sldMk cId="587902310" sldId="263"/>
            <ac:spMk id="2" creationId="{654F7DAD-5772-7DFA-392F-1B1009998ACD}"/>
          </ac:spMkLst>
        </pc:spChg>
        <pc:spChg chg="mod">
          <ac:chgData name="Aniket" userId="14f4e196-1baf-463d-9497-dd9f6f8ad29f" providerId="ADAL" clId="{C5E0844A-3C42-482F-979E-78A4914AEEE1}" dt="2024-03-23T13:14:41.120" v="347" actId="20577"/>
          <ac:spMkLst>
            <pc:docMk/>
            <pc:sldMk cId="587902310" sldId="263"/>
            <ac:spMk id="3" creationId="{ABE7D0D2-3343-ACAC-DA60-F1A74D17EA8B}"/>
          </ac:spMkLst>
        </pc:spChg>
      </pc:sldChg>
      <pc:sldChg chg="delSp add mod">
        <pc:chgData name="Aniket" userId="14f4e196-1baf-463d-9497-dd9f6f8ad29f" providerId="ADAL" clId="{C5E0844A-3C42-482F-979E-78A4914AEEE1}" dt="2024-03-23T14:34:52.562" v="364" actId="478"/>
        <pc:sldMkLst>
          <pc:docMk/>
          <pc:sldMk cId="3235061480" sldId="264"/>
        </pc:sldMkLst>
        <pc:inkChg chg="del">
          <ac:chgData name="Aniket" userId="14f4e196-1baf-463d-9497-dd9f6f8ad29f" providerId="ADAL" clId="{C5E0844A-3C42-482F-979E-78A4914AEEE1}" dt="2024-03-23T14:34:52.562" v="364" actId="478"/>
          <ac:inkMkLst>
            <pc:docMk/>
            <pc:sldMk cId="3235061480" sldId="264"/>
            <ac:inkMk id="2" creationId="{F7C14846-4686-183C-196B-6CF907D8E32B}"/>
          </ac:inkMkLst>
        </pc:inkChg>
      </pc:sldChg>
      <pc:sldChg chg="add">
        <pc:chgData name="Aniket" userId="14f4e196-1baf-463d-9497-dd9f6f8ad29f" providerId="ADAL" clId="{C5E0844A-3C42-482F-979E-78A4914AEEE1}" dt="2024-03-23T14:34:54.700" v="365" actId="2890"/>
        <pc:sldMkLst>
          <pc:docMk/>
          <pc:sldMk cId="1443221750" sldId="265"/>
        </pc:sldMkLst>
      </pc:sldChg>
      <pc:sldChg chg="add">
        <pc:chgData name="Aniket" userId="14f4e196-1baf-463d-9497-dd9f6f8ad29f" providerId="ADAL" clId="{C5E0844A-3C42-482F-979E-78A4914AEEE1}" dt="2024-03-23T14:34:54.908" v="366" actId="2890"/>
        <pc:sldMkLst>
          <pc:docMk/>
          <pc:sldMk cId="2640938809" sldId="266"/>
        </pc:sldMkLst>
      </pc:sldChg>
    </pc:docChg>
  </pc:docChgLst>
  <pc:docChgLst>
    <pc:chgData name="Aniket" userId="14f4e196-1baf-463d-9497-dd9f6f8ad29f" providerId="ADAL" clId="{CE29791C-127D-4DD3-B6BB-3476E8A78742}"/>
    <pc:docChg chg="addSld delSld modSld sldOrd">
      <pc:chgData name="Aniket" userId="14f4e196-1baf-463d-9497-dd9f6f8ad29f" providerId="ADAL" clId="{CE29791C-127D-4DD3-B6BB-3476E8A78742}" dt="2024-04-10T20:23:36.060" v="199" actId="20577"/>
      <pc:docMkLst>
        <pc:docMk/>
      </pc:docMkLst>
      <pc:sldChg chg="modSp mod">
        <pc:chgData name="Aniket" userId="14f4e196-1baf-463d-9497-dd9f6f8ad29f" providerId="ADAL" clId="{CE29791C-127D-4DD3-B6BB-3476E8A78742}" dt="2024-04-10T20:21:57.201" v="6" actId="20577"/>
        <pc:sldMkLst>
          <pc:docMk/>
          <pc:sldMk cId="3064293210" sldId="256"/>
        </pc:sldMkLst>
        <pc:spChg chg="mod">
          <ac:chgData name="Aniket" userId="14f4e196-1baf-463d-9497-dd9f6f8ad29f" providerId="ADAL" clId="{CE29791C-127D-4DD3-B6BB-3476E8A78742}" dt="2024-04-10T20:21:52.786" v="5" actId="20577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CE29791C-127D-4DD3-B6BB-3476E8A78742}" dt="2024-04-10T20:21:57.201" v="6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CE29791C-127D-4DD3-B6BB-3476E8A78742}" dt="2024-04-10T20:23:21.483" v="197" actId="20577"/>
        <pc:sldMkLst>
          <pc:docMk/>
          <pc:sldMk cId="2318630039" sldId="261"/>
        </pc:sldMkLst>
        <pc:spChg chg="mod">
          <ac:chgData name="Aniket" userId="14f4e196-1baf-463d-9497-dd9f6f8ad29f" providerId="ADAL" clId="{CE29791C-127D-4DD3-B6BB-3476E8A78742}" dt="2024-04-10T20:23:21.483" v="197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CE29791C-127D-4DD3-B6BB-3476E8A78742}" dt="2024-04-10T20:22:05.560" v="7" actId="2696"/>
        <pc:sldMkLst>
          <pc:docMk/>
          <pc:sldMk cId="3126681752" sldId="262"/>
        </pc:sldMkLst>
      </pc:sldChg>
      <pc:sldChg chg="del">
        <pc:chgData name="Aniket" userId="14f4e196-1baf-463d-9497-dd9f6f8ad29f" providerId="ADAL" clId="{CE29791C-127D-4DD3-B6BB-3476E8A78742}" dt="2024-04-10T20:22:13.286" v="8" actId="47"/>
        <pc:sldMkLst>
          <pc:docMk/>
          <pc:sldMk cId="587902310" sldId="263"/>
        </pc:sldMkLst>
      </pc:sldChg>
      <pc:sldChg chg="modSp add mod ord">
        <pc:chgData name="Aniket" userId="14f4e196-1baf-463d-9497-dd9f6f8ad29f" providerId="ADAL" clId="{CE29791C-127D-4DD3-B6BB-3476E8A78742}" dt="2024-04-10T20:23:36.060" v="199" actId="20577"/>
        <pc:sldMkLst>
          <pc:docMk/>
          <pc:sldMk cId="1773163903" sldId="267"/>
        </pc:sldMkLst>
        <pc:spChg chg="mod">
          <ac:chgData name="Aniket" userId="14f4e196-1baf-463d-9497-dd9f6f8ad29f" providerId="ADAL" clId="{CE29791C-127D-4DD3-B6BB-3476E8A78742}" dt="2024-04-10T20:22:26.152" v="24" actId="20577"/>
          <ac:spMkLst>
            <pc:docMk/>
            <pc:sldMk cId="1773163903" sldId="267"/>
            <ac:spMk id="2" creationId="{ED8D3E39-B06B-21C6-BFE7-A718BE532C74}"/>
          </ac:spMkLst>
        </pc:spChg>
        <pc:spChg chg="mod">
          <ac:chgData name="Aniket" userId="14f4e196-1baf-463d-9497-dd9f6f8ad29f" providerId="ADAL" clId="{CE29791C-127D-4DD3-B6BB-3476E8A78742}" dt="2024-04-10T20:23:36.060" v="199" actId="20577"/>
          <ac:spMkLst>
            <pc:docMk/>
            <pc:sldMk cId="1773163903" sldId="267"/>
            <ac:spMk id="3" creationId="{3EC6861F-8916-F4A6-93D7-96ED8B1DCD7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01:24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5412 846 78 0,'-43'-75'39'0,"-13"-44"-35"15,31 100 40-15,-10-12-44 16,-7 9 1-16,-15 3-1 16,-6 13 1-16,-19-4-1 0,-6 10 0 15,-21 10 1-15,10 15 1 16,0 12-1-16,-21 17 0 15,4 8 0-15,3 26 1 16,4 9-1-16,10 19 0 16,-3 0 0-16,3 4 0 15,11 11 0-15,10 20 0 16,15-16-1-16,13 9 0 16,11 6 0-16,11 4 1 15,18 0-1-15,17 15 0 16,14-9 0-16,18-9 0 0,3-20 1 15,14-15 0-15,8-15 0 16,13-10 1-16,26-13 0 16,6 0 1-16,8-24 0 15,6-4 0-15,22-9-1 16,-11-7 0-16,7-9-2 16,14-9 1-16,-7-4-1 15,-7-12 1-15,-3-22-1 16,7 0 0-16,-11-18 0 15,-11-14 1-15,-7-2-1 16,-6-10 1-16,-11-12 0 16,-11-20 0-16,-3-2 0 15,-8-6 0-15,-24-7-1 16,-4-7 1-16,-13 4-1 0,-5 4 0 16,-23 2 0-1,-12-6 0-15,-21 0 0 16,-6 0 0-16,-12 0 0 0,-10-7 1 15,-3-5-1-15,-11-4 1 16,-11 7-1-16,-6 12 1 16,-12 9 0-16,8 17 1 15,-18-1-1-15,-3 9 0 16,-8 13-1-16,5 23 1 16,16 5-11-16,1 13 0 15,10 15-1-15,-3-5 1 0</inkml:trace>
  <inkml:trace contextRef="#ctx0" brushRef="#br0" timeOffset="402.99">4667 1257 96 0,'-24'47'48'0,"24"44"-49"0,0-63 59 16,0 13-57-16,0 22 0 16,0 18 1-16,0-21 0 15,0 56-3-15,0-10 1 16,0 11 1-16,0 8 1 16,0-12-2-16,10-7 1 15,1-8-2-15,-1-11 1 16,1 1-8-16,-4-6 0 0,4-13-1 15,-11-13 1-15</inkml:trace>
  <inkml:trace contextRef="#ctx0" brushRef="#br0" timeOffset="837.47">4777 2546 83 0,'24'-28'41'0,"47"-35"-41"15,-57 38 43-15,14 0-44 16,0 3 0-16,1-13-2 16,-5 7 1-16,5-6 2 0,-1 5 1 15,0-15-2-15,-7 1 1 16,4-11 0-16,0-18 0 15,-4 9 1-15,7 1 1 16,-14 8 1-16,4 14 0 16,-8 8 0-16,1 1 1 31,-15 28 0-31,-10 3 1 16,4 15-1-16,-1 14 0 15,8-1 0-15,-5 6 0 16,5 4-1-16,6 9 0 15,15 6-1-15,-4 7 0 0,11 21-1 16,-4 7 0-16,-7 0-5 16,4 12 1-16,-8-2-1 15,-3 8 1-15</inkml:trace>
  <inkml:trace contextRef="#ctx0" brushRef="#br0" timeOffset="1563.74">9098 1034 94 0,'-63'-72'47'0,"-11"47"-41"0,52 19 46 15,-13 3-53-15,-4 6 1 16,-3 3-2-16,-11 4 1 0,-7 2 1 15,-3 20 0-15,-4 2-1 16,0 19 0-16,-4 23 0 16,0 27 0-1,8 16 0-15,3 47 1 0,11 13 0 16,13 38 0-16,22-1 0 16,18 3 0-16,17-12 0 15,14-25 0-15,15-12 0 16,9-23 0-16,19-22 0 15,10-18 0-15,0-25 0 16,8-17 1-16,13-14 0 16,4-17 1-16,7-25-1 15,0-9 1-15,7-31-1 16,3-10 1-16,4-21-2 16,-3-7 1-16,-8-19-1 15,1-13 1-15,-4-5-1 16,-11-7 0-16,-17-6 0 0,-11-7 1 15,-14 1 0-15,-10 9 0 16,-19-9 0-16,-16-1 1 16,-12-6-1-16,-10 7 0 15,-7 9 0-15,-11-6 1 16,-13 2-1-16,-12 4 0 16,-13 10 0-16,-8 5 1 15,-13 7-1-15,-18 10 0 16,-18-4 0-16,-21 19 0 15,7 16-1-15,0 15 1 0,7 4-5 16,-4 15 0-16,18 19-13 16,11 6 0-16,7 16 0 15,7 3 0-15</inkml:trace>
  <inkml:trace contextRef="#ctx0" brushRef="#br0" timeOffset="1864.26">9299 1499 100 0,'-21'-13'50'0,"14"88"-62"0,3-53 79 15,1 28-67-15,-4 32 0 16,3 15-1-16,-3 10 1 16,4 12-2-16,3 3 1 15,0-15-3-15,3-23 0 16,4-5-5-16,4-10 1 16,-4-13-12-16,4-15 1 31</inkml:trace>
  <inkml:trace contextRef="#ctx0" brushRef="#br0" timeOffset="2203.32">8805 1546 88 0,'-21'6'44'0,"4"-12"-52"15,24 12 66-15,3 3-56 16,11-6 1-16,8 13-1 16,16-3 1-16,26-7-4 15,7 0 0-15,3-6 3 16,3-3 1-16,1-6-2 0,3 5 1 15,-7 4-1-15,-10 4 1 16,-11 2-7-16,-14-3 1 16,-11 10-1-16,-17-10 0 15</inkml:trace>
  <inkml:trace contextRef="#ctx0" brushRef="#br0" timeOffset="9675.04">1856 6027 78 0,'-39'-69'39'0,"28"-3"-34"16,11 59 40-16,7-3-44 16,4 7 0-16,-1 9-1 15,12 12 1-15,-1 17-2 16,7 18 1-16,-7 19 0 15,0 24 1-15,8 1-1 16,-12 7 1-16,-6-14-1 16,-1-2 0-16,1-7 0 15,-11-9 0-15,7-13 0 16,-7-12 1-16,4-7-1 0,-4-21 0 16,7-13 0-16,-4-16 1 15,8-15-1-15,-1-13 1 16,8-3-1-16,0-16 0 15,-4-9 0-15,7 0 1 16,-4 6 1-16,5 10 0 16,2 6 0-16,-3 9 0 15,1 6 1-15,-1 20 0 0,7 12-1 16,-7 12 1-16,7 19-2 16,4 19 1-16,7 13-2 15,0-4 1-15,-7-6-3 16,-4 7 0-16,4-4-11 15,-11 0 0-15,-4-5 0 16,1-5 0-16</inkml:trace>
  <inkml:trace contextRef="#ctx0" brushRef="#br0" timeOffset="9912.73">2720 6237 84 0,'-7'-57'42'0,"24"17"-45"0,-6 27 59 16,10-9-56-16,0 0 1 16,18-3-1-1,0 3 1-15,21-3-2 0,0 3 0 16,0-3-6-16,0 3 1 15,-7-3-14-15,-4 0 1 16,-3 0 0-16,-14 6 0 16</inkml:trace>
  <inkml:trace contextRef="#ctx0" brushRef="#br0" timeOffset="10154.36">2879 6528 73 0,'-18'-9'36'0,"39"6"-43"15,-21 3 68-15,18-10-59 16,14-2 0-16,6-4 0 16,12-3 1-16,-1-3-7 15,1-3 0-15,10-9-13 16,-1-7 0-16,5-6-2 15,7-9 1-15</inkml:trace>
  <inkml:trace contextRef="#ctx0" brushRef="#br0" timeOffset="10375.77">3849 5349 91 0,'-39'-37'45'0,"28"46"-63"0,11 0 89 16,7 4-71-16,-3 15 0 16,7 7 0-16,3 9 0 15,7 12-1-15,0 10 1 16,7 3-4-16,4-3 0 16,10-4-13-16,4-5 1 15,-7-7-1-15,-7-6 1 0</inkml:trace>
  <inkml:trace contextRef="#ctx0" brushRef="#br0" timeOffset="10716.09">2117 7231 84 0,'-64'-16'42'0,"36"16"-58"16,28-3 72-16,21-3-56 16,18-7 0-16,14-9 0 15,42-9 0-15,18 3 0 0,25-16 1 16,31-6 0-16,0-13 1 15,8-3-1-15,13-3 1 16,-10-3 0-16,-11 0 0 16,4 0-2-16,-14-4 1 15,-21 7-17-15,-22 7 1 16,-14 5-1-16,-35 10 1 16</inkml:trace>
  <inkml:trace contextRef="#ctx0" brushRef="#br0" timeOffset="11068.04">1736 7544 80 0,'-60'7'40'0,"102"-11"-52"16,-21-5 65-16,29 0-54 15,24-10 1-15,7-9-1 16,18-16 1-16,31-3 0 16,18-7 0-16,22-5 1 15,20-10 0-15,1-16 1 0,27-9 0 16,-17 3 2-16,-3 10 0 15,0 5-1-15,-29 14 0 16,-10 8-2-16,-29 14 0 16,-21 8-12-16,-17 10 1 15,-14 7-2-15,-39 8 0 16</inkml:trace>
  <inkml:trace contextRef="#ctx0" brushRef="#br0" timeOffset="15303.23">16090 1141 60 0,'-24'-44'30'0,"6"-25"-23"16,11 50 31-16,-4 1-38 16,-3-1 1-16,-4 6 0 15,-6 10 0-15,3-3-2 16,3 12 1-16,-3 3 0 15,7 17 1-15,10 8-1 16,4 19 0-16,7 19 0 16,18 10 0-16,0-4 1 15,3 4 1-15,7-10 0 16,4 6 1-16,0-12 0 0,-4-12 1 16,0-7-1-16,-17-16 0 15,-11 0-1-15,-11 1 1 16,-13-13-2-16,-15-4 0 15,-7 4-2-15,-10-6 1 16,-8-4-10-16,-13-9 0 16,6-9 0-16,1-13 0 15</inkml:trace>
  <inkml:trace contextRef="#ctx0" brushRef="#br0" timeOffset="15590.33">15829 959 74 0,'18'-3'37'0,"3"-25"-44"16,-7 28 51-16,11-10-44 15,10 4 1-15,11 3-1 16,7-3 0-16,14-1 0 15,3-2 0-15,-6-4 0 16,-8-5 0-16,-6 5 0 16,-11 4 0-16,-8 6-1 15,-6-4 1-15,-7 7-13 16,-8 7 1-16,-6 2-1 0,-11-6 1 16</inkml:trace>
  <inkml:trace contextRef="#ctx0" brushRef="#br0" timeOffset="15946.69">17131 878 74 0,'-39'-22'37'16,"-10"25"-48"-16,38 3 63 0,-7 7-52 15,-6 5 0-15,-1 14 0 16,-7-1 1-16,-6 19-2 16,6 13 1-16,4 15 0 15,6-5 0-15,12-11-1 16,10-8 1-16,14-11-1 16,7-11 1-16,4-16 1 15,7-23 1-15,3-5 1 16,-3-23 0-16,-4-9 1 15,-4-3 0-15,-2 3-1 16,-8 7 0-16,-4-13-2 16,-3 15 0-16,-3 4-13 15,-1 6 0-15,-3 6 0 16,8 0 0-16</inkml:trace>
  <inkml:trace contextRef="#ctx0" brushRef="#br0" timeOffset="16220.03">18602 548 85 0,'35'-40'42'0,"-17"40"-53"0,-18 0 66 0,3 3-55 15,4 3 0-15,-3 7 0 16,0 18 1-16,-4 22-1 15,-8 10 0-15,5 9 0 16,-11 10 0-16,3 24 0 16,-6 10 0-16,-5 0-2 15,-6-6 0-15,0-7-11 16,0-2 0-16,-4-23 0 16,-3-15 1-16</inkml:trace>
  <inkml:trace contextRef="#ctx0" brushRef="#br0" timeOffset="16579.71">18217 937 86 0,'-28'-9'43'0,"-7"-45"-51"0,28 45 70 16,0 3-61-16,0 3 1 16,0 6-1-16,0 12 1 15,-4 7-5-15,4 4 0 16,4 2 1-16,13-3 0 16,4-6-2-16,7-10 1 15,4-3 0-15,7-6 1 0,0-9 2 16,-4 0 0-16,0-1 2 15,-3-6 0-15,-8 7 0 16,-3 0 0-16,-6 2-8 16,-8 7 0-16,-4 7-2 15,-3 2 1-15</inkml:trace>
  <inkml:trace contextRef="#ctx0" brushRef="#br0" timeOffset="16892.89">19311 1044 97 0,'4'-60'48'0,"-19"67"-59"0,5-7 71 16,-8 9-61-16,-6 10 0 15,-5 6-5-15,-2 3 0 16,6 7 5-16,11-7 1 16,10-3-4-16,15-16 0 15,10-9 1-15,7-15 1 16,0 2 3-16,4-3 0 16,-4-12 2-16,-3 3 1 0,-11-13-1 15,-10 13 1-15,-15 0-5 16,-14 13 1-16,-13 12-2 15,-19 0 0-15</inkml:trace>
  <inkml:trace contextRef="#ctx0" brushRef="#br0" timeOffset="17398.03">15586 2471 84 0,'-36'-25'42'0,"29"18"-41"0,18 4 42 15,10-6-43-15,25 2 1 16,28-2 0-16,32-16 0 0,35 0-2 15,32-6 1-15,28 2 0 16,35-2 1-16,22-7-1 16,14 1 0-16,10-7 0 15,-7-6 1-15,-14 3-1 16,-14-7 0-16,-25-5 0 16,-21 12 0-16,-35 9-6 15,-32 13 1-15,-25 6-1 16,-31 10 1-16</inkml:trace>
  <inkml:trace contextRef="#ctx0" brushRef="#br0" timeOffset="17723.54">15526 2913 83 0,'-36'-13'41'0,"33"-9"-43"0,17 16 50 16,14 0-48-16,32-4 0 15,25-5 0-15,38-4 1 16,47-6-1-16,45-10 0 0,32-6 1 15,32-2 0-15,20-20 1 16,12 3 1-16,6-6 0 16,-13-6 0-16,-15 13-1 15,-21 5 1-15,-46 11-8 16,-35 8 1-16,-21 7-2 16,-39 3 1-16</inkml:trace>
  <inkml:trace contextRef="#ctx0" brushRef="#br0" timeOffset="21458.41">6971 2257 66 0,'-28'-34'33'0,"14"15"-26"0,10 19 34 16,4-6-41-16,7 3 1 15,7-10 1-15,7 10 0 16,15-13-2-16,-1 4 0 15,11-7 1-15,10 3 1 16,4-3-1-16,14-6 0 16,4 16-3-16,-8-7 0 15,1 7-7-15,-7-4 0 16,-1 4 0-16,-17 3 0 16</inkml:trace>
  <inkml:trace contextRef="#ctx0" brushRef="#br0" timeOffset="21697.12">6893 2784 73 0,'-31'-15'36'0,"73"8"-39"15,-17 7 52-15,10-3-49 16,14-13 0-16,11 4-5 16,18-10 1-16,21 0-9 15,10-9 0-15,14-7-2 16,15-6 0-16</inkml:trace>
  <inkml:trace contextRef="#ctx0" brushRef="#br0" timeOffset="22210.81">12601 1655 77 0,'-63'-12'38'0,"17"24"-52"15,39-12 71-15,0 3-57 16,3 7 0-16,4-1 1 16,7 1 1-16,7-7-1 15,15-3 0-15,9-3 2 0,15-7 0 16,14 1-1-16,15-7 1 15,2-3-1-15,11-9 0 16,-3 6-2-16,-4 3 1 16,1 1-7-16,-15 8 1 15,-7 4-14-15,-14 3 0 16,-11 3 0-16,-21 0 1 16</inkml:trace>
  <inkml:trace contextRef="#ctx0" brushRef="#br0" timeOffset="22509.99">12619 2232 68 0,'-18'-9'34'0,"4"9"-42"15,14 0 62-15,7 0-53 16,7-6 1-16,7 2-1 16,15-2 1-16,17 3-3 15,24-6 1-15,22-16 1 16,21 6 1-16,14-9-1 16,7 2 0-16,0-8-1 15,-10 6 1-15,-8 3-7 16,-10 15 1-16,-18 4-1 15,-21 3 0-15</inkml:trace>
  <inkml:trace contextRef="#ctx0" brushRef="#br0" timeOffset="24536.7">13991 1063 79 0,'-10'-44'39'0,"-15"50"-36"0,14 3 39 15,-3 1-41-15,-10 27 0 16,6 42 1-16,7 31 0 16,15 46-2-16,21 33 1 15,27 36 1-15,12 7 1 16,6 7-3-16,-6-23 1 15,-11-34-7-15,-7-32 1 0,-11-15-2 16,-7-25 1-16</inkml:trace>
  <inkml:trace contextRef="#ctx0" brushRef="#br0" timeOffset="24867.27">13907 1110 91 0,'-15'-91'45'0,"47"19"-52"15,-14 53 60-15,14 0-52 16,10 13 1-16,7-4 0 15,15 20 0-15,-1 15-4 16,4 9 0-16,-3 16 1 0,-8 26 1 16,-3 5-2-16,-21 7 0 15,-18-6 0-15,-21-1 0 16,-21 16 0-16,-18-6 1 16,-7-12-10-16,-3-17 0 15,-4-18 1-15,3-31 0 16</inkml:trace>
  <inkml:trace contextRef="#ctx0" brushRef="#br0" timeOffset="25078.39">14870 555 91 0,'7'-38'45'0,"10"41"-52"16,-10 7 69-16,4 24-62 15,7 38 0-15,-1 32-1 16,8 49 1-16,10 29 0 16,22 66 0-16,10 31-7 15,24 3 1-15,33-25-1 16,24-47 1-16</inkml:trace>
  <inkml:trace contextRef="#ctx0" brushRef="#br0" timeOffset="25543.23">20253 91 94 0,'-21'-57'47'0,"45"67"-52"16,-9-1 59-16,9 19-54 15,8 25 0-15,7 4 0 16,7 21 0-16,7 54 0 16,3 12 0-16,1 35-1 15,-8 34 1-15,-10 19-1 16,-22 0 1-16,-38-6-1 15,-39 12 0-15,-49-15-4 16,-57 0 0-16,-56-7-1 16,-43-22 1-16</inkml:trace>
  <inkml:trace contextRef="#ctx0" brushRef="#br0" timeOffset="26445.86">14997 705 80 0,'-36'-34'40'0,"-17"5"-33"16,43 39 40-16,-4-1-46 16,0 26 1-16,-4 12-1 15,4 22 1-15,3 12-3 0,1 45 0 16,3 15 1-16,17 50 1 16,11 10-2-16,15 6 1 15,24 6-2-15,14-25 1 16,10-28-1-16,8-25 0 15,7-25 0-15,0-13 1 16,3-9 0-16,-14-19 1 16,-10-10 0-16,-8-2 0 15,-13-10 0-15,-8-10 0 16,-10-8 0-16,-11-7 1 0,-7-4-1 16,-7-18 1-16,-14-18 0 15,-14-26 0-15,-10-28 1 16,-19-16 1-16,-13-28-1 15,-8-19 1-15,1 9-1 16,-4-5 1-16,0-4-1 16,7 0 0-16,14-6-2 15,7 0 1-15,14-13-1 16,15 13 0-16,13 0 0 16,12 12 0-16,6-12-1 15,7 22 1-15,7 6 0 16,-3 25 0-16,0 13 0 15,-4 6 0-15,-7 13 0 16,-3 12 1-16,-4 0 0 16,-7 16 0-16,-4 9 0 15,-6-3 0-15,-8 9 0 16,-3 13 0-16,-10 10-1 0,-5 9 1 16,-13 9-1-16,-7 31 0 15,-18 29 0-15,0 16 0 16,-1 18 0-16,16 38 0 15,16 9 0-15,22 29 0 16,35-4-1-16,22-15 0 16,17-10-5-16,14-24 0 15,28-11-1-15,-3-24 1 0</inkml:trace>
  <inkml:trace contextRef="#ctx0" brushRef="#br0" timeOffset="32092.56">6558 10119 86 0,'-3'-79'43'0,"3"26"-34"16,10 50 43-16,-6 3-51 15,3 13 1-15,3 27 1 16,8 36 0-16,-7 33-3 16,-1 42 0-16,1 31 2 15,6 40 1-15,5 1-1 16,2 18 1-16,1-15-2 15,0-16 1-15,-1-22-3 16,1-18 1-16,-4-38-6 16,4-20 1-16,-4-33-9 15,-7-23 0-15,0-21 0 16,-10-23 0-16</inkml:trace>
  <inkml:trace contextRef="#ctx0" brushRef="#br0" timeOffset="32445.99">6862 11119 87 0,'14'-37'43'0,"81"-45"-53"0,-63 60 63 0,-1-16-54 15,12-15 0-15,6-6-1 16,1-1 1-16,-5 0 1 15,-2 4 1-15,-4-4-1 16,-11 1 0-16,-4 2 1 16,-9 10 1-16,-5 3 2 15,-3 13 0-15,-3 9 0 16,-4 22 1-16,3 22-1 16,8 25 1-16,-1 38-1 15,12 31 1-15,6 28-3 16,4 35 0-16,-8-1-2 15,4-2 0-15,4-13-11 16,-11-25 1-16,-3-28-1 16,-7-32 1-16</inkml:trace>
  <inkml:trace contextRef="#ctx0" brushRef="#br0" timeOffset="32942.83">7221 9156 95 0,'-165'-53'47'0,"-65"50"-53"0,181 15 62 15,-15 13-56-15,-3 10 0 0,-21 18 0 16,-4 41 0-1,1 32 0-15,-5 49 0 0,5 38 0 16,-1 60 0-16,-7 41-2 16,29 37 0-16,20 16 0 15,43 0 0-15,35-35-1 16,22-46 1-16,20-39 0 16,29-37 1-16,14-43 1 15,3-23 1-15,26-41 1 16,6-40 0-16,3-41 0 15,5-38 1-15,2-40-1 16,-2-38 1-16,-1-35 0 16,-3-28 0-16,-11-21-1 15,-14-29 1-15,-14-28 0 16,-22-23 0-16,-20-33-1 0,-25-4 0 16,-29-9-1-16,-27 12 1 15,-43 13-2-15,-25 44 1 16,-28 41-1-16,-28 24 0 15,-7 39-1-15,4 24 1 16,-22 29-5-16,14 27 0 16,15 26-16-16,10 19 0 15,7 15 0-15,14 4 0 16</inkml:trace>
  <inkml:trace contextRef="#ctx0" brushRef="#br0" timeOffset="33829.56">7116 9225 98 0,'-103'-34'49'0,"-77"18"-69"15,142 25 90-15,-12 16-71 16,-20 16 0-16,-22 16-3 16,-3 30 1-16,3 20 2 15,11 19 1-15,3 40-4 0,1 31 1 16,13 51 0-16,8 47 1 15,17 12 0-15,25 19 1 16,17-6 1-16,22-25 0 16,17-32 0-16,29-24 0 15,28-29 0-15,3-44 1 16,18-34-1-16,14-32 1 16,7-37 0-16,-11-35 0 15,8-38 0-15,-4-37 0 0,0-28 1 16,-14-44 0-16,0-35 1 15,-11-40 0-15,-3-26 0 16,-14-37 0-16,-14-16 0 16,-18-21 0-16,-22 15-2 15,-20 6 1-15,-22 22-2 16,-24 22 0-16,-18 22-1 16,-14 44 1-16,-14 12 0 15,-24 32 0-15,-19 22 0 16,4 22 1-16,-28 12-1 15,4 19 0-15,3 22 0 16,3 16 0-16,-21 22-1 16,11 18 1-16,11 38 0 15,-1 29 0-15,4 30-1 16,0 42 1-16,14 24-1 16,25 42 1-16,17 30-1 15,36 10 1-15,32 7-1 0,41-17 1 16,22-21 0-16,18-28 0 15,21-35-1-15,10-28 0 16,4-32 1-16,0-28 0 16,10-28 0-16,8-31 0 15,0-26 0-15,6-24 1 16,4-29 0-16,-3-22 1 16,-4-18-1-16,0-10 0 15,-4-35 0-15,-34 35 1 0,20-75-1 16,-17-25 1-16,-29-19-1 15,-27-19 0-15,-22-6 0 16,-39-26 0-16,-24 20-4 16,-29 31 1-16,-38 25-18 15,-25 38 1-15,-35 56-1 16,-39 37 0-16</inkml:trace>
  <inkml:trace contextRef="#ctx0" brushRef="#br0" timeOffset="35300.44">8654 11815 90 0,'28'-37'45'0,"4"-26"-41"0,-8 44 46 16,22-9-50-16,35-3 1 16,29-13-1-16,13-3 1 15,29 0-1-15,10-4 0 16,0-2 0-16,8 3 0 16,-8 0 0-16,-7 3 1 15,-14 6-1-15,0 0 0 0,-6 7 0 16,-23 2 0-1,-9 1-1-15,-15 6 0 0,-7-3-14 16,0 12 0-16,-10 0 0 16,3 4 0-16</inkml:trace>
  <inkml:trace contextRef="#ctx0" brushRef="#br0" timeOffset="36184.12">13755 10100 97 0,'-39'9'48'0,"7"57"-63"15,29-34 81-15,-1 15-67 16,4 28 1-16,4 41-1 15,13 9 0-15,5 10-1 16,2 16 0-16,8-7-11 16,0-3 1-16,-4-22-1 15,-3-9 1-15</inkml:trace>
  <inkml:trace contextRef="#ctx0" brushRef="#br0" timeOffset="36596.58">14499 10363 95 0,'-39'-56'47'0,"-6"37"-60"0,37 25 73 15,1 7-62-15,0 12 1 16,-3 22-1-16,-4 32 0 15,3 21 2-15,0 13 1 16,4 15-3-16,4-2 0 0,6-13 0 16,12-26 1-16,2-21 2 15,8-25 0-15,10-22 1 16,4-19 1-16,7-22 0 16,3-16 1-16,-3-12 0 15,0-6 1-15,-7-23-3 16,-11-9 0-16,-10 4-2 15,-8 5 1-15,-10 1-2 16,-7 9 0-16,-7 9-2 16,-4 10 1-16,4 6-16 15,-3-3 0-15,10 10 0 16,3-1 0-16</inkml:trace>
  <inkml:trace contextRef="#ctx0" brushRef="#br0" timeOffset="36891.69">15318 10128 97 0,'0'-9'48'0,"-32"59"-63"0,21-28 83 16,-6 19-69-16,-12 18 1 15,1 10-3-15,4 25 1 16,-1 4 0-16,4-1 1 15,10-6-2-15,8-22 0 16,13-13 1-16,15-18 1 16,7-19 2-16,6-16 1 0,8-22 3 15,-3-16 0-15,-1-15 1 16,-3-6 0-16,0-7-2 16,-11-3 0-16,-14 0-6 15,-11 1 0-15,-10 2-11 16,-14 0 0-16,-18 10-1 15,-14 6 0-15</inkml:trace>
  <inkml:trace contextRef="#ctx0" brushRef="#br0" timeOffset="37161.11">14309 11828 99 0,'70'-44'49'0,"25"-28"-59"0,-49 50 74 16,18-9-65-16,17-10 0 15,14-6-4-15,15 0 0 16,6 0 1-16,-7-10 1 15,-3 4-15-15,-3-4 1 16,-1 4 0-16,-7 6 0 16</inkml:trace>
  <inkml:trace contextRef="#ctx0" brushRef="#br0" timeOffset="37595.12">16443 9448 98 0,'-88'31'49'0,"7"113"-69"0,63-93 88 15,0 24-68-15,1 41 0 16,3 16-1-16,3 6 0 16,4 6-1-16,3-9 1 15,1-10-7-15,-1-18 0 16,1-16-11-16,-8-19 1 0,-3-22-1 16,0-19 1-16</inkml:trace>
  <inkml:trace contextRef="#ctx0" brushRef="#br0" timeOffset="37898.22">15639 9937 107 0,'-71'-56'53'0,"15"24"-79"16,45 29 107-16,0 6-87 15,1 10 0-15,3 12-4 16,3 3 0-16,11 0 12 16,11 0 0-16,10-9-8 15,8-3 0-15,6-7 4 16,0-2 1-16,1-1 3 16,-5-3 0-16,1-3 1 0,-4-3 0 15,1-3-5-15,-5-1 1 16,1 4-2-16,0-3 0 15</inkml:trace>
  <inkml:trace contextRef="#ctx0" brushRef="#br0" timeOffset="38211.68">16760 10150 85 0,'0'0'42'0,"-21"66"-66"15,14-44 44-15,0 3-24 16,4 0 0-16,3-3 0 16,3-6 0-16,8-7 10 15,13-15 1-15,5-7-1 16,-1-9 0-16,-3-9 4 15,-4-3 1-15,-7-1 0 16,-7 4 1-16,-11-1-9 16,-13 1 0-16,-4 9-22 15,-11 10 0-15,-14 5-3 16,-14 10 0-16</inkml:trace>
  <inkml:trace contextRef="#ctx0" brushRef="#br0" timeOffset="38505.22">14171 11875 104 0,'32'-57'52'0,"91"-2"-79"0,-59 37 105 0,49-9-78 16,17-7 0-16,29-9-1 16,21-6 0-16,10-10 0 15,4-9 1-15,0-4-4 16,-3 1 1-16,-15 3-6 16,-13 3 1-16,-33 13-15 15,-28 9 0-15,-38 15 0 16,-46 23 1-16</inkml:trace>
  <inkml:trace contextRef="#ctx0" brushRef="#br0" timeOffset="38712.36">13822 12712 102 0,'21'-16'51'0,"222"-78"-80"0,-144 47 107 15,67-37-78-15,63-17 0 16,39-18-1-16,32-19 1 16,11-3 0-16,-11 9 0 15,-1 10-4-15,-23-6 1 16,-12 21-1-16,-17 13 1 0</inkml:trace>
  <inkml:trace contextRef="#ctx0" brushRef="#br0" timeOffset="47254.39">13120 5045 78 0,'-14'-25'39'0,"-18"6"-37"15,32 19 39-15,0 6-42 16,3 4 1-16,5 34-1 16,-1 12 1-16,0 19 0 15,0 13 1-15,3 19-1 16,8 0 0-16,0-7 0 16,3-12 1-16,-7-16 0 15,0-3 1-15,-7-19 0 16,0-9 0-16,0-19 1 15,4-13 0-15,3-18 0 16,3-20 1-16,5-27-2 0,6-10 1 16,4-9-2-16,13-7 1 15,1 1-2-15,0-1 1 16,0-9-1-16,0 10 1 16,-4 6 0-16,-3 15 0 15,-4 7 0-15,1 18 1 16,-5 1 0-16,1 24 0 15,-4 13-1-15,-3 38 0 0,-4 13-1 16,-3 11 1-16,-4 7-1 16,-3 7 0-16,-1 12-3 15,8-7 0-15,-4-5-11 16,7-10 1-16,7-13-1 16,0-21 1-16</inkml:trace>
  <inkml:trace contextRef="#ctx0" brushRef="#br0" timeOffset="47463.83">14242 5337 100 0,'-22'-41'50'0,"22"10"-64"16,8 24 81-16,6-5-67 15,10 6 0-15,15-20-3 16,14 4 1-16,25-6 0 16,3 0 0-16,-4-3-5 0,-2 2 0 15,-8 1-7-15,-11 13 1 16,-14 5 1-16,-17 16 0 16</inkml:trace>
  <inkml:trace contextRef="#ctx0" brushRef="#br0" timeOffset="47655">14136 5845 83 0,'-14'-19'41'0,"81"-34"-51"0,-39 28 61 0,14-4-68 15,22-5 1-15,28-1-1 16,10-9 1-16</inkml:trace>
  <inkml:trace contextRef="#ctx0" brushRef="#br0" timeOffset="48469.69">15332 4948 76 0,'-4'-28'38'0,"-6"-32"-35"15,10 44 51-15,0 1-52 16,7-4 1-16,7 0-1 16,3 3 1-16,5-9-4 15,6 10 0-15,14 2 2 0,0 13 0 16,4 0-1-16,11 6 1 16,-11 4-1-16,-8 12 0 15,-13 3 0-15,-14 6 1 16,-25 10 0-16,-18 25 0 15,-18 18 0-15,-6-2 0 16,-4-4 0-16,4-2 0 16,-8-14-2-16,11-5 1 0,11-13 0 15,14-7 0-15,10-5 0 16,18-10 0-16,7-10 0 16,14-6 1-16,15-15-1 15,9-10 0-15,12-9 0 16,27-10 1-16,8-27-1 15,14-20 0-15,10-6 0 16,11-13 0-16,-10-27 0 16,-8 8 0-16,-17 1 1 15,-29 9 1-15,-27 0-1 16,-26-3 1-16,-38 10-1 16,-32 18 1-16,-28 6-1 15,-50 20 0-15,-38 18-1 16,-39 22 1-16,-32 12-2 15,-21 39 1-15,-22 24-1 16,12 13 1-16,-15 22 0 16,21 15 0-16,18 23 0 15,18 2 0-15,24 4-1 0,39 28 1 16,29-16 0-16,27 7 0 16,36 12-1-16,39 3 1 15,31-19 0-15,32-9 0 16,43 0 0-16,35-16 0 15,28-34 0-15,53-19 0 16,38-50 0-16,36-32 1 16,46-21-1-16,18-26 0 15,-8-27 0-15,-3-17 1 0,-21 1 0 16,-18-1 1-16,-25-9-1 16,-24-18 0-16,-32 8 0 15,-28 7 1-15,-46 3-1 16,-29-15 0-16,-41 12 0 15,-40 9 0-15,-45 10-1 16,-57 15 1-16,-42 13-2 16,-46 22 0-16,-25 10-5 15,-17 27 1-15,3 20-1 16,1 9 0-16</inkml:trace>
  <inkml:trace contextRef="#ctx0" brushRef="#br0" timeOffset="48756.03">13148 6456 101 0,'32'-37'50'0,"77"-36"-53"0,-52 55 59 15,31-14-57-15,25-8 1 16,38-1 0-16,26-13 0 16,31-2 0-16,11-19 0 15,21-22-1-15,-8 6 0 0,-6 3 0 16,-14 13 1-16,-25-1-1 16,-28 23 0-16,-32 3-5 15,-29 12 0-15,-31 13 0 16,-28 16 0-16</inkml:trace>
  <inkml:trace contextRef="#ctx0" brushRef="#br0" timeOffset="49051.19">13046 6619 89 0,'-223'185'44'0,"192"-213"-39"16,41 22 49-16,19-7-55 16,30-2 1-16,30-11 0 15,41-14 0-15,29-7 0 16,35-13 1-16,25-28 0 0,31 1 1 16,1-4 0-16,6 3 1 15,-20 6-1-15,-26 4 1 16,-20 6 0-16,-18 22 0 15,-29 12-4-15,-17 19 0 16,-28 10-19-16,-21 12 0 16,-18 9-1-16,-29-5 1 15</inkml:trace>
  <inkml:trace contextRef="#ctx0" brushRef="#br0" timeOffset="50000.33">19114 6807 98 0,'-25'-69'49'0,"21"32"-49"15,8 37 50-15,-1 6-51 16,1 25 1-16,-1 23-1 16,-3 24 0-16,-3 13 1 15,-4 35 1-15,-11 5-1 16,15-5 0-16,-1-7-1 16,8 3 1-16,10-12-8 15,3-19 0-15,1-19 0 16,0-16 0-16</inkml:trace>
  <inkml:trace contextRef="#ctx0" brushRef="#br0" timeOffset="50332.64">19350 7431 89 0,'35'-106'44'0,"50"15"-53"0,-57 63 55 16,7-4-49-16,1-8 0 16,-5-4 0-16,-2 0 1 15,-5-3 5-15,-3-3 0 16,-3 6-3-16,-4 6 1 16,-3 7 2-16,-4 12 0 15,-7 19 1-15,0 19 1 0,-7 18-1 16,0 13 0-1,-11 19-1-15,0 29 1 0,1 15-2 16,6-7 1-16,4-2-7 16,11-7 1-16,10-16-19 15,7-15 0-15,4-22 0 16,10-19 0-16</inkml:trace>
  <inkml:trace contextRef="#ctx0" brushRef="#br0" timeOffset="50718.41">19851 6510 95 0,'-50'-85'47'0,"-59"-66"-66"16,67 114 92-16,-22 2-73 16,-13 7 0-16,-26 12 0 15,-13 10 0-15,-8 31 0 0,1 28 0 16,3 10-1-16,0 22 1 15,11 40 0-15,17 23 0 16,18 24 0-16,24 29 0 16,29-4 0-16,32 13 0 15,21-25 0-15,21-28 1 16,17-31-1-16,25-32 1 16,8-22-1-16,13-38 1 0,4-27-1 15,14-29 1 1,0-44 1-16,0-22 0 0,-10-25 0 15,-11-31 0-15,-22 0 0 16,-13-10 0-16,-18-9-1 16,-25 12 0-16,-24 20-2 15,-25 8 0-15,-18 23-7 16,-7 22 1-16,-3 18-1 16,-1 16 0-16</inkml:trace>
  <inkml:trace contextRef="#ctx0" brushRef="#br0" timeOffset="50982.36">21026 6431 104 0,'-18'-25'52'0,"11"44"-60"16,7-10 67-16,3 7-60 0,1 15 1 15,3 7 0-15,4 22 0 16,-1 12 0-16,1 9 0 16,-4-2 0-16,0 8 0 15,-4-5-2-15,4 9 1 16,0-3-9-16,4-10 0 16,0-6 0-16,-1-12 1 15</inkml:trace>
  <inkml:trace contextRef="#ctx0" brushRef="#br0" timeOffset="51305.83">21138 7312 78 0,'71'-78'39'0,"31"-10"-40"16,-73 57 43-16,6-10-41 15,7-19 1-15,8-2 0 16,-5-1 1-16,-6-9-2 15,-7 12 0-15,-7 1 3 16,-8 12 1-16,-3 3 0 16,-3 12 0-16,-4 10-1 15,0 10 1-15,0 21-2 16,4 16 0-16,-1 22-2 16,4 32 1-16,8 12-1 15,-5 12 0-15,1 13-3 16,3-3 1-16,-3-3-9 0,-1-10 0 15,4-24-1-15,1-17 1 16</inkml:trace>
  <inkml:trace contextRef="#ctx0" brushRef="#br0" timeOffset="51618.14">21685 6005 94 0,'-144'-79'47'0,"-33"54"-49"0,124 22 62 0,-14 6-60 16,-3 10 1-16,-8 15-1 15,0 19 0-15,-10 25-1 16,4 28 1-16,2 23 0 16,8 43 1-16,18 16-2 15,24 15 1-15,29-8 0 16,31-23 1-16,25-31-1 15,24-32 1-15,26-31 1 16,27-31 0-16,4-32 1 16,4-31 0-16,-4-34 0 15,0-22 1-15,-14-20-1 16,-18-33 1-16,-6-20-3 16,-19-6 1-16,-17-15-10 15,-18 46 1-15,-38-12-2 16,-32 19 1-16</inkml:trace>
  <inkml:trace contextRef="#ctx0" brushRef="#br0" timeOffset="51915.73">23784 4158 114 0,'-24'-50'57'0,"-22"-32"-67"16,35 95 75-16,-3 30-66 16,-7 33 1-16,-7 77-1 15,-4 70 0-15,-3 56 0 16,3 88 0-16,-10 97-1 15,-1 100 0-15,-10 70 0 16</inkml:trace>
  <inkml:trace contextRef="#ctx0" brushRef="#br0" timeOffset="52023.6">23061 13462 114 0,'0'0'57'0,"64"965"-59"16,-43-664 58-16,7 51-58 15,0 2 0-15,-3-25-5 16,-7-31 0-16,-8-47-4 15,-10-57 1-15,-3-52-6 0,-4-70 0 16</inkml:trace>
  <inkml:trace contextRef="#ctx0" brushRef="#br0" timeOffset="52537">24624 6190 99 0,'-14'-38'49'0,"-4"22"-55"0,11 16 74 16,0 10-67-16,3 12 0 15,4 28 1-15,8 16 1 16,-1 22-4-16,3 28 1 16,4 22 2-16,7 3 1 15,-3 28-1-15,-4-6 1 16,0 3-2-16,-7-6 0 15,-7 0-8-15,0-19 0 16,-3-18-1-16,-8-29 0 0</inkml:trace>
  <inkml:trace contextRef="#ctx0" brushRef="#br0" timeOffset="52874.25">24945 7384 102 0,'81'-160'51'0,"25"29"-55"15,-81 96 58-15,6-9-55 16,1-18 0-16,-4 2-2 16,-7 1 1-16,-3 5 3 15,-4 4 0-15,-3 6-1 16,-4 13 0-16,-4-1 1 15,-10 7 1-15,-3 10 0 16,3 8 1-16,3 14 0 0,4 21 0 16,7 41 0-16,11 25 0 15,7 22-1-15,6 22 0 16,5 6-5-16,-1-9 0 16,4-6-15-16,-11-1 1 15,-7-31-2-15,-17-28 1 16</inkml:trace>
  <inkml:trace contextRef="#ctx0" brushRef="#br0" timeOffset="53309.65">25912 6265 105 0,'0'-57'52'0,"7"70"-68"0,-4-4 87 16,4 4-71-16,0 9 1 16,4 12 0-16,3 13 1 15,0 10-2-15,4 15 1 16,3 28 0-16,4 7 1 15,3 3-1-15,4 0 0 16,3 6-8-16,0-4 1 0,-7-5-1 16,-7-16 0-1</inkml:trace>
  <inkml:trace contextRef="#ctx0" brushRef="#br0" timeOffset="53599.81">26328 7259 76 0,'42'-85'38'0,"18"-15"-35"0,-46 65 27 0,11-21-31 15,0-10 1-15,3-12 0 16,-3-7 0-16,-1 0 3 16,-3-9 1-16,1-3 3 15,-8 16 1-15,-7 5 1 16,-4 23 0-16,-3 6 0 15,-7 19 1-15,-3 9-4 16,-4 25 0-16,3 35-4 16,4 25 1-16,10 15-3 0,15 35 1 15,14 22-5-15,10 0 0 16,8 10-11-16,6 2 1 16,0-9-1-16,-10-15 0 15</inkml:trace>
  <inkml:trace contextRef="#ctx0" brushRef="#br0" timeOffset="53991.75">24885 9373 106 0,'-18'9'53'0,"-21"-44"-64"16,32 32 83-16,0 3-73 15,0 13 1-15,4 3-1 16,3 12 1-16,7 13 0 16,3 15 0-16,5 16-1 15,-1 3 1-15,-4 7-2 0,4 6 0 16,-3 6-5-16,0-3 0 16,-1-7-12-16,1-5 0 15,-4-17 0-15,-4-8 1 16</inkml:trace>
  <inkml:trace contextRef="#ctx0" brushRef="#br0" timeOffset="54291.47">25375 9849 66 0,'50'-78'33'0,"10"-66"-29"0,-46 106 47 0,-4-6-49 15,1-9 1-15,0 6 2 16,-4 3 1-16,0 6-7 16,0 7 1-16,-4 6 5 15,-3 6 0-15,0 9-1 16,0 14 0-16,0 14 0 16,0 23 0-16,4 28-1 15,-4 19 0-15,7 9-1 16,14 0 0-16,-3 10-5 15,3-4 1-15,3-8-9 16,-2-14 0-16,-1-9-1 16,-4-18 1-16</inkml:trace>
  <inkml:trace contextRef="#ctx0" brushRef="#br0" timeOffset="54532.68">26370 9119 97 0,'39'-82'48'0,"-14"26"-58"0,-15 46 70 15,-3 4-60-15,7 6 0 16,-3 6 1-16,-4 19 1 0,0 16-1 16,0 15 1-16,-3 17 1 15,-1 11 0-15,1 13-3 16,3 1 0-16,-4-1-8 15,1-9 0-15,-4-10-2 16,-4-9 1-16</inkml:trace>
  <inkml:trace contextRef="#ctx0" brushRef="#br0" timeOffset="54771.58">26218 9075 88 0,'0'-94'44'0,"4"12"-32"0,-4 69 53 15,14-12-63 1,11-6 0-16,21-3 1 0,21-4 0 16,24 3-5-16,12-5 1 15,-1 8-2-15,7 4 1 16,-3 12-15-16,-3 13 0 15,-15 10-1-15,-18 18 1 16</inkml:trace>
  <inkml:trace contextRef="#ctx0" brushRef="#br0" timeOffset="55287.19">25086 11367 106 0,'-25'-35'53'0,"8"26"-72"0,17 12 89 16,0 10-70-16,7 5 0 15,-4 14-1-15,1 18 1 0,-1 13 0 16,1 21 0-16,6 17 0 16,1 2 0-16,0 7-1 15,3 6 1 1,-4-19-7-16,1-9 1 0,-4-6-1 15,0-20 1-15</inkml:trace>
  <inkml:trace contextRef="#ctx0" brushRef="#br0" timeOffset="55475.91">24702 11593 107 0,'10'-16'53'0,"29"-19"-59"16,-25 23 69-16,14-7-65 15,22-6 1-15,20-3-12 16,25-19 1-16,15-3 13 16,17-7 0-16</inkml:trace>
  <inkml:trace contextRef="#ctx0" brushRef="#br0" timeOffset="55726.92">25982 11474 111 0,'-10'3'55'0,"6"0"-63"0,4 6 71 15,4 10-65-15,-1 12 1 0,4 10-1 16,4 16 1-16,-1-1 1 15,1 10 1-15,-1-3-3 16,1-4 0-16,0 4-4 16,-1-7 0-16,1-2-10 15,-1-7 0-15,-3-7 0 16,-10-5 0-16</inkml:trace>
  <inkml:trace contextRef="#ctx0" brushRef="#br0" timeOffset="56043.31">26095 12276 86 0,'74'-47'43'0,"18"-72"-56"15,-60 75 67-15,6-22-55 16,8-12 0-16,4-16 0 16,-1 6 1-16,-7 0 3 15,-10-3 0-15,-7 7 1 0,-8 8 1 16,-2 14 1-16,-5 8 0 15,-3 7 0-15,0 16 0 16,-3 3-3-16,3 9 1 16,-4 10-3-16,1 12 1 15,-4 15-1-15,3 23 0 16,-3 22 0-16,7 25 1 16,4 31-1-16,0 22 0 0,-1 10-3 15,4 27 0-15,0-5-16 16,-3 5 1-16,0 1-1 15,-8-9 0-15</inkml:trace>
  <inkml:trace contextRef="#ctx0" brushRef="#br0" timeOffset="56508.05">25227 13603 109 0,'-28'0'54'0,"-7"53"-76"0,35-31 91 0,3 22-71 16,4 37 0-16,4 10-1 16,3 19 1-16,4 6 3 15,-4 13 0-15,-4-10-7 16,4-22 0-16,-3-15-8 16,-11-13 1-16,7-26-1 15,-7-14 0-15</inkml:trace>
  <inkml:trace contextRef="#ctx0" brushRef="#br0" timeOffset="56695.3">24733 13600 107 0,'50'15'53'0,"-40"-37"-70"0,4 13 90 15,18-7-75-15,25-6 1 16,17-6-3-16,7-3 1 16,10-1-2-16,8-2 0 15,11-7-3-15,-5 7 1 16</inkml:trace>
  <inkml:trace contextRef="#ctx0" brushRef="#br0" timeOffset="56960.07">26353 13559 113 0,'-8'-13'56'0,"5"32"-69"16,6-6 78-16,1 9-67 16,3 6 0-16,4 16-1 15,-4 22 1-15,0 12 3 16,3 16 0-16,-6 0-3 15,3-9 1-15,0-10-1 16,0-9 1-16,-3-13-14 16,-1-9 0-16,-3-19 0 15,-3-25 0-15</inkml:trace>
  <inkml:trace contextRef="#ctx0" brushRef="#br0" timeOffset="57161.6">26123 13339 109 0,'0'-6'54'0,"50"9"-72"0,-15 0 89 16,21-3-71-16,33-3 0 15,27-3-1-15,18 0 0 0,7-7-17 16,0-3 0-1,-10 1-1-15,-32-7 1 0</inkml:trace>
  <inkml:trace contextRef="#ctx0" brushRef="#br0" timeOffset="58046.61">23534 4205 96 0,'-39'-32'48'0,"32"89"-62"16,7-38 77-16,0 9-63 15,3 22 0-15,5 28 0 16,2 26 0-16,4 3 0 16,7 27 1-16,4 17 0 15,0 9 1-15,-4 19-1 16,-3 24 1-16,-8 23 0 16,-3-66 0-16,-14 135-1 15,-7 3 1-15,-4 15-2 16,-3 7 1-16,4 0-1 0,6-97 1 15,-14 128-1-15,4 3 0 16,-11-9 0-16,8-6 0 16,-4-7 0-16,6-6 1 15,-2 4-1-15,-1-11 0 16,-3 8 0-16,-4 2 0 16,0-12 0-16,0 12 0 15,4-19 0-15,11-9 0 16,3-6 0-16,3-6 0 15,4-26 0-15,7-3 1 0,10-9 0 16,-2-9 0 0,9-7 0-16,11-9 0 0,4-10-1 15,7-12 1-15,14-29-1 16,0-5 0-16,3-26-1 16,-3-9 0-16,-11-32-3 15,-3-6 1-15,-7-12-7 16,-11-10 1-16,-10 1 0 15,-18-4 1-15</inkml:trace>
  <inkml:trace contextRef="#ctx0" brushRef="#br0" timeOffset="62392.44">24938 9899 63 0,'-18'16'31'0,"4"-25"-25"15,14 5 32-15,0-2-36 16,4 0 0-16,3-3 3 15,0 2 0-15,0-2-6 16,3-1 1-16,5 4 4 16,-5 3 0-16,4-3-1 15,11 3 0-15,3-4-1 16,4-2 1-16,0 6-1 16,3 0 0-16,4-4-1 15,-8 1 0-15,-2 0-3 0,-8 0 0 16,-4 2-1-1,-6 1 0-15</inkml:trace>
  <inkml:trace contextRef="#ctx0" brushRef="#br0" timeOffset="66319.72">18468 8560 94 0,'-57'-37'47'15,"65"-73"-45"-15,30 85 47 0,22-13-50 16,29-6 1-16,45-3 0 16,35-12 0-16,39-4 0 15,25-12 0-15,24 3 0 16,22 9 0-16,7-3 0 16,10 10 1-16,-31 2 0 15,-22 4 0-15,-35 9 0 16,-38 7 1-16,-36 9-1 15,-36 6 1-15,-34 0-1 16,-39 7 0-16,-32 2-1 16,-39 16 1-16,-42 4-1 15,-46 6 0-15,-50 9 0 0,-35 9 0 16,-35 10 0-16,-14 28 0 16,-35-3 0-16,17 10 0 15,4-7 0-15,28 0 0 16,25-9-1-16,35-10 1 15,42-9 0-15,46-13 0 16,39-9 0 0,53-13 0-16,35-5 1 0,39-14 0 15,49-12 0-15,40-15 0 16,41-14 0-16,22-8 1 16,24-1-1-16,4 1 1 0,3 9-1 15,-10 2 0-15,-14 5-1 16,-14 5 1-16,-29 7-1 15,-28-4 1-15,-35 10-1 16,-32 9 1-16,-32 4-1 16,-34 12 1-16,-44 9-1 15,-45 10 0-15,-42 12 0 16,-46 20 0-16,-29 14 0 16,-21 8 0-16,-10-5 0 15,-7 8 0-15,24-17 0 16,25-12 0-16,29-9 0 15,31-10 0-15,39-9-1 16,31-3 1-16,36-13 0 16,28-13 0-16,36-8 0 15,48-7 1-15,36-19-1 16,32-3 0-16,18-16 1 16,31-3 0-16,4 3 0 15,17 1 0-15,-17 2 0 0,-22 10 0 16,-24 3-1-16,-25 12 0 15,-28 4-1-15,-18 12 1 16,-31 0-6-16,-25 10 0 16,-25 6-20-16,-17 9 0 15,-15 0 0-15,-7-6 1 16</inkml:trace>
  <inkml:trace contextRef="#ctx0" brushRef="#br0" timeOffset="67190.11">19897 9137 105 0,'-29'-50'52'0,"26"-66"-56"0,10 100 52 16,7 4-51-16,4 3 0 16,-1 9 0-16,5 15 0 15,-8 23 6-15,-7 21 0 16,-7 26-2-16,-14 40 1 16,-8 23 1-16,-2 27 1 15,-1 17 0-15,0-7 0 16,1-19-2-16,6-6 0 0,4-16-3 15,7-25 1-15,3-25-7 16,-3-9 0-16,7-25-11 16,-3-16 0-16,3-16 0 15,7-13 1-15</inkml:trace>
  <inkml:trace contextRef="#ctx0" brushRef="#br0" timeOffset="67528.14">20701 9608 101 0,'-4'-50'50'0,"-31"9"-66"15,28 31 86-15,-3 4-70 16,-5 3 0-16,-2 9-1 16,-8 16 0-16,-3 16 1 15,3 12 0-15,0 16-1 0,4 3 1 16,7 3-1-16,7 6 1 15,11-18 0-15,10-7 1 16,7-18 0-16,7-23 1 16,11-15 0-16,3-16 0 15,-3-12 0-15,-4-13 0 16,-10-9-1-16,-7-10 1 16,-15-9-1-16,-6 3 0 15,-4 6-3-15,-7 13 1 16,-4 6-11-16,4 3 1 0,0 13-1 15,7 9 0-15</inkml:trace>
  <inkml:trace contextRef="#ctx0" brushRef="#br0" timeOffset="67811.78">21382 9310 91 0,'39'-22'45'0,"21"16"-48"16,-50 6 57-16,1 3-54 15,-4 9 0-15,-7 13 1 16,-7 13 0-16,-7 18-2 16,-4 17 1-16,-3 5 0 15,7-12 1-15,7-16 0 16,7-6 1-16,17-16 1 16,-3-12 0-16,4-13 1 15,3-16 0-15,4-12-1 16,-4-15 1-16,-3-8-2 15,-8 1 0-15,-6-3-9 0,-4-3 1 16,-4 9-2-16,1 0 1 16</inkml:trace>
  <inkml:trace contextRef="#ctx0" brushRef="#br0" timeOffset="68029.67">22137 8883 107 0,'42'-75'53'0,"-3"28"-59"0,-32 38 66 0,0 9-62 16,-7 6 1-16,-7 19-2 15,-11 13 0-15,-10 24 3 16,0 26 1-16,-11 0-3 16,-3 12 0-16,-4 23 1 15,4 2 1-15,-4-9-2 16,3-9 1-16,5-13-13 15,6-10 1-15,4-11-1 16,-4-14 1-16</inkml:trace>
  <inkml:trace contextRef="#ctx0" brushRef="#br0" timeOffset="68196.63">21791 9291 107 0,'-25'-63'53'0,"15"51"-112"0,13 9 88 16,11 6-29-16,8 0 0 15</inkml:trace>
  <inkml:trace contextRef="#ctx0" brushRef="#br0" timeOffset="68312.11">22359 9448 113 0,'11'-19'56'0,"6"25"-101"0,-10-6 80 0,0 7-35 16,0-4 0-16</inkml:trace>
  <inkml:trace contextRef="#ctx0" brushRef="#br0" timeOffset="68608.95">20006 10762 98 0,'-92'25'49'0,"54"-25"-55"15,45-3 59-15,21-16-53 16,39-13 0-16,25-18 0 0,35-9 1 15,42-7-1-15,28-9 1 16,19-1 0-16,9-5 1 16,-6 12-1-16,-21 9 0 15,-22 13-4-15,-28 10 0 16,-28 18-12-16,-25 12 0 16,-38 7-1-16,-32 10 1 15</inkml:trace>
  <inkml:trace contextRef="#ctx0" brushRef="#br0" timeOffset="68825.24">19833 10972 101 0,'-74'50'50'0,"99"-91"-62"16,3 26 84-16,39-11-73 15,53-17 1-15,53-26 0 16,46-10 0-16,38-15 0 15,8 9 0-15,-4 7 0 16,-21-4 0-16,-25 10 0 16,-35 16 0-16,-29 12-5 15,-34 13 1-15,-29 9-1 16,-28 3 1-16</inkml:trace>
  <inkml:trace contextRef="#ctx0" brushRef="#br0" timeOffset="71039.39">27305 6676 106 0,'-14'-41'53'0,"46"28"-52"0,-15 10 53 15,15-3-55-15,14-7 1 0,28-2-3 16,32-1 1-16,17-12-1 16,29 0 1-16,24-7-8 15,1-9 0-15,-1 13-9 16,-10 6 0-16,-28 15 1 15,-29 23 0-15</inkml:trace>
  <inkml:trace contextRef="#ctx0" brushRef="#br0" timeOffset="71348.52">27330 9329 97 0,'-18'9'48'0,"-14"-6"-62"0,29-3 89 15,13-9-75-15,12-13 1 16,16-22-2-16,22-25 1 16,36-9-5-16,20-1 1 15,15 7-7-15,10 6 1 0,0 16-13 16,-4 19 0-16,-24 18 1 16,-14 29 0-16</inkml:trace>
  <inkml:trace contextRef="#ctx0" brushRef="#br0" timeOffset="71704.05">27118 11721 102 0,'11'-31'51'0,"10"-22"-78"0,11 27 106 16,13-5-80-16,19-10 1 15,10-9-3-15,21 0 1 16,15-3-4-16,2 3 1 16,1-4-17-16,0 13 1 15,0 10-1-15,-14 25 1 0</inkml:trace>
  <inkml:trace contextRef="#ctx0" brushRef="#br0" timeOffset="71997">27580 14039 90 0,'57'28'45'0,"123"-157"-103"0,-117 67 86 15,32-39-28-15,29-43 0 16</inkml:trace>
  <inkml:trace contextRef="#ctx0" brushRef="#br0" timeOffset="72548.2">29147 5907 88 0,'-15'-15'44'0,"30"21"-53"16,-5 0 63-16,8 1-55 0,10 15 1 16,7 9-1-1,8-3 0-15,6 3 1 0,-3 4 1 16,-11 9-2-16,-14 3 1 15,-21 9 0-15,-14 10 1 16,-21 9 0-16,-18 7 0 16,-21 18 1-16,-18 13 0 15,0-3 0-15,4-3 0 16,11-23 1-16,24-12 0 16,21-15-1-16,28-16 1 0,26-19-1 15,27-16 0 1,14-12-2-16,12-10 0 0,-1-12-6 15,0-7 0-15,7-9-15 16,0-12 0-16,-3-4-1 16,10-6 1-16</inkml:trace>
  <inkml:trace contextRef="#ctx0" brushRef="#br0" timeOffset="72801.88">29905 6412 91 0,'-11'-12'45'0,"26"15"-66"15,-5 0 87-15,11 3-66 16,15 7 0-16,-1-1 0 16,-3 7 0-16,-1 3 0 0,-2 10 0 15,-5 2 0-15,-6 10 0 16,-8 3-1-16,-2 6 1 15,-5 1-4-15,-6-7 1 16,-5 0-14-16,-2-7 1 16,-8-5 0-16,-14-7 0 15</inkml:trace>
  <inkml:trace contextRef="#ctx0" brushRef="#br0" timeOffset="72999.07">29909 6306 87 0,'17'-35'43'15,"8"-28"-58"-15,-4 48 78 0,11-1-64 16,14-6 0-16,10-3-7 16,15-3 1-16,6-3-6 15,11-1 1-15,-3 7-5 16,10-3 0-16</inkml:trace>
  <inkml:trace contextRef="#ctx0" brushRef="#br0" timeOffset="73237.66">31062 5936 86 0,'35'6'43'0,"25"-22"-58"15,-49 13 79-15,0 3-64 0,-4 3 1 16,-4 4 2-16,-6 5 0 15,-8 10-3-15,-7 9 0 16,1-2 1-16,-1 11 1 16,0 17-1-16,1 12 1 15,-1 6-5-15,1 3 0 16,-1 4-11-16,-10 3 0 16,-4 6-1-16,-3-7 1 15</inkml:trace>
  <inkml:trace contextRef="#ctx0" brushRef="#br0" timeOffset="73418.8">30586 6312 102 0,'-18'-41'51'0,"43"7"-110"16,-15 34 89-16,5 3-30 16,6 9 0-16</inkml:trace>
  <inkml:trace contextRef="#ctx0" brushRef="#br0" timeOffset="73555.08">31231 6484 105 0,'22'-6'52'0,"20"0"-84"0,-24 3 74 16,-1-4-78-16,1-2 0 16,3 0 0-16,-3-13 1 15</inkml:trace>
  <inkml:trace contextRef="#ctx0" brushRef="#br0" timeOffset="74041.5">28656 8567 89 0,'-56'-60'44'0,"-15"7"-57"16,64 40 84-16,4 1-71 15,10-7 0-15,10-3 0 16,19-9 1-16,20-7-1 16,25 3 1-16,7 1 0 15,1 9 0-15,-1 9 0 16,-14 16 0-16,-14 19 0 0,-18 15 1 15,-24 26-1-15,-18 18 1 32,-78 98-1-32,4-25 0 15,7-32 1-15,18-16 0 16,13-24-1-16,15-20 1 16,18-15-2-16,17-19 1 15,18-9-2-15,3-13 0 16,14-12-9-16,1-13 0 15,2-10 0-15,5-12 0 0</inkml:trace>
  <inkml:trace contextRef="#ctx0" brushRef="#br0" timeOffset="74276.02">29778 8375 106 0,'-11'7'53'0,"26"21"-65"16,-5-19 74-16,8 13-64 16,10 6 0-16,4 7 0 15,10 3 1-15,-7 5 1 16,-6 8 1-16,-19 2-2 16,-10 0 1-16,-7 1 1 15,-14 2 0-15,-7-12-5 16,-4-6 1-16,0-17-13 15,0-14 0-15,-3-17-1 16,0-24 1-16</inkml:trace>
  <inkml:trace contextRef="#ctx0" brushRef="#br0" timeOffset="74414.02">29912 8124 95 0,'95'-12'47'0,"64"-26"-95"0,-106 19 79 0,18-12-31 16,13-7 0-16</inkml:trace>
  <inkml:trace contextRef="#ctx0" brushRef="#br0" timeOffset="74624.94">31016 7911 104 0,'14'13'52'0,"4"46"-61"15,-11-43 74-15,-3 6-65 16,-4 19 1-16,-7 3-1 16,-4 9 1-16,-7 7-1 15,-6 15 0-15,-1 6-1 16,-3-9 1-16,7-6-5 16,-1-9 1-16,5-7-14 15,-1-6 0-15,-3-16 0 16,-4-6 1-16</inkml:trace>
  <inkml:trace contextRef="#ctx0" brushRef="#br0" timeOffset="74770.45">30621 8422 96 0,'-14'-12'48'0,"10"-16"-138"0,8 18 81 15,7-9 9-15,6-12 0 0</inkml:trace>
  <inkml:trace contextRef="#ctx0" brushRef="#br0" timeOffset="74910.17">31298 8535 112 0,'15'22'56'0,"-8"0"-102"16,0-22 101-16,3 0-56 15,-3 0 1-15</inkml:trace>
  <inkml:trace contextRef="#ctx0" brushRef="#br0" timeOffset="75410.53">28582 10768 101 0,'-3'3'50'0,"66"-66"-57"0,-24 32 58 0,28-19-56 15,18-7 0-15,6 7-2 16,5 6 0-16,-12 10 8 16,-13 18 1-16,-18 16-6 15,-18 25 1-15,-21 19 3 16,-21 16 0-16,-14 15 1 15,-18 10 1-15,-17 12 1 16,-15-6 1-16,-7-3 0 16,1-1 0-16,10-14 0 15,10-8 0-15,8-8-1 16,7-7 0-16,13-9-2 16,12-10 0-16,10-6-3 15,14-12 0-15,17-20-5 16,26-21 1-16,31-16-12 15,18-18 0-15,17-10 0 16,8 3 1-16</inkml:trace>
  <inkml:trace contextRef="#ctx0" brushRef="#br0" timeOffset="75674.64">30120 10448 95 0,'-42'38'47'0,"-4"65"-66"0,35-71 86 0,4 18-67 16,0 9 0-16,4 1 0 16,-1-1 1-16,4 1-2 15,0-10 1-15,0-9-2 16,0-7 0-16,-3-8-7 15,-4-11 0-15,-7-12-12 16,-11-6 0-16,-7-3 0 16,-3-10 0-16</inkml:trace>
  <inkml:trace contextRef="#ctx0" brushRef="#br0" timeOffset="75941">30745 10078 61 0,'49'9'30'0,"-24"26"-25"0,-18-22 56 16,0 5-58-16,0 17 1 15,-7 9 4-15,-7 15 0 16,-7 20-9-16,-7 15 0 15,-4 3 5-15,0-9 1 16,0 0-11-16,1-13 0 16,-8-9-10-16,4-10 0 0,3-24-1 15,-3-17 0-15</inkml:trace>
  <inkml:trace contextRef="#ctx0" brushRef="#br0" timeOffset="76091.98">30335 10871 67 0,'4'-12'33'0,"35"-57"-43"15,-18 38 54-15</inkml:trace>
  <inkml:trace contextRef="#ctx0" brushRef="#br0" timeOffset="76227.28">31030 11041 108 0,'-7'62'54'0,"11"-46"-116"15,-1-22 76-15,4-13-14 0,-3-12 0 16</inkml:trace>
  <inkml:trace contextRef="#ctx0" brushRef="#br0" timeOffset="76887.16">28691 13408 94 0,'15'79'47'0,"20"-39"-69"16,-21-36 67-16,4 5-51 15,3-3 1-15,14 7-4 0,0 2 0 16,4 4 13-16,0 0 0 16,0 3-3-16,-8 3 0 15,-2 7 6-15,-8-1 0 16,-4-3 3-16,-6-3 1 15,-11 10-2-15,-7-1 0 16,-7 4-5-16,-14 3 1 16,-11 12-4-16,-7 0 0 15,-3 0-3-15,-1-5 1 16,4-5-1-16,11-8 0 0,3-7 0 16,8-6 1-16,6-12-1 15,11-7 1-15,3-3 0 16,11-3 0-16,8-4 0 15,6 1 1-15,7 0-1 16,21 3 1-16,4-4 0 16,7 1 0-16,7-3 0 15,0-7 0-15,0 0-1 16,-3 4 1-16,-11 2 0 16,3 4 0-16,-17 3-2 15,-11 3 1-15,-14 0-8 16,-7-10 1-16,0-8-1 15,-10-20 1-15</inkml:trace>
  <inkml:trace contextRef="#ctx0" brushRef="#br0" timeOffset="77208.86">29824 13590 98 0,'-7'57'49'0,"10"-45"-62"0,-3-9 70 16,0 4-56-16,0 5 0 15,0 16 1-15,0 4 1 16,4 18-2-16,3 3 0 0,3 0 2 16,1 4 0-16,3-4-1 15,0-9 1-15,-3-3-3 16,-1-7 1-16,-2-5-3 15,-5-4 0-15,-6 0-1 16,-8-6 1-16,-7-7-1 16,-6-9 0-16,-5-6-6 15,-9-19 1-15,-5-22 0 16,4-25 1-16</inkml:trace>
  <inkml:trace contextRef="#ctx0" brushRef="#br0" timeOffset="77443.19">29898 13236 100 0,'-14'56'50'0,"46"-49"-62"0,-18-14 67 15,24 1-60-15,5-10 1 16,6-2-6-16,4-11 0 15,4-5 8-15,3-4 0 16,0-3-11-16,3 4 1 16,4 2-4-16,0 4 1 15,0 0 3-15,-7 2 0 16</inkml:trace>
  <inkml:trace contextRef="#ctx0" brushRef="#br0" timeOffset="77653.41">31020 12878 95 0,'10'104'47'0,"-38"-7"-60"16,21-75 93-16,-7 12-80 15,-7 7 1-15,0 6-1 16,-4 3 0-16,-3 4-3 16,-1-4 1-16,1 10-4 15,4-4 1-15,-1 4-4 16,7-1 1-16,4-9-7 15,4-3 1-15,-1-12 1 16,4-16 1-16</inkml:trace>
  <inkml:trace contextRef="#ctx0" brushRef="#br0" timeOffset="77818.87">30378 13474 69 0,'-25'35'34'0,"29"-73"-39"0,6 22 45 16</inkml:trace>
  <inkml:trace contextRef="#ctx0" brushRef="#br0" timeOffset="77967.72">31055 13440 100 0,'0'91'50'0,"-3"-79"-85"15,3-18 66-15,-4-13-31 16,-7-19 0-16</inkml:trace>
  <inkml:trace contextRef="#ctx0" brushRef="#br0" timeOffset="93639.37">23199 12558 82 0,'0'7'41'0,"-11"15"-39"15,8-19 41-15,-4 3-43 16,-8 0 0-16,-2-2 0 16,-1-4 1-16,-3 3 0 15,0-3 0-15,-7-3 0 16,-11-4 0-16,-7 4 0 15,-14-6 1-15,-4 9-2 16,-17 3 1-16,-3 3-1 16,-15 0 1-16,-7 4 1 15,-21-1 0-15,0 1 1 0,-11-1 0 16,-20-3 0-16,-8 1 1 16,-18-7-1-16,-17 3 1 15,-14 6-2-15,-18-3 0 16,-3 1-1-16,-11 2 0 15,-21 7-1-15,-11-1 0 16,-3 1 1-16,-14 3 0 16,-1 0 0-16,-10-4 0 0,-7 4 0 15,-3-3 1-15,-1-7-1 16,-10 1 1-16,-10-1-1 16,-8 1 0-16,-3 2-1 15,-8 10 0-15,-6 0 0 16,-11 0 0-16,0 0 0 15,-7 3 0-15,0 0 0 16,-3-3 0-16,-4 0 0 16,3-16 0-16,4-6 0 15,11-12 1-15,3-10-1 16,-4-10 0-16,4-2 0 16,4 3 1-16,3-1-1 15,0 7 0-15,1 9 0 16,-12 4 1-16,4 6-1 15,-7 6 1-15,-3 3-1 16,3 0 1-16,0 0-1 16,-7 0 1-16,11-6-1 0,-4-3 0 15,10-4 0 1,15 1 0-16,3-1 0 0,4 1 1 16,14 9-1-16,-11 3 0 15,22 10 0-15,-1 6 0 16,8 3-1-16,21-1 1 15,10-2 0-15,11 0 0 16,28 0-1-16,11-16 0 16,10-6 0-16,32 3 0 15,25-6 0-15,-4 3 0 16,25 3-2-16,10 3 1 0,25 0-16 16,15 3 1-16,9 3 0 15,22-5 0-15</inkml:trace>
  <inkml:trace contextRef="#ctx0" brushRef="#br0" timeOffset="95021.3">5902 15447 75 0,'4'-4'37'0,"-19"-18"-26"16,15 19 38-16,0-6-44 15,7-4 0-15,-3 4 1 16,3 0 1-16,0 2-10 16,4-2 1-16,-1 6 6 15,4 6 0-15,0 6-2 0,1 13 1 16,2 19-1-16,-3 28 0 15,4 19 0-15,0 18 1 16,-8 4-1-16,1 0 0 16,-4 3-1-16,3-7 0 15,1-8-1-15,-7-14 1 16,3-5-1-16,-7-13 1 16,3-10-1-16,4-9 0 0,-7-12 0 15,11-10 0-15,-8-16-1 16,8-15 1-16,3-19 0 15,0-19 0-15,4-16-1 16,3-9 1-16,0-9 0 16,14-1 1-16,-10 1-1 15,0 3 1-15,6-7 0 16,-6 1 0-16,10 5-1 16,-6 11 1-16,-8 2 0 15,4 19 0-15,-1 3 0 16,-3 16 0-16,-3 16 1 15,-4 18 0-15,-3 19 0 16,-1 16 1-16,1 10-1 16,-4 15 0-16,0 3-1 15,-3 6 0-15,3 0 0 16,3-2 0-16,-3-10-4 16,4-10 0-16,10-6-9 0,-7-9 1 15,11-7-1-15,-1-12 0 16</inkml:trace>
  <inkml:trace contextRef="#ctx0" brushRef="#br0" timeOffset="95765.3">7394 16209 54 0,'-42'-16'27'0,"7"-12"-10"15,31 18 3-15,1 1-14 16,3-1 1-16,7 1 6 16,7-4 0-16,7 4-14 15,11-3 0 1,56 8 11-1,11-2 1-15,14 3-3 16,6 3 0-16,19 0-3 16,14 0 1-16,6 0-3 15,8 3 0-15,7-6-2 16,4-3 1-16,2-4-2 0,8 1 1 16,-7 6-1-16,0-7 1 15,4 10-1-15,-4 0 1 16,-8-3 0-16,-6 3 0 15,0 0 0-15,-11-6 0 16,-14 3 0-16,-14 0 0 16,-10-4-1-16,-15 1 0 15,-21 0 0-15,-17 0 1 16,-15 2 0-16,-14 1 0 16,-10-3 0-16,-21 0 0 15,-11-4 0-15,-7 1 0 0,-11 0 0 16,-7-7 0-16,-3-3 0 15,-8-9 0-15,5 0 0 16,-1-13 1-16,4-6-1 16,-1 0 1-16,8 0-1 15,3 3 0-15,11 6 0 16,4 4 0-16,6 2-1 16,8 10 0-16,3-3 0 15,10 16 0-15,12 6-1 16,-1 6 1-16,11 13 0 15,3 2 0-15,4 14 0 16,-4 12 0 0,-10 59 0-1,-14 1 1-15,-18-4-1 16,-15 0 1-16,-6-2-1 0,-11-11 0 16,-6-8-4-16,-5-7 1 15,1 0-9-15,-4-12 0 16,0-10 0-16,11-9 0 15</inkml:trace>
  <inkml:trace contextRef="#ctx0" brushRef="#br0" timeOffset="96817.19">13850 15387 104 0,'-21'6'52'0,"7"13"-60"0,14-10 66 16,0 7-59-16,0 9 1 16,0 16 0-16,-4 15 0 15,-3 7 1-15,-7 6 0 0,-7 0 1 16,-7 0 0-16,-8 0 0 15,-9-3 0-15,-5-10-1 16,-10-5 1-16,-3-8-1 16,-8-8 0-16,1-10-2 15,-4-6 1-15,-4-10-1 16,4-9 1-16,0-6 0 16,7-10 0-16,10-6 0 15,4-6 1-15,15-6 0 16,9-7 0-16,8-3-1 15,7-9 0-15,11-7 0 16,10 1 0-16,10-1 0 16,4 10 0-16,8 3 0 15,2 9 0-15,5 7 0 16,6 12 0-16,0 6 1 16,4 13 0-16,0 10 0 0,7 9 0 15,10 9-1-15,4 13 1 16,8 3-1-16,-5-1 0 15,4 8 0-15,-7-8 0 16,-3 1 0-16,-4 0 0 16,0-3 0-16,0 0 1 15,-4-4-1-15,4-2 0 16,4-10 0-16,-4-6 1 16,-1-7-1-16,-6-5 0 15,-3-4 0-15,-4-9 1 16,0-4 0-16,-4-6 0 0,-3-6 0 15,-4-9 1-15,-3-3-1 16,-4-10 1-16,-7-6-1 16,0-7 1-16,-7-2-2 15,-3-4 1-15,-11 6-1 16,-7 7 1-16,-7 0-1 16,-7 6 1-16,-4 0-1 15,-7 13 0-15,-10-4 0 16,3 4 1-16,-3 3-2 15,-1 0 1-15,-3 9-12 16,-3 3 1-16,-7 16 0 16,-15 13 0-16</inkml:trace>
  <inkml:trace contextRef="#ctx0" brushRef="#br0" timeOffset="109064.92">16422 2474 61 0,'-39'-10'30'0,"4"17"-28"16,31-4 31-16,4-3-31 15,11 0 0-15,6 0 4 16,22-10 0-16,25-8-6 0,27-11 1 16,29-2 5-16,29-7 1 15,27 10-2-15,21-6 0 16,12 5-1-16,6-2 0 16,-7 9-1-16,-14 0 0 15,-18 10-1-15,-20 2 0 16,-15 1 0-16,-14 2 1 15,-29 4-1-15,-20 3 0 16,-21-6-1-16,-36 6 0 0,-25 6-1 16,-28-3 0-16,-42 7 0 15,-46 6 0-15,-35 12-1 16,-46 19 1-16,-18 3-1 16,-20 3 1-16,2 4 0 15,-6-7 0-15,13-6 0 16,29-13 0-16,11 1 0 15,31-10 1-15,29-1-1 16,27-2 1-16,29-6 0 16,35 2 0-16,36-8 0 15,42 2 0-15,42-9 0 16,53-12 0-16,28-10-1 16,39-3 1-16,21-22-1 15,18 6 0-15,0-22 1 16,0 7 0-16,-14 2 0 15,-18 17 0-15,-17 2 0 16,-19 16 0-16,-27-3 0 0,-29 13 0 16,-24 6-1-16,-25 3 0 15,-32 0 0-15,-24 9 0 16,-36 4-1-16,-35 18 1 16,-38-9-1-16,-36 19 1 15,-25 3-1-15,-35 0 1 16,-14-7 0-16,-15 7 0 15,5 3 0-15,10 3 0 16,6-9 0-16,30 0 0 0,27-16 0 16,21-3 0-16,40-6 0 15,24-7 0-15,21-6 0 16,28-3 0-16,29-3-1 16,39-6 1-16,24-7 0 15,35-6 0-15,32-3 0 16,22-13 1-16,20 4-1 15,8-10 1-15,6 3-1 16,4 0 1-16,-14 7-5 16,-7 6 0-16,-21 18 0 15,-18 4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03:17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3507 1251 88 0,'-18'-144'44'0,"25"65"-36"16,-3 60 45-16,3 1-52 15,7-1 0-15,7-3 1 16,7 9 1-16,4 7-4 16,7 15 1-16,-1 23 2 15,1 5 0-15,-7 42-1 16,3 24 1-16,-10 1-2 16,3 15 1-16,0-6-1 15,-6-7 1-15,6-15-1 0,-7-3 1 16,-3-16-1-16,-8-3 1 15,11-22-1-15,-10-12 1 16,7-16-1-16,3-19 0 16,11-29 0-16,13-15 0 15,8-34 0-15,7-10 0 16,0-12 0-16,7 0 0 16,4-4 1-16,-1 13 0 0,-6 19 0 15,-4 9 0-15,-4 13 0 16,-17 22 1-16,0 9-1 15,0 19 0-15,-4 16-1 16,0 21 1-16,-3 10-2 16,7 7 0-16,-11 5-3 15,4 4 1-15,0 0-10 16,-1 9 0-16,5-9 0 16,-12-4 0-16</inkml:trace>
  <inkml:trace contextRef="#ctx0" brushRef="#br0" timeOffset="193.54">5711 1367 88 0,'11'-44'44'0,"17"-13"-48"15,-10 48 57-15,10-7-50 16,14-2 1-16,11-11 0 0,14 4 0 15,7 0-7-15,22 6 1 16,-8-9-4-16,0 3 1 16,-3 0-15-16,-4 3 1 15,-14-3-1-15,-14 9 0 16</inkml:trace>
  <inkml:trace contextRef="#ctx0" brushRef="#br0" timeOffset="417.3">5778 1589 86 0,'-56'13'43'0,"53"0"-57"16,17-13 82-16,14-7-65 16,21 4 1-16,18-3 0 15,25-4 1-15,21-5-7 16,10-7 0-16,1-3-7 15,3 0 1-15,-7-4-3 16,-11-14 1-16</inkml:trace>
  <inkml:trace contextRef="#ctx0" brushRef="#br0" timeOffset="668.64">7461 517 101 0,'-28'-25'50'0,"28"25"-58"0,18 9 73 16,-8-2-65-16,4 5 1 15,0 23-1-15,8 24 1 16,2 4-2-16,-6-16 1 16,0 41-1-16,-4 9 0 15,0 3-7-15,-4-2 0 16,1-1-15-16,-11-16 0 0,-7-9 0 15,7-18 0-15</inkml:trace>
  <inkml:trace contextRef="#ctx0" brushRef="#br0" timeOffset="990.75">8117 840 79 0,'-7'-53'39'0,"14"-38"-49"16,-7 75 75-16,4 0-64 16,-4 7 0-16,0 6 1 15,-7 22 0-15,0 15-2 16,-4 19 1-16,4 10 1 16,-3 9 0-16,10 10-1 15,3-1 0-15,18-12 0 16,15-6 1-16,-1-28-1 15,14-23 1-15,11-24 0 16,-14 2 1-16,32-49 0 16,-18 2 0-16,-14-12 0 0,-18-12 0 15,-28-7-2-15,-21 22 1 16,-22 6-5-16,-17 23 1 16,-28 2-12-16,-28 26 0 15,-8 12-1-15,-17 19 0 16</inkml:trace>
  <inkml:trace contextRef="#ctx0" brushRef="#br0" timeOffset="1335.98">3845 2605 98 0,'-39'19'49'0,"43"-9"-63"15,14-10 75-15,10 0-62 16,42 0 1-16,29-16 0 16,35 3 0-16,53-21 0 15,50-10 1-15,34-19-1 16,54-9 1-16,28-16 0 15,-8 7 1-15,15-10-1 16,-21 6 0-16,-36 1 0 0,-24 5 0 16,-18 20-2-16,-35 2 1 15,-32 13-13-15,-32 7 0 16,-35 5 0-16,-56 10 0 16</inkml:trace>
  <inkml:trace contextRef="#ctx0" brushRef="#br0" timeOffset="1710.77">3757 2972 91 0,'-159'13'45'0,"57"-10"-55"16,88 3 64-16,3-3-55 15,8 7 1-15,13-1 0 16,19 1 0-16,31 2 0 16,14-12 0-16,53-9 1 15,31-13 1-15,51-22 0 16,34-6 1-16,57-16 0 16,35-3 0-16,21-13 0 15,11-18 0-15,18 6 0 16,-8 6 0-16,-28 7-1 15,-3 15 1-15,-42 3-1 16,-29 13 1-16,-28 3-1 0,-46 6 0 16,-32 10-1-16,-28 3 0 15,-35 2-8-15,-28 8 1 16,-36 8-1-16,-24 10 0 16</inkml:trace>
  <inkml:trace contextRef="#ctx0" brushRef="#br0" timeOffset="2611.69">4039 4305 90 0,'7'-34'45'0,"15"24"-35"0,-5 13 45 16,4 0-54-16,11 16 1 15,-4 16 0-15,1 31 0 16,-8 28-3-16,0 6 1 16,-11 32 1-16,-3 9 1 15,-7 3-2-15,-7-6 1 0,-7-6-2 16,7-1 1-16,-14-21-11 16,3-16 1-16,4-15-1 15,-3-17 1-15</inkml:trace>
  <inkml:trace contextRef="#ctx0" brushRef="#br0" timeOffset="2929.85">4533 5026 84 0,'21'-44'42'0,"11"-21"-38"15,-21 49 48-15,6-9-48 16,5-3 1-16,6-13 1 16,0 3 1-16,4-15-9 15,-11 12 0-15,0 10 7 0,-3 9 0 16,-1 22-3-16,-13 28 1 16,-4 19 1-16,-11 31 0 15,-6 38-1-15,-5 19 0 16,1 6-2-16,4 4 0 15,13-7-7-15,4-25 1 16,11-19-21-16,-8-25 1 16,4-29-1-16,0-18 0 15</inkml:trace>
  <inkml:trace contextRef="#ctx0" brushRef="#br0" timeOffset="3353.89">4636 3882 100 0,'-131'-97'50'0,"-35"62"-73"15,103 29 95-15,-18 9-72 16,-15 25 0-16,-24 7 0 16,-10 49 0-16,6 29-1 15,-3 44 1-15,-3 31 0 16,-1 60 0-16,25 31-1 15,36 19 1-15,28 9 0 16,63-22 0-16,28-52 0 16,32-42 0-16,57-38 1 15,14-55 0-15,49-36 0 16,3-49 0-16,15-35 0 0,-14-44 1 16,-1-28 0-16,-13-28 1 15,-11-35 0-15,-29-28 0 16,-24-31 0-16,-28-16 1 15,-21-16-1-15,-43 16 1 16,-21 28-3-16,-32 19 1 16,-42 28-6-16,-10 32 1 15,-11 27-16-15,7 23 0 0,14 9-1 16,17 16 1-16</inkml:trace>
  <inkml:trace contextRef="#ctx0" brushRef="#br0" timeOffset="3679.95">10315 3938 112 0,'-14'10'56'0,"39"137"-74"0,-15-100 95 15,4 22-78-15,4 41 1 16,3 12-2-16,-7 16 1 15,1 9-3-15,-12-2 0 16,-10-20-14-16,-4-12 0 16,-3-25 0-16,-3-29 0 15</inkml:trace>
  <inkml:trace contextRef="#ctx0" brushRef="#br0" timeOffset="3946.76">9645 3929 110 0,'-25'-25'55'0,"68"12"-74"15,-15 7 95-15,18 0-76 16,21-1 1-16,28 4-1 15,21 0 0-15,8-6-2 16,3 2 1-16,0 4-5 16,-11-3 1-16,-13-3-14 15,-12 5 0-15,-17-2 0 16,-7-6 0-16</inkml:trace>
  <inkml:trace contextRef="#ctx0" brushRef="#br0" timeOffset="4353.8">10978 3160 101 0,'-95'-72'50'0,"-99"19"-68"0,131 53 87 16,-43 9-70-16,-25 17 1 0,-13 17-1 15,-15 26 1-15,0 38 0 16,4 25 0-16,3 53-1 15,8 22 1-15,17 53-1 16,31 32 1-16,36-7-1 16,36-3 1-16,34-28 0 15,33-31 0-15,27-38 0 16,43-19 1-16,25-44 0 16,35-43 1-16,6-42 0 15,22-43 1-15,11-41 0 16,10-44 0-16,-3-28 0 15,-7-47 0-15,-15-16 0 16,-10-47 1-16,-14-3-1 16,-35-22 0-16,-43 22-1 15,-46 25 0-15,-52 13-1 16,-54 40 0-16,-63 28-10 16,-59 45 1-16,-72 40-2 0,-56 35 1 15</inkml:trace>
  <inkml:trace contextRef="#ctx0" brushRef="#br0" timeOffset="4922.79">3242 7431 108 0,'-39'-43'54'0,"64"2"-59"0,-4 28 64 15,0-2-60-15,11-1 1 16,17 3 0-16,22 1 0 15,0 9 0-15,3 6 0 16,-4 6 1-16,1 19 0 16,-8 19 1-16,-3 19 1 15,-10 22 0-15,-5 31 0 16,-23 35 0-16,-15 25 0 16,-14 21-1-16,-11 17 1 15,4-4-5-15,-4-6 1 16,-3-19-8-16,0-19 1 0,10-24-12 15,-6-39 1-15,6-27-1 16,0-23 0-16</inkml:trace>
  <inkml:trace contextRef="#ctx0" brushRef="#br0" timeOffset="5137.72">3489 8686 103 0,'0'-28'51'0,"49"-38"-66"16,-10 34 86-16,21-12-71 15,21-12 1-15,32-4-11 16,21 1 0-16,-3-1-9 16,-8 4 0-16,4 15-5 15,-21 3 0-15</inkml:trace>
  <inkml:trace contextRef="#ctx0" brushRef="#br0" timeOffset="5418.03">3260 10119 115 0,'10'-3'57'0,"18"-19"-89"16,-6 6 118-16,16-9-87 16,44-16 1-16,6-9-3 15,11-16 0-15,10-6 2 16,11 3 0-16,0 3-8 15,-21 10 0-15,-15 6-12 16,-17 12 0-16,-17 7 1 16,-22 18 0-16</inkml:trace>
  <inkml:trace contextRef="#ctx0" brushRef="#br0" timeOffset="5646.03">2900 10608 111 0,'-7'-19'55'0,"134"-65"-80"0,-78 55 106 16,11-11-82-16,28-26 1 16,25 0-3-16,14-3 1 15,-7-3-1-15,-7 0 1 0,14 9-23 16,-7 3 1-16,-28 4-1 15,-25 6 1-15</inkml:trace>
  <inkml:trace contextRef="#ctx0" brushRef="#br0" timeOffset="6769.19">9973 7206 98 0,'-25'-32'49'0,"-3"10"-47"0,25 16 49 16,-8 9-51-16,4-6 0 15,7-6 0-15,0 9 0 0,3-13 1 16,8 1 0-16,0-4 1 16,-1-3 1-16,8-3 0 15,0-6 0-15,6 3 1 16,4 0 1-16,8 0-1 16,6-4 0-16,11 11-2 15,0-1 1-15,0 6-2 16,-7 4 1-16,-1 6-2 15,-6 6 0-15,-3 3 0 16,-12 10 1-16,-6 0-1 16,-7 5 0-16,-8 5 0 15,-6 2 0-15,-12 3 0 16,-2 0 1-16,-8 7-1 16,-7 3 0-16,8 6 0 15,2 3 0-15,12 10-1 16,6 6 1-16,11-1 0 0,15 11 0 15,2-11 0-15,1 1 0 16,10 0-1 0,-7-9 1-16,-3-1 0 0,-14-12 1 15,-11 6 0-15,-14-9 0 16,-11-3-1-16,-14-4 1 16,-14-9-1-16,-3 0 1 15,3-12-6-15,7-7 1 16,7-6-12-16,4 0 1 15,3-6-1-15,7-4 1 0</inkml:trace>
  <inkml:trace contextRef="#ctx0" brushRef="#br0" timeOffset="7024.82">9765 8808 114 0,'14'57'57'0,"-25"-54"-71"15,22-3 87-15,17-10-74 16,11 1 1-16,21-13-4 16,32-6 1-16,3-7 1 15,0-12 1-15,4 6-8 16,-4-9 1-16,-10 6-10 15,-11 7 1-15,-14 5 1 16,-21 10 0-16</inkml:trace>
  <inkml:trace contextRef="#ctx0" brushRef="#br0" timeOffset="7249.83">9670 9376 114 0,'28'-3'57'0,"109"-35"-80"0,-87 16 101 0,42-6-92 15,20-19 0-15,26-19 0 16,24-9 0-16</inkml:trace>
  <inkml:trace contextRef="#ctx0" brushRef="#br0" timeOffset="9249.54">2910 14271 98 0,'-38'-13'49'0,"48"-18"-45"0,18 12 50 0,15-19-51 16,34-18 0-16,12-10 1 15,30-3 1-15,12 19-7 16,7 12 1-16,-15 29 3 15,4 31 1-15,-7 44-3 16,-11 43 1-16,-20 45-1 16,-19 31 1-16,-17 22-1 15,-18-3 0-15,-14-10-2 16,1-6 0-16,-12-34-9 16,1-38 0-16,6-28-9 15,-6-35 1-15,10-28-1 16,0-28 1-16</inkml:trace>
  <inkml:trace contextRef="#ctx0" brushRef="#br0" timeOffset="9706.76">3916 15067 104 0,'-57'-16'52'0,"57"1"-75"0,7 9 96 15,15-10-73-15,16 0 0 16,22-9 0-16,18-9 0 16,7-13 0-16,10-10 0 15,7-12 1-15,8-6 0 0,-12-10 0 16,-9 10 1 0,-15 12 0-16,-14 10 0 0,-11 15 0 15,-10 16 0-15,-4 19-1 16,-14 25 1-16,-10 35-2 15,-1 21 1-15,-10 19-1 16,0 10 1-16,0-4-1 16,0-9 0-16,11-15 0 15,-7-26 0-15,10-15 1 16,7-23 1-16,11-18 0 16,6-19 0-16,15-18-1 15,-3-8 1-15,-12-8 0 16,-6-4 0-16,-7-5-2 15,-11-1 0-15,-7 0-5 16,-18 3 1-16,-6-3-17 16,-1 7 0-16,4-4 0 15,-7-3 0-15</inkml:trace>
  <inkml:trace contextRef="#ctx0" brushRef="#br0" timeOffset="9920.98">6357 13371 112 0,'64'-3'56'0,"-89"-19"-70"0,18 22 97 15,3 3-84-15,-10 9 1 16,4 13-2-16,-1 22 0 16,-3 16 2-16,-11 28 0 0,-7 38-1 15,-3 18 0-15,-4 19-1 16,4 10 0-16,3-13-5 15,4-6 1-15,3-23-14 16,8-27 0-16,-1-29 0 16,8-21 0-16</inkml:trace>
  <inkml:trace contextRef="#ctx0" brushRef="#br0" timeOffset="10201.29">5867 13919 121 0,'-99'16'60'0,"11"94"-94"16,70-79 112-16,8 7-86 16,6-4 1-16,15-2-5 0,3-7 0 15,21-16 17-15,-3-3 1 16,-1-15-8-16,-2-10 0 15,-1-3 5-15,-14-9 0 16,-3 0 1-16,-8 2 1 16,1 4-16-16,-1 3 1 15,1 0-4-15,6-12 1 16</inkml:trace>
  <inkml:trace contextRef="#ctx0" brushRef="#br0" timeOffset="10451.79">6735 14070 113 0,'-46'22'56'0,"10"78"-79"16,33-81 88-16,-1 6-69 16,4 3 0-16,4-6-4 15,3-3 1-15,0-3 11 16,4-16 1-16,3-6-5 15,-4-7 1-15,-3-6 2 16,-3-3 1-16,-8 0 2 16,-6 0 0-16,-1 4-9 15,-10 5 0-15,-7 13-2 16,0 0 1-16</inkml:trace>
  <inkml:trace contextRef="#ctx0" brushRef="#br0" timeOffset="10774.43">4159 16024 118 0,'-24'6'59'0,"133"-22"-72"0,-67 0 76 0,36-12-64 16,52-22 1-16,33-25-1 15,45-19 0-15,39-7 0 16,-4-2 0-16,1-4-1 16,-12 16 0-16,-38 16-1 15,-38 19 0-15,-29 18-10 16,-29 22 1-16,-38 23 0 15,-21 8 0-15</inkml:trace>
  <inkml:trace contextRef="#ctx0" brushRef="#br0" timeOffset="11026.52">4195 16503 110 0,'10'-9'55'0,"149"-63"-71"0,-78 25 83 15,57-25-65-15,56-22 1 16,53-19 2-16,28-16 1 16,35 7-7-16,-17 12 0 15,-11 19-6-15,-21 22 1 0,-38 28-2 16,-68 13 1-16</inkml:trace>
  <inkml:trace contextRef="#ctx0" brushRef="#br0" timeOffset="18490.63">12171 555 83 0,'-39'53'41'0,"-3"54"-38"16,35-79 41-16,0 16-42 15,3 9 1-15,1 16 2 16,6 13 0-16,4 8-6 15,4 26 0-15,-1 10 4 16,1 43 1-16,-4 7-2 16,-4 40 0-16,1 7-1 0,3 34 0 15,-3 13-1-15,6 18 1 16,4 29-1-16,7 6 0 16,8 16 0-16,2 18 0 15,5-9 0-15,10 22 1 16,-15 32-1-16,-17 15 0 15,-14 18 0-15,-10 17 1 16,-8 22-1-16,-7 12 0 0,-6 3 1 16,6-6 1-16,4 3-1 15,3 0 1-15,8-3 0 16,6 0 1-16,4 6 0 16,4 12 0-16,-1 4-2 15,1 22 1-15,-4 3-1 16,-4 6 1-16,-3-15-2 15,-3-32 1-15,-5-44-1 16,5-46 1-16,-1-39-1 16,4-43 1-16,0-25-1 15,7-32 0-15,4-38-3 16,-1-15 1-16,1-28-14 16,-1-38 1-16,-3-31 0 15,7-50 0-15</inkml:trace>
  <inkml:trace contextRef="#ctx0" brushRef="#br0" timeOffset="19230.59">12901 1003 97 0,'-14'-22'48'0,"21"22"-52"15,0 0 69-15,14 10-65 16,-7-7 1-16,-3 37 0 0,0-11 0 16,3 58-2-1,3 4 0-15,-6 7 0 0,7 18 0 16,-1 3-1-16,4-13 0 16,-3-12 0-16,-7-3 1 15,-1-18 0-15,-3-11 0 16,-7-8 1-16,0-11 0 15,-3-8 0-15,-1-7 1 16,1-18 0-16,-1-1 0 16,4-28-1-16,4 0 1 0,3-15 0 15,7-10 1-15,3-28-1 16,1 0 1-16,7-7 0 16,3 7 0-16,0 0 0 15,4 9 0-15,0 1 0 16,3 8 0-16,0-5-1 15,1 15 0-15,2 12-1 16,-6 17 1-16,-4 15-1 16,-10 19 0-16,-4 9-1 15,-7 22 1-15,-7 3-3 16,4 29 1-16,-1-10-10 16,4 6 1-16,4-15-1 15,3-10 0-15</inkml:trace>
  <inkml:trace contextRef="#ctx0" brushRef="#br0" timeOffset="19492.55">14037 1411 106 0,'-11'-44'53'0,"61"28"-64"0,-29 13 77 16,14-6-69-16,11-1 1 15,14-5-12-15,11-4 1 0,6-6 7 16,1 0 1-16,-11 3-16 16,-14-7 0-16,-11 7 1 15,-21 10 1-15</inkml:trace>
  <inkml:trace contextRef="#ctx0" brushRef="#br0" timeOffset="19710.63">13790 1812 104 0,'4'-69'52'0,"73"22"-75"15,-41 38 105-15,27-10-82 16,15-6 0-16,10 0-1 16,7 0 1-16,14-4-5 15,1 4 0-15,-11-6-19 0,-11 6 0 16,-11-13 0-16,-13 4 0 16</inkml:trace>
  <inkml:trace contextRef="#ctx0" brushRef="#br0" timeOffset="20461.16">16027 580 49 0,'-11'-25'24'0,"11"18"-18"0,0 7 34 0,0 0-38 15,0 0 0-15,0 0 4 16,0 0 0-16,0 0-5 16,0 0 1-16,0 7 6 15,0-1 0-15,0 13 1 16,0 34 1-16,0 10-2 15,-3 18 1-15,-1 16-3 16,4 29 1-16,4-10-4 16,-1 9 1-16,8-18-8 15,3 0 1-15,3-16-10 16,1-13 1-16,0-22 0 16,-1-5 0-16</inkml:trace>
  <inkml:trace contextRef="#ctx0" brushRef="#br0" timeOffset="20983">16905 903 96 0,'-42'-82'48'0,"-11"67"-55"15,39 11 70-15,-7 4-62 16,-4 10 0-16,-7 9 0 15,0 15 0-15,-3 19-2 16,3-6 1-16,1 22 0 16,13 7 1-16,11-4-1 15,10-3 0-15,12-13 0 16,6-6 1-16,10-12-1 0,22-10 0 16,-3-15 1-16,6-10 1 31,15-56-1-31,-15-1 1 15,-6 7 0-15,-19-6 0 16,-9 3-1-16,-15 3 0 16,-14 0-4-16,-8 12 0 15,-9 1-9-15,-5-1 0 16,-9 13-1-16,2 0 1 16</inkml:trace>
  <inkml:trace contextRef="#ctx0" brushRef="#br0" timeOffset="21275.61">17480 780 84 0,'21'-31'42'0,"-10"53"-40"16,-11-6 52-16,-4 9-52 16,1 6 1-16,-4 19-1 15,-4 13 0-15,4 9-3 16,7 7 0-16,18-4 2 15,14-12 0-15,6-23-1 16,15-11 1-16,11-20 1 16,6-9 0-16,1-28 1 15,-1-10 0-15,-6-3 0 16,-18-6 1-16,-14-3-1 16,-22-3 1-16,-13 6-3 0,-26-10 1 15,-20 13-14-15,-25 22 1 16,-25 13-2-16,-31-4 1 15</inkml:trace>
  <inkml:trace contextRef="#ctx0" brushRef="#br0" timeOffset="22850.9">12873 2784 81 0,'-60'-22'40'0,"25"-19"-39"16,28 29 41-16,0 6-42 16,7-1 0-16,14 1-1 15,31 3 1-15,40-16 0 16,46 0 0-16,59-15 1 16,85-29 0-16,64-18 1 15,60-7 0-15,45-9 1 16,11 6 1-16,4-13 0 15,-18 4 1-15,-28 18-2 0,-47 20 0 16,-34 8-2-16,-57 10 0 16,-38 13-8-16,-50 9 0 15,-43 6-14-15,-49 4 1 16,-45-1 0-16,-43 10 0 16</inkml:trace>
  <inkml:trace contextRef="#ctx0" brushRef="#br0" timeOffset="23179.52">12435 3145 91 0,'-130'-10'45'0,"126"-18"-62"15,33 19 89-15,34-23-71 16,39-18 0-16,57-9 0 16,60-7 0-16,56-13-2 15,57-8 1-15,49-29 0 16,38 6 1-16,26 3 0 16,3 1 1-16,-11-1 0 15,-20-18 1-15,-26 21 0 16,-49 23 0-16,-42 15 0 15,-42 12 0-15,-36 20-5 0,-46 9 1 16,-41 15-15-16,-40 10 0 16,-46 16-2-16,-45-3 1 15</inkml:trace>
  <inkml:trace contextRef="#ctx0" brushRef="#br0" timeOffset="25070.83">13674 3963 99 0,'0'-138'49'0,"-11"107"-43"16,11 31 49-16,0-6-55 15,0 12 0-15,4 16 0 16,3 22 1-16,0 34-1 15,0 13 0-15,3 13 0 16,1 30 1-16,3 4-1 16,0 10 0-16,0-4-7 15,0 7 1-15,-3-17-1 16,-7-5 0-16</inkml:trace>
  <inkml:trace contextRef="#ctx0" brushRef="#br0" timeOffset="25367.21">13864 4913 96 0,'25'-75'48'0,"-15"-47"-48"0,-6 81 56 0,3-9-55 16,7-7 0-16,4-5 0 15,6-7 1-15,8-3-3 16,11 9 1-16,-5 10 1 15,1 9 1-15,0 19-1 16,-7 31 1-16,-1 16 0 16,-6 22 1-16,-7 28-1 15,-8 31 0-15,-10 13-3 16,-3 0 0-16,-1 0-12 16,1-15 1-16,-1-17-2 15,1-27 1-15</inkml:trace>
  <inkml:trace contextRef="#ctx0" brushRef="#br0" timeOffset="25727.48">14097 3324 98 0,'-106'-120'49'0,"-74"76"-51"0,127 35 69 15,-28 3-65-15,-11 15 0 16,1 23 0-16,-12 30 1 15,1 42-5-15,0 24 1 16,0 60 1-16,10 35 1 16,21 44-2-16,29 40 0 15,42-25-1-15,49-12 1 16,29-47 0-16,28-51 0 0,28-47 1 16,10-52 1-16,15-48 1 15,0-44 0-15,-4-34 1 16,-7-32 1-16,-21-31-1 15,-14-28 0-15,-18-38-2 16,-24 0 1-16,-22-9-5 16,-27 9 0-16,-19 22-9 15,-10 25 0-15,-4 9-1 16,4 29 1-16</inkml:trace>
  <inkml:trace contextRef="#ctx0" brushRef="#br0" timeOffset="26092.5">17149 3383 88 0,'-36'-31'44'0,"-17"9"-51"0,43 22 51 16,-4-6-45-16,-8 6 0 16,5 0 0-16,-1 0 0 15,8 0 4-15,3 0 1 0,7-4 1 16,14-5 0-16,10 3 2 16,8 6 0-16,10 6 0 15,11 7 1-15,7 30-4 16,4 26 1-16,-8 19-3 15,-6 38 1-15,-12 21-3 16,-6 10 1-16,-7-7-3 16,-4 4 0-16,-3-35-7 15,-1-15 1-15,12-29-15 16,-1-19 1-16,-3-18-1 16,-4-19 1-16</inkml:trace>
  <inkml:trace contextRef="#ctx0" brushRef="#br0" timeOffset="26881.12">16806 3421 98 0,'-77'-57'49'0,"34"45"-68"0,43 12 92 0,4 3-73 15,14 6 0-15,34-6 0 16,30-6 0-16,45-12 0 16,21-4 0-16,7-16-1 15,11 1 1-15,-29 12-1 16,-24 3 1-16,-21 7-3 16,-25 8 1-16,-21 4-16 15,-25 13 0-15,-21 6 0 16,-25 3 0-16</inkml:trace>
  <inkml:trace contextRef="#ctx0" brushRef="#br0" timeOffset="27264.8">17699 2803 101 0,'-32'-135'50'0,"-56"72"-66"0,49 54 89 16,-31 9-74-16,-26 19 1 16,-27 25 0-16,-18 47 0 15,0 25 0-15,-4 44 0 16,21 28 0-16,8 47 0 16,42 16 0-16,35 22 0 15,43-35-1-15,38-22 0 0,46-31 0 16,29-44 1-16,27-53 0 15,36-47 1-15,7-41 0 16,7-31 1-16,-7-51 2 16,-10-28 1-16,-12-31-1 15,-13-37 1-15,-28-26-2 16,-29-16 0-16,-42 1-2 16,-43 12 0-16,-52 37-4 15,-50 36 0-15,-63 36-15 16,-81 26 1-16,-68 31 0 15,-27 48 0-15</inkml:trace>
  <inkml:trace contextRef="#ctx0" brushRef="#br0" timeOffset="29749.62">12746 7093 75 0,'3'0'37'0,"-3"-54"-23"16,0 39 37-16,0-4-47 16,0 0 1-16,-3 0 0 15,-4 7 0-15,-4 6-7 16,1 12 0-16,-1 0 5 16,-3 16 0-16,-4 6-2 15,4 13 0-15,7 6-1 16,4 31 1-16,6 4 0 15,8 3 0-15,3-1 0 16,0-5 0-16,4-7 0 16,-4 0 1-16,-4-3-1 0,-10 0 1 15,-7-9-1-15,-10-7 1 16,-8-6-2-16,-10-6 0 16,-8-4-8-16,-10-9 0 15,4-18 0-15,3-16 0 16</inkml:trace>
  <inkml:trace contextRef="#ctx0" brushRef="#br0" timeOffset="30145.62">12464 6883 102 0,'-25'-76'51'0,"50"51"-56"16,-8 16 65-16,12 3-60 16,6 3 0-16,11-4-1 15,14 1 1-15,17-3 0 16,11-4 0-16,8-3-1 16,10-2 1-16,-8 2 0 15,1 13 0-15,-18 12 0 16,-10 29 0-16,-22 15 0 15,-14 13 1-15,-31 19 0 16,-18 21 0-16,-18 13 0 0,0-9 1 16,-6-3-2-16,2-4 1 15,1-12-1-15,7 0 0 16,10-9 0-16,11-10 0 16,11-13-1-16,6-15 0 15,11-3-6-15,4-7 1 16,0-2-8-16,-4-1 1 15,-3-12 0-15,-8-16 0 16</inkml:trace>
  <inkml:trace contextRef="#ctx0" brushRef="#br0" timeOffset="30582.89">13102 6685 108 0,'0'-72'54'0,"74"38"-72"16,-38 30 89-16,13 1-74 16,32 6 1-16,0 10-5 15,0-1 1-15,-7 1 6 16,-7-4 0-16,-7 1-3 15,-7-1 0-15,-7 7 2 16,-11 12 1-16,-6 16 2 16,-5 12 1-16,-6 7 1 0,3 0 0 15,0 0-2-15,4-7 1 16,10-9-2-16,8-9 1 16,3-16-1-16,3-13 0 15,-3-21-1-15,-4-7 1 16,-7-22 0-16,-13-15 1 15,-12-13-1-15,-17 0 0 16,-21-4 0-16,-25 8 1 16,-14 8-4-16,-11 16 0 15,-13 16-12-15,-5 13 0 0,1 15-1 16,3 13 1 0</inkml:trace>
  <inkml:trace contextRef="#ctx0" brushRef="#br0" timeOffset="31183.55">12725 8523 90 0,'-67'31'45'0,"53"-22"-48"16,10-5 61-16,8-1-58 15,3-3 1-15,10-10 1 16,19-2 0-16,27-20-2 16,25-8 0-16,32-14 1 15,35-8 1-15,4-14-1 16,14 1 1-16,0 3-1 15,-11 3 0-15,-14 3-2 16,-17 16 1-16,-22 12-9 16,-21 13 0-16,-17 10-1 15,-29 5 1-15</inkml:trace>
  <inkml:trace contextRef="#ctx0" brushRef="#br0" timeOffset="31409.57">12605 8896 98 0,'31'-69'49'0,"132"-13"-58"0,-93 54 66 0,29-28-58 16,32-7 1-16,10 0 0 15,7 7 0-15,0-4 0 16,0 7 0-16,-14 3-10 15,-7 3 1-15,-21 3-1 16,-14-6 1-16</inkml:trace>
  <inkml:trace contextRef="#ctx0" brushRef="#br0" timeOffset="31886.27">13543 6770 85 0,'-63'-54'42'0,"6"36"-43"0,36 18 52 15,-4 6-51-15,-3 10 0 16,-7 15 1-16,-4 10 0 16,-3 3 0-16,3 12 0 0,4-6 2 15,3 7 0-15,11-1 0 16,10 13 0-16,8 3 0 15,10 0 0-15,7 4-1 16,14-10 0-16,-3 2-2 16,-4-5 1-16,-4 0 0 15,-6 3 0-15,-7 6 0 16,-11-6 0-16,-8-7 0 16,-6-5 1-16,-7-7-1 15,-4-10 0-15,-17 1-7 16,0-7 0-16,-4 1-2 15,0-4 1-15</inkml:trace>
  <inkml:trace contextRef="#ctx0" brushRef="#br0" timeOffset="32898.12">16757 6221 95 0,'0'-38'47'0,"-7"85"-48"0,3-6 53 16,-6 16-51-16,-1 18 0 15,-3 28 0-15,3 20 0 16,4 2-2-16,4 1 1 16,3-1 0-16,3-9 0 15,1-22-2-15,-1-25 0 0,1-25-7 16,0-19 0-16,-4-19 0 15,-4-24 1-15</inkml:trace>
  <inkml:trace contextRef="#ctx0" brushRef="#br0" timeOffset="33365.76">16595 6428 96 0,'-18'-91'48'0,"7"31"-52"16,11 45 66-16,-3-1-62 15,-1 22 1-15,-10 10-1 16,-10 15 0-16,-8 16-1 16,-11 4 1-16,-16 8 0 15,-1 4 0-15,0 9 0 16,10-12 0-16,11-16 0 16,11-4 0-16,18-15 0 15,17-15 1-15,17-13-1 16,19-4 0-16,10-5 0 0,10-4 1 15,8-3-1-15,3 4 0 16,0-7 0-16,3 0 0 16,-6 0 0-16,-4 0 0 15,-3-3 0-15,-8 3 1 16,0-3-1-16,-3 9 1 16,0 4 0-16,0 8 1 15,11 17-1-15,-4 18 1 0,-4 7 0 16,-3 28 0-16,-11 15-1 15,-13 7 1-15,-15 3-1 16,-11-9 0-16,-6-13-1 16,-15-10 0-16,-7-2-5 15,-3-17 0-15,-4-18-11 16,1-12 1-16,2-17-1 16,1-11 0-16</inkml:trace>
  <inkml:trace contextRef="#ctx0" brushRef="#br0" timeOffset="33708.83">17117 6450 87 0,'17'-85'43'0,"65"-43"-48"16,-51 99 62-16,15 1-56 16,7-3 0-16,11 6 0 15,-1 6 1-15,-10 6-3 0,-7 7 1 16,-11 6 0-16,-10 10 1 15,-11 12 0-15,-11 21 0 16,-6 11 1-16,-4 8 0 16,0 7 0-16,7 0 0 15,10 0 0-15,15 0 1 16,14-6-2-16,14-3 1 16,7-23-2-16,3-2 0 15,4-32 0-15,-7-12 1 16,-10-17-1-16,-11-8 1 0,-11-7-1 15,-14-9 1-15,-11-16-1 16,-13 3 1-16,-11 1-6 16,-8 2 1-16,-13 13-12 15,3 13 1-15,4 9-1 16,-7 21 1-16</inkml:trace>
  <inkml:trace contextRef="#ctx0" brushRef="#br0" timeOffset="33995.51">16341 7780 99 0,'-14'-7'49'0,"116"1"-65"16,-53-7 81-16,43-12-67 15,38-9 1-15,40-7-1 0,20-15 0 16,11-16 2-16,11 3 0 16,-18 3-3-16,-14 9 1 15,-14 10-2-15,-39 10 0 16,-28 11-12-16,-32 20 0 16,-25 6 0-16,-38 10 1 15</inkml:trace>
  <inkml:trace contextRef="#ctx0" brushRef="#br0" timeOffset="34277.46">16129 8215 95 0,'-18'-9'47'0,"103"-7"-69"15,-32 4 84-15,28-20-61 16,46-11 1-16,21-17 0 15,18-6 1-15,17 0-4 16,1 0 1-16,-1 7 2 16,-3-1 1-16,-17 13-2 15,-26 3 1-15,-17 7-3 16,-18 8 0-16,-24 11-15 16,-22 8 1-16,-24 4-2 15,-21 0 1-15</inkml:trace>
  <inkml:trace contextRef="#ctx0" brushRef="#br0" timeOffset="36153.47">21343 420 86 0,'0'-10'43'0,"-11"98"-39"0,1-41 43 0,-11 60-45 16,-11 62 0-16,-10 54 1 15,-11 81 0-15,-7 82-4 16,-11 87 0-16,-6 107 2 15,-1 79 1-15,-3 62-2 16,7 47 0-16,7 51 0 16,7 15 1-16,10 38 0 15,12 6 0-15,16 22 1 16,22-10 0-16,25-71 1 16,24-70 0-16,19-81 0 15,13-66 1-15,3-69-3 16,1-81 0-16,-4-67-9 15,-14-62 1-15,-17-56-1 16,-19-54 0-16</inkml:trace>
  <inkml:trace contextRef="#ctx0" brushRef="#br0" timeOffset="37726.43">19057 561 73 0,'-81'-151'36'0,"17"-15"-25"0,43 103 37 16,-7-9-45-16,-14 0 1 15,-11-9 2-15,-21-20 1 16,-14 4-9-16,-22 3 1 15,-17 9 4-15,-18 16 1 16,-24 13-2-16,-25 3 0 16,-18 18-2-16,-31 10 1 15,-22 22-1-15,-27 12 0 16,-15 20 0-16,-14 24 0 0,-4 19-1 16,11 10 1-1,-218 137 0 1,115-37 1-16,61-3-1 15,60 24 1-15,38-8-1 16,25 15 1-16,25 10-1 16,18 34 1-16,10-10-1 15,10 16 0-15,15-2-1 16,10 21 1-16,8-10 0 16,10 17 0-16,18 5 0 15,17 26 0-15,11 9 0 16,21 13 0-16,21 28 0 15,18 15 0-15,17 1 0 16,18-1 1-16,25 1-1 16,18-7 1-16,20-25-1 15,18-9 1-15,32-19-1 16,11-25 1-16,38-22-1 0,11-25 1 16,18-10-1-16,31-27 0 15,8-29 0-15,13-16 0 16,15-9 0-16,3-22 0 15,18-22 0-15,-7-22 0 16,14-28 0-16,-8-22 0 16,15-25 1-16,14-29 0 15,-14-31-1-15,18-21 1 16,-11-26 0-16,14-25 1 16,-7-28-1-16,-7-10 0 0,-11-21-1 15,-10-13 1-15,-32-6-1 16,-14-20 1-16,-32-8 0 15,-21-26 0-15,-14-21 0 16,-21-23 0-16,-18-24 2 16,-7-13 0-16,-18-16 0 15,-10-9 0-15,-14-1 0 16,-14 11 0-16,-18-1-1 16,-22 9 0-16,-20-5-2 15,-22 5 1-15,-17-12-2 16,-28-9 1-16,-25 12 0 15,-28-9 0-15,-25 12-1 16,-36 7 1-16,-34 6 0 16,-29 28 0-16,-28 25 0 15,-11 10 1-15,-6 40-1 16,-1 35 1-16,4 22-5 16,0 28 0-16,-7 31 0 15,-29 38 0-15</inkml:trace>
  <inkml:trace contextRef="#ctx0" brushRef="#br0" timeOffset="39358.05">12838 12251 83 0,'-25'-22'41'0,"18"13"-35"15,7 9 41-15,3 3-44 16,8 3 1-16,7 10 1 16,6 15 1-16,8 7-8 15,17 15 1-15,-6 10 4 16,-1 12 1-16,0 7-3 0,-6 6 1 15,-12-7-2-15,-13 4 1 16,-11-10-1-16,-14-3 1 16,-7-9-2-16,-18-4 1 15,-7-21-6-15,-3-10 0 16,-1-15-18-16,4-23 1 16,8-21 0-16,6-13 0 15</inkml:trace>
  <inkml:trace contextRef="#ctx0" brushRef="#br0" timeOffset="39796.41">12852 12098 101 0,'-25'0'50'0,"39"3"-77"16,0-6 103-16,18-4-78 15,17 1 1-15,4-10-1 16,7-6 1-16,11-6 1 16,3 0 1-16,0-3-2 15,-7 9 1-15,-14 3 0 16,-7 16 1-16,-18 3 1 16,-7 15 0-16,-24 10-1 15,3 1 1-15,-7 5-1 16,0 10 1-16,3 3-2 0,11 6 1 15,14 9-1-15,11 13 1 16,7-3-1-16,10 7 1 16,4-4 0-16,0 6 0 15,0-3 0-15,-11 1 0 16,-10-4 0-16,-18 3 1 16,-17-6-2-16,-19 0 1 15,-16-9-3-15,-12-7 1 16,-17-12-5-16,-3-16 1 15,3-16-9-15,10-15 1 0,11-16-1 16,8-13 1-16</inkml:trace>
  <inkml:trace contextRef="#ctx0" brushRef="#br0" timeOffset="40214.19">13698 11894 102 0,'-14'3'51'0,"-17"-6"-63"0,31 6 79 0,0-3-68 16,14 0 0-16,7-6-2 16,7-10 0-16,11-12 0 15,10-7 0-15,15-2-7 16,6-4 0-16,-3 3-4 15,4 1 1-15,-8 2 3 0,-10 4 0 16,-3 12 9-16,-12 3 0 16,-2 7 10-16,-5 6 0 15,-2 3 5-15,-1 9 1 16,-3 7-2-16,-4 9 1 16,-7 12-7-16,0 20 1 15,-7 15-5-15,0 16 1 16,-10 12-3-16,-4 7 1 15,-4 6-3-15,-3 6 1 16,-11 19-18 0,4-28 1-16,10-38-1 15,11-28 0-15</inkml:trace>
  <inkml:trace contextRef="#ctx0" brushRef="#br0" timeOffset="40421.31">14362 12292 104 0,'-36'-22'52'0,"-27"-16"-67"15,56 35 83-15,-7-12-70 16,3 2 1-16,-3 7-2 16,3 3 0-16,4 3 3 15,4 3 1-15,3 0-2 16,0 6 0-16,0 4 0 15,3-4 1-15,-3-6-4 16,0-3 1-16,0-6 0 0,0-6 0 16</inkml:trace>
  <inkml:trace contextRef="#ctx0" brushRef="#br0" timeOffset="40574.14">14520 12496 102 0,'-3'-3'51'0,"31"3"-120"0,-14-3 61 0,4-4 8 15,3-2 0-15</inkml:trace>
  <inkml:trace contextRef="#ctx0" brushRef="#br0" timeOffset="40974.72">13018 14007 108 0,'10'-12'54'0,"71"-67"-72"0,-42 45 89 16,28-13-71-16,35-19 0 15,18-12 0-15,14-7 0 16,15-6-1-16,-1 6 1 16,-4-3-2-16,-13 10 0 0,-8 6-4 15,-20 19 1-15,-22 6-11 16,-28 31 0-16,-22 16 0 16,-34 16 1-16</inkml:trace>
  <inkml:trace contextRef="#ctx0" brushRef="#br0" timeOffset="41148.47">12947 14515 112 0,'46'10'56'0,"46"-82"-81"16,-47 43 97-16,37-18-82 15,30-19 1-15,26-25-21 16,28-12 0-16,10-7 34 15,11-9 1-15</inkml:trace>
  <inkml:trace contextRef="#ctx0" brushRef="#br0" timeOffset="41531.83">18284 11245 104 0,'8'-41'52'0,"-19"22"-64"16,11 19 84-16,3 0-72 15,5 3 1-15,2 10 0 16,4 12 0-16,4 22-2 16,0 19 1-16,-4 18 0 15,-4 32 1-15,-10 13-4 16,-3 3 0-16,-4-1-5 16,-4-15 0-16,-3-12-9 15,0-16 1-15,-4-26-1 16,-3-21 1-16</inkml:trace>
  <inkml:trace contextRef="#ctx0" brushRef="#br0" timeOffset="41994.56">18154 11336 108 0,'-42'-16'54'0,"-36"60"-75"0,53-29 95 16,-10 11-76-16,7-8 1 15,-25 20-3-15,0 6 0 16,7 0 5-16,0-3 0 0,7 6-2 16,4-7 0-1,14-11 2-15,14-1 0 0,10-3 1 16,15-3 1-16,10-7-1 16,15-2 0-16,10-7-1 15,10-6 1-15,1-6-2 16,3-7 0-16,0-8 0 15,0-5 0-15,-7-2 0 16,-4-3 0-16,4 0 0 16,-7-1 1-16,-7 4 0 15,-4 6 1-15,-10 9 0 16,-4 4 0-16,-3 0 0 16,3 9 0-16,-7 3-1 15,0 12 1-15,4 4-1 16,0 6 0-16,3 13-1 15,0 6 1-15,7 12-1 16,1-2 1-16,-4-1-1 16,-4-3 1-16,-7-3-2 15,-3-3 0-15,-15-3-1 16,-6-7 0-16,-12-2-4 0,-6-14 1 16,-3-8-16-16,-1-7 0 15,-7-25 0-15,-3-12 1 16</inkml:trace>
  <inkml:trace contextRef="#ctx0" brushRef="#br0" timeOffset="42199.23">18665 11408 119 0,'4'-7'59'0,"31"-15"-88"16,-17 16 107-16,14-3-81 15,14-4 0-15,10-2-12 16,7-14 1-16,4-2 15 16,-7-10 0-16</inkml:trace>
  <inkml:trace contextRef="#ctx0" brushRef="#br0" timeOffset="42410.16">19629 11022 113 0,'28'22'56'0,"-32"-32"-61"16,8 14 72-16,-4-1-68 0,0 12 0 15,0 11-2 1,-4 5 1-16,1 19 2 0,-1 13 0 16,1 3-2-16,-8 12 1 15,-3-3 0-15,3 7 0 16,4-1-2-16,7-2 0 15,-7-10-10-15,7-10 0 16,-7-9 0-16,0-9 0 16</inkml:trace>
  <inkml:trace contextRef="#ctx0" brushRef="#br0" timeOffset="42584.16">19445 11552 108 0,'-25'-13'54'0,"1"-12"-124"16,20 22 82-16,4-3-12 15,4-13 0-15</inkml:trace>
  <inkml:trace contextRef="#ctx0" brushRef="#br0" timeOffset="42682.75">19883 11593 120 0,'49'81'60'0,"-38"-62"-76"16,-11-10 95-16,0 7-90 16,0 3 0-16,7-3 0 15,0-4 1-15</inkml:trace>
  <inkml:trace contextRef="#ctx0" brushRef="#br0" timeOffset="42990.88">17847 12863 108 0,'-88'40'54'0,"88"1"-56"0,17-35 55 0,22-6-53 15,28-12 1-15,29-13 1 16,27-13 1-16,22-12-4 15,13-13 1-15,19-3 1 16,-4-3 0-16,0 0-3 16,-4 10 1-16,-17 12-7 15,-18 12 0-15,-22 10-12 16,-20 6 0-16,-25 10 0 16,-21 6 0-16</inkml:trace>
  <inkml:trace contextRef="#ctx0" brushRef="#br0" timeOffset="43200.31">18020 13164 115 0,'-4'31'57'0,"33"-47"-78"0,-1 4 108 15,28-16-88-15,39-19 0 16,33-16-4-16,44-12 0 15,19-7-2-15,6-6 1 16,15 4-4-16,-11-7 1 16</inkml:trace>
  <inkml:trace contextRef="#ctx0" brushRef="#br0" timeOffset="47155.94">17762 893 86 0,'53'-116'43'0,"4"-19"-43"15,-40 110 43-15,-10-12-44 16,-7-4 1-16,-10 3 0 15,-15-9 0-15,-17-6 1 16,-18 0 0-16,-21-19 1 0,-36 9 0 16,-24 13 1-16,-32 12 0 15,-28 13 0-15,-25 16 1 16,-6 24-2-16,-15 32 1 16,17 13-2-16,5 21 1 15,6 17-1-15,21 36 0 16,25 11-1-16,32 15 0 15,32 9 0-15,31-9 0 16,36 12 0-16,31 4 0 0,40-32 0 16,38-12 0-1,31-29 0-15,40-15 0 0,42-19 0 16,39-16 0-16,17-27 0 16,29-14 0-16,-4-24 0 15,3-4 1-15,-20-22-1 16,-8-6 1-16,-24-18 0 15,-15-11 0-15,-31-5 0 16,-25-3 0-16,-21-17 0 16,-28-18 1-16,-29 0-2 15,-24 0 1-15,-25-28 0 16,-21 12 0-16,-25-3-1 16,-31 10 1-16,-29 3-1 15,-28 12 1-15,-28-3-1 16,-28 32 0-16,-22 2-1 15,-10 32 0-15,-21 13-1 16,3 34 1-16,0 15-1 0,-3 14 0 16,14 24 1-1,10 10 0-15,15 15 0 0,17 38 1 16,25 9 0-16,31 10 1 16,29 25 0-16,39 10 0 15,38 18 0-15,4-60 0 16,102 57-1-16,36-25 1 15,49-25-1-15,31-19 0 16,33-28 0-16,27-16 0 16,15-47 0-16,-7-16 1 0,-11-9-1 15,-18-25 0-15,-13-9 1 16,-33-23 1-16,-27-37 0 16,-22-6 1-16,-35-19 0 15,-32-41 1-15,-39-9-2 16,-34-20 0-16,-44 11-5 15,-55 12 0-15,-61 12-2 16,-91 19 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2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84 13312,'-26'-29'4256,"-7"-10"-107,32 39-4009,1 0 0,0-1 0,0 1 0,0-1 0,0 1 0,0 0 1,0-1-1,0 1 0,0-1 0,0 1 0,0-1 0,0 1 0,0 0 1,0-1-1,1 1 0,-1-1 0,0 1 0,0 0 0,0-1 0,1 1 0,-1 0 1,0-1-1,0 1 0,1 0 0,-1-1 0,0 1 0,1 0 0,-1-1 1,0 1-1,1 0 0,-1 0 0,0 0 0,1-1 0,-1 1 0,1 0 1,-1 0-1,0 0 0,1 0 0,-1 0 0,1 0 0,-1-1 0,1 1 0,20-3 405,-19 4-522,0-1 0,0 1 0,1-1 0,-1 1-1,0 0 1,0 0 0,0 0 0,0 0 0,0 0 0,0 1 0,0-1-1,0 0 1,-1 1 0,1 0 0,-1-1 0,1 1 0,-1 0 0,1 0-1,0 2 1,3 5-4,0 0 0,-1 0 0,5 15 0,4 18 84,-2 0 0,6 53 0,3 92 299,-19-179-387,14 643 800,-67-2-350,37-498-337,16-129-90,-1-22-37,0 0 0,0 0 0,0 0 0,0 1 0,0-1 0,0 0 1,1 0-1,-1 0 0,0 0 0,0 0 0,0 1 0,0-1 0,0 0 1,1 0-1,-1 0 0,0 0 0,0 0 0,0 0 0,0 0 0,0 0 1,1 0-1,-1 0 0,0 0 0,0 0 0,0 0 0,0 0 0,1 0 1,-1 0-1,0 0 0,0 0 0,0 0 0,0 0 0,1 0 0,-1 0 1,0 0-1,0 0 0,0 0 0,0 0 0,1 0 0,-1 0 0,0 0 0,0 0 1,0-1-1,0 1 0,0 0 0,0 0 0,1 0 0,-1 0 0,0 0 1,22-32 78,-16 23-85,109-210 117,-13 23-96,171-191 91,-155 231 21,-104 137-97,8-12 71,44-47 0,-61 73-94,0 1 1,0-1-1,1 1 1,-1 1-1,1-1 1,0 1-1,0 0 1,8-3-1,-12 5-3,1 0-1,0 0 1,0 1-1,0-1 1,0 1-1,0 0 1,0-1-1,0 1 1,0 1-1,0-1 1,0 0-1,0 1 1,0 0-1,0-1 0,0 1 1,-1 0-1,1 0 1,0 1-1,-1-1 1,4 2-1,-1 2 3,1 1 0,-1-1 0,0 1 0,-1-1 0,1 1 0,-1 1 0,0-1 0,-1 1 0,6 12 0,2 8 11,9 38 1,0 14-339,-4 1 0,-4 0 0,-2 0 0,-5 1 0,-6 125 0,-2-163-947,-4 86-5658,7-124 4109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2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32 230 15744,'-6'9'7807,"-19"-38"-10751,35 26 13952,11 3-11136,3 0 0,22-14-256,10 5 128,11-5 128,7-3 128,12 0-384,10-16 0,-5-3-128,1 5 128,-6 8-768,-11 10 0,-8 26 128,-21 5 128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2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86 716 13952,'-55'57'6911,"24"-61"-7167,41-5 8832,11 1-8576,29-5 0,15-14-128,21-9 128,15-14-128,15-13 128,22-4-384,-2-10 0,-1 1-768,-6 7 128,-9-2-2048,-9 4 128,-14 4 0,-22-9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3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15104,'27'-9'7551,"-27"-14"-11263,16 36 15232,3 10-11520,11 14 0,1 26-128,3 17 128,3 42 0,-3 12 0,-7 19-256,-8 0 128,2 9-384,-6-9 128,4-23-768,-3-13 0,-5-23-128,-7-25 128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3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76 14336,'-6'-23'3207,"-1"-6"-276,5 6 3624,1 25-6440,1 0 1,-1 0 0,0 1-1,0-1 1,0 0 0,0 0-1,0 0 1,-2 4 0,-4 4-134,-3 12 34,0 1-1,1 0 0,1 0 0,1 1 1,2 0-1,-5 36 0,8-38 35,0-1 0,2 1-1,1 0 1,0-1 0,2 1 0,0-1 0,2 0-1,10 32 1,-11-43-20,0 0 1,1 0-1,0 0 0,0 0 1,1-1-1,1 0 0,-1-1 1,1 1-1,1-1 0,0 0 1,0-1-1,0 0 0,1 0 1,0-1-1,0 0 0,1-1 0,0 0 1,16 6-1,-16-7 18,0-1 0,0-1-1,1 0 1,-1 0 0,1-1 0,-1 0-1,1-1 1,0 0 0,-1-1 0,1 0-1,13-3 1,-19 2-28,1 1 0,-1-1-1,0 0 1,0 0 0,0-1-1,-1 1 1,1-1 0,0 0-1,-1 0 1,0-1 0,0 0-1,0 1 1,0-1 0,0 0-1,-1-1 1,0 1 0,0-1-1,0 1 1,0-1 0,-1 0-1,0 0 1,0 0 0,2-7-1,-2 3 10,0-1-1,-1 1 0,0 0 1,0-1-1,-1 1 0,0-1 1,-1 1-1,0 0 0,0-1 0,-1 1 1,-5-17-1,2 14-5,-1 0 0,0 0-1,0 0 1,-1 1 0,-1 0 0,0 0-1,-16-16 1,7 10-218,-1 2 0,0 0 0,-1 1 0,-1 1 0,0 1 0,-1 1-1,0 0 1,0 2 0,-31-9 0,-189-39-8637,170 46 5760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3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486 106 13568,'-2'-4'657,"1"0"0,-1 0 0,1-1 0,0 1 1,0 0-1,1 0 0,0-1 0,-1 1 0,1-1 1,1 1-1,-1 0 0,2-7 0,-1 9-451,0-1 0,0 1 1,0 0-1,0-1 0,0 1 0,1 0 0,-1 0 0,1 0 0,-1 0 0,1 0 0,0 1 0,0-1 0,0 0 0,0 1 0,0 0 1,0-1-1,0 1 0,1 0 0,-1 0 0,0 0 0,1 0 0,-1 0 0,1 1 0,2-1 0,3-1-201,0 1 0,0 1 0,0-1 0,0 1 0,0 1 0,1-1 0,-1 1 0,0 1 0,0 0 0,0 0 0,-1 0 0,1 1 0,0 0 0,-1 1 0,0-1 0,0 1 0,0 1 0,0 0 0,-1-1 0,1 2 0,-1-1 0,-1 1 0,1 0 0,-1 0 0,0 1 0,0-1 0,-1 1 0,0 0 0,5 13-1,-6-13 16,-1 1 0,0 1-1,0-1 1,-1 0 0,0 0-1,-1 0 1,0 1 0,0-1-1,0 0 1,-1 1 0,-1-1-1,1 0 1,-5 11 0,-4 7 57,-1 0 0,-24 42 0,33-65-72,-21 37 74,-2-1-1,-2-2 0,-1 0 0,-2-2 1,-52 49-1,-54 33 7,46-40 150,-84 91-1,164-158-180,1 1 0,1 0 0,0 0 0,1 1 0,-8 15 0,13-24-36,1 0 1,0 0-1,0 1 1,0-1-1,1 0 1,-1 1-1,1-1 0,-1 1 1,1-1-1,0 1 1,1 4-1,0-6 0,-1 0-1,1 0 0,0 0 1,0 1-1,0-1 0,0 0 1,0 0-1,1 0 1,-1-1-1,0 1 0,1 0 1,-1 0-1,1-1 0,0 1 1,0-1-1,0 1 0,0-1 1,2 2-1,5 1 10,-1-1 0,0 1 0,1-1-1,-1-1 1,1 1 0,0-2 0,0 1 0,0-1 0,14 0 0,11-2-68,42-7 0,-64 6 25,231-46-1322,-3-19-2196,-197 54 2731,87-29-1501,-11-6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4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13184,'13'-20'2197,"0"0"0,20-45 0,-32 63-1759,0-1-1,0 1 0,0 0 1,1 0-1,-1-1 1,0 1-1,1 0 0,0 0 1,-1 0-1,1 0 0,0 1 1,4-4-1,-4 4-343,0 0 0,0 0 0,0 0 0,1 1 0,-1-1 0,0 1 0,0-1 0,1 1 0,-1 0 0,0 0 0,1 0 0,-1 0 0,0 0 0,1 0 0,-1 1 0,0-1 0,0 1 0,4 0 0,1 3-123,1-1 0,-1 1 0,0 0 0,0 0 0,0 1 0,-1 0 0,1 0 0,6 7 0,-3 0 90,-1 1 1,0-1-1,0 1 1,-1 1-1,-1 0 1,0 0-1,-1 0 0,0 1 1,-2 0-1,7 28 1,-3 11-47,4 92 0,-11-140-38,1 67-1027,-3 1 0,-4-1 1,-2-1-1,-29 125 1,6-84-637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84 14208,'-14'-59'5525,"13"57"-5796,-6-21 3036,6 24-2488,0-1 1,0 0-1,1 1 0,-1-1 0,0 0 0,0 1 1,1-1-1,-1 1 0,0-1 0,1 1 0,-1-1 1,1 1-1,-1 0 0,0-1 0,1 1 0,-1 0 1,1 0-1,0-1 0,-1 2 0,-3 3-401,-26 27-310,-2 0 0,-49 37 0,-11 10 648,59-47-266,9-12 84,2 2-1,0 0 0,1 2 1,-23 35-1,39-52 11,1 0 0,1 0 0,-1 0-1,1 1 1,0-1 0,1 1 0,0 0 0,0-1-1,1 1 1,0 0 0,0 0 0,0 0 0,1 0 0,1 0-1,-1 0 1,1 0 0,1 0 0,0 0 0,0 0-1,0-1 1,1 1 0,4 8 0,-1-4 7,1-1 0,0 0 1,1 0-1,0-1 0,1 0 0,0-1 1,1 1-1,0-2 0,0 1 0,1-2 1,0 1-1,0-1 0,1-1 1,-1 0-1,20 6 0,-3-2-6,2-2 0,-1-1 0,1-1-1,0-1 1,53 0 0,-37-5-190,-1-3 0,1-1 0,85-20 0,128-53-1909,-63 16-2084,-56 21-2238,-113 30 3285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5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1048 4609 13568,'-60'9'3824,"-27"0"-2812,60-6-1070,18-1 4146,14 1-1891,15 2-1422,-18-5-838,75 10-645,145 0-1,-167-9 846,439-16 214,-409 9-318,685-56 401,-236 16 50,861-68 924,1416-303-406,-2062 233-847,-23-60 74,94-113 6,-725 308-202,-2-3 0,94-71 1,-131 80-3,-2-2 0,-2-3 0,-2-1 1,50-67-1,-82 94-29,-2-2 1,0 0 0,-2 0-1,-1-2 1,0 0 0,-2 0-1,-1-1 1,-2 0 0,0-1-1,-2 0 1,-1 0 0,-1 0-1,-1-1 1,-2 1 0,-2-38-1,-4 30 9,0 0 1,-3 1-1,-1 0 0,-1 0 0,-2 1 0,-2 0 0,-1 1 0,-1 0 0,-27-38 0,-7-2 37,-4 2 1,-103-105-1,44 66 84,-5 6-1,-4 5 0,-4 5 0,-265-148 0,129 109 149,-477-169 0,418 197-315,-4 14-1,-496-73 1,-2 86-21,550 73-76,-279 30 0,-314 100 324,-363 166-299,999-221 107,-251 112 0,-116 104 128,483-225-171,2 5 1,-163 128-1,-137 176-85,302-261 46,-154 197 0,202-221-32,3 2 1,4 4-1,-55 121 0,90-164 113,2 0 0,2 1 0,3 1 0,1 0 0,-4 56 0,12-62 17,1 0 0,3 0 0,2 0 1,1-1-1,3 1 0,12 52 0,-1-39 36,3 0 0,1-1 0,4-2-1,1 0 1,3-2 0,2-1 0,2-1 0,3-2-1,1-1 1,3-2 0,1-2 0,3-2 0,60 46-1,19-1-1231,4-6 0,151 71-1,-232-129 360,51 15 0,45 3-737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0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12 766 8320,'-7'14'3025,"3"-23"1003,4 6-3494,0-1 0,0 0 0,0 1 0,0-1 0,1 1 0,-1-1 0,1 1 0,0-1 0,0 1 0,3-6 0,21-45 365,-1-1-1,17-68 0,12-28-227,-40 122-243,0 0 0,2 1 0,19-28 0,-18 33-147,1 1 0,0 1 0,2 0 0,0 1 0,31-23 0,-42 36-220,0 2-1,0-1 1,0 1-1,1 1 1,0-1 0,0 2-1,0-1 1,1 1-1,-1 0 1,1 1-1,-1 0 1,1 1-1,0 0 1,0 0 0,0 1-1,-1 1 1,1-1-1,12 4 1,-15-2-24,0 0 1,0 0 0,-1 1 0,1 0-1,-1 0 1,0 1 0,0 0 0,0 0-1,-1 0 1,1 1 0,-1 0-1,0 0 1,0 0 0,-1 0 0,0 1-1,0 0 1,0 0 0,0 0 0,-1 0-1,5 14 1,1 6 60,-2 0-1,0 0 1,-2 1-1,2 32 1,5 311 376,-13-275-543,1 0-12,-2-14-752,3 0-1,18 118 1,-15-180 523,0 0 1,2-1 0,11 28 0,-9-31-83,0 0 1,19 25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1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1228 11520,'-2'-6'744,"1"2"-229,-1 1 1,1-1-1,0 0 1,1 0-1,-1 0 1,0-4-1,1 7-421,0 0-1,0 0 1,1 0-1,-1 0 1,0 0 0,0 1-1,1-1 1,-1 0-1,0 0 1,1 0-1,-1 0 1,1 1-1,-1-1 1,1 0 0,0 0-1,-1 1 1,1-1-1,0 1 1,-1-1-1,1 0 1,0 1 0,0-1-1,-1 1 1,1-1-1,0 1 1,0 0-1,0-1 1,0 1 0,-1 0-1,3-1 1,47-12 4733,109-23-4982,1190-166 1179,64-36 582,-1038 171-1314,-156 29-144,1672-269 877,363 85-1025,-2084 211-339,267-20-4463,-378 26 3138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05:12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1197 13056,'-20'6'5067,"10"-4"-4300,9-2-671,1 0 0,0 0 0,0 1 0,0-1 0,0 0 0,0 0 0,0 0 0,0 0 0,0 0 0,0 0 0,0 0 0,0 1 0,0-1 0,-1 0 0,1 0 0,0 0 0,0 0 0,0 0 0,0 0 0,0 1 0,0-1 0,0 0 0,0 0 0,0 0 0,0 0 0,0 0 0,0 1 0,1-1 0,-1 0 0,0 0 0,0 0 0,0 0 0,0 0 0,0 0 0,0 0 0,0 1 0,0-1 0,0 0 0,0 0 0,0 0 0,1 0 0,-1 0 0,0 0 0,0 0 0,0 0 0,0 0 0,0 0 0,0 1 0,0-1 0,1 0 0,2 2-41,-1 0 0,1-1 1,0 1-1,0-1 0,1 1 0,-1-1 0,0 0 0,0 0 1,1 0-1,-1-1 0,0 1 0,1-1 0,-1 0 1,5 0-1,2 1 13,63-1-53,0-2-1,126-21 1,-126 13 69,468-88 488,-369 63-333,172-36 251,45-11 22,660-102 643,-685 125-817,777-120 257,70-11-251,-843 129-429,-46 15-342,342-75-5738,-540 88 3264,-103 25 1482,34-16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06:20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2801 2678 78 0,'28'-22'39'0,"75"-19"-28"16,-54 19 39-16,18 0-47 16,4-13 1-16,20 10 0 15,19 13 0-15,10-7-6 16,0 19 0-16,17 3 4 15,11 16 0-15,11 6-2 16,21 3 0-16,0 4 0 16,17-4 0-16,26-9 0 15,34-10 0-15,15-18 1 0,38-10 1 16,-3-12 0-16,14-7 0 16,4-15 0-16,-18-1 0 15,14 7-1-15,-21 3 1 16,-11-3-2-16,-14 3 1 15,-17-9-1-15,-8-10 1 16,-10-24-1-16,-7-11 0 0,-11-8 1 16,-10-13 0-16,-29-13-1 15,-10 6 0-15,-14 4 0 16,-36 12 1-16,-24-12-1 16,-28 12 0-16,-26 4 0 15,-23-4 1-15,-37 13-1 16,-41-26 0-16,-29 4 0 15,-35 6 0-15,-28 4 0 16,-28 11 0-16,-25 1 0 16,-25 16 0-16,-25 18 0 15,-24 25 0-15,-14 13-1 16,-28 16 1-16,-1 9 0 16,-17 19 0-16,-18 6 0 15,-7 6 0-15,-3 10 0 16,-18-3 0-16,11 15 0 15,3 6 0-15,17-2 0 16,15 2 0-16,14-2 0 16,25 6 0-16,-4-4 0 0,28 16 0 15,-3 7 0-15,32 12 0 16,28-9 0-16,14 9 1 16,14-10-1-16,35 11 0 15,25-5 0-15,35 11 0 16,15-4-1-16,17 6 1 15,28 14 0-15,21 8 0 16,22 0 0-16,38 1 0 16,22 2-1-16,24-12 1 0,25-9 0 15,25-10 0-15,20-9-1 16,33-19 1-16,3-3 0 16,28-13 0-16,1-6 0 15,27 7 0-15,-13-4 0 16,20 12 0-16,-13-8 0 15,17-1 0-15,-7-6-1 16,18-3 1-16,-11-16-1 16,10-9 1-16,-3-13 0 15,1-3 0-15,-8-25 0 16,-81 7 0-16,102-32 0 16,-14-3 0-16,-7-1 0 15,-14 1 0-15,-14 3-1 16,-14-16 0-16,-4-12 0 15,-3-16 0-15,-7 0 0 16,6-6 0-16,-17-3 0 16,-3-23 0-16,-15-2 0 15,-17 15 1-15,-21 4 0 16,-32 8 0-16,-29 1 0 0,-20 6 1 16,-18-6-1-16,-22 9 1 15,-17 1 0-15,-17 2 1 16,-25-22-1-16,6 29 0 15,-45-38 0-15,-14 9 0 16,-25 1-1-16,-24 5 1 16,-8 10-1-16,-21-6 0 15,-21 9 0-15,-21 10 1 0,-14 3-1 16,-29 21 0-16,-10 1-1 16,-17 0 1-16,-15 15 0 15,-21 4 0-15,-28 15-1 16,-1 3 1-16,-30 16-1 15,-12 16 0-15,-10 12-2 16,17 10 1-16,-3 34-1 16,-7 22 0-16</inkml:trace>
  <inkml:trace contextRef="#ctx0" brushRef="#br0" timeOffset="1696.22">8417 2160 59 0,'-10'-41'29'0,"20"29"-29"0,-10 12 29 16</inkml:trace>
  <inkml:trace contextRef="#ctx0" brushRef="#br0" timeOffset="3783.09">4544 6720 67 0,'-92'-60'33'0,"-63"38"-27"16,91 16 33-16,-24 3-39 16,-28 9 0-16,-32 10-3 15,3 9 1-15,-35 19 1 16,-7 15 0-16,7 16-2 16,-25 13 0-16,11 41 0 15,4 43 1-15,-8 67 4 16,18 74 0-16,32 85 3 15,50 67 0-15,66 30 1 16,85 7 0-16,56-57-10 0,67-56 0 16,15-104-4-16,21-100 1 15,6-88 3-15,8-81 0 16,-4-75 3-16,18-64 1 16,-25-52 12-16,-13-42 0 15,-26-40 2-15,-21-19 0 16,-21-41-5-16,-42-12 1 0,-32-3-5 15,-32-10 1-15,-38 16-4 16,-40 31 0-16,-20 54-1 16,-40 43 0-16,-34 51-12 15,-36 53 0-15,-32 59 0 16,-38 57 0-16</inkml:trace>
  <inkml:trace contextRef="#ctx0" brushRef="#br0" timeOffset="6087.27">10982 6415 65 0,'-78'-69'32'0,"-112"-3"-29"16,137 72 33-16,-25 10-36 15,-27 18 1-15,-19 22-1 16,-10 22 1-16,-25 35-1 16,-3 40 1-16,10 54 1 15,8 37 0-15,24 51-1 0,35 37 1 16,50-9-1 0,45-13 1-16,36-60-1 0,46-59 0 15,24-65 1-15,32-55 0 16,22-61 2-16,3-51 1 15,10-38 1-15,-6-44 0 16,-22-28 0-16,-18-28 1 16,-24-18-1-16,-21-29 0 15,-39 0-4-15,-39-1 1 16,-35 17-2-16,-36 34 0 0,-56 47-13 16,-49 51 1-16,-53 77-1 15,-78 48 0-15</inkml:trace>
  <inkml:trace contextRef="#ctx0" brushRef="#br0" timeOffset="8442.18">3986 16732 82 0,'-60'0'41'0,"15"-19"-39"0,41 13 41 15,15-6-42-15,6-10 1 0,15-7 1 16,35 1 1-16,18-3-4 15,13-7 0-15,40-9 3 16,10-6 0-16,22-7-1 16,20-6 1-16,18-6-2 15,11-9 1-15,-7-10-1 16,-4-9 0-16,-11 2 0 16,-17 1 0-16,-35 19-1 15,-29 15 1-15,-24 16-1 16,-36 12 1-16,-27 14-1 15,-29 14 0-15,-57 17 0 16,-35 18 1-16,-38 19-1 16,-36 22 1-16,-24 6 0 15,-22 10 0-15,4 3-1 16,-7 3 1-16,24-1 0 16,29-11 0-16,24-10-1 15,29-19 1-15,28-6-1 0,21-6 0 16,21-16-1-16,21-7 1 15,25-12-1-15,22-15 1 32,140-67-1-32,21-5 1 15,-6-1 0-15,-11-9 0 16,0-3 1-16,-11-10 0 16,-28 26 0-16,-25 9 0 15,-28 6 0-15,-13 15 1 16,-26 8-1-16,-32 8 1 0,-27 7-2 15,-47 9 1-15,-31 25-1 16,-39 29 1-16,-32 24-1 16,-28 23 0-16,-3 12-1 15,-1 13 1-15,-3-4-1 16,17-3 1-16,40-5-1 16,27-23 1-16,36-16-1 15,21-12 1-15,29-13-1 16,24-15 1-16,45-10-1 15,29-21 1-15,25-26-1 16,49-16 1-16,11-8 0 16,31-11 0-16,11-15 0 15,4 0 1-15,14 0 0 16,-18 4 0-16,-14 8 0 16,7 1 0-16,-36 15 0 15,-24 4 0-15,-25 5-1 16,-31 17 1-16,-18 8-1 0,-25 11 1 15,-31 18-1-15,-47 12 1 16,-34 20-2-16,-40 21 1 16,-28 25-1-16,-20 13 1 15,-22 3-1-15,3 10 1 16,-7-7-1-16,19-3 1 16,30-9 0-16,19-23 1 15,31-11-2-15,29-14 1 16,20-9-1-16,22-15 0 15,21-19-1-15,32-13 1 0,35-16-1 16,24-9 1-16,33-12 0 16,31-10 0-16,11-6 0 15,35-3 1-15,0 3-7 16,24 3 0-16,1 6 0 16,3 0 1-16</inkml:trace>
  <inkml:trace contextRef="#ctx0" brushRef="#br0" timeOffset="20492.64">22236 758 103 0,'-39'-87'51'0,"25"77"-75"0,14 13 106 15,0 19-82-15,3 22 0 16,-3 22 1-16,0 16 1 0,-3 40-2 15,-1 13 0-15,-3-10 1 16,0 1 0-16,4-10-1 16,-1-13 1-16,0-18 0 15,1-22 0-15,-1-10-1 16,1-19 1-16,-1-15-1 16,4-19 1-16,7-28 0 15,8-10 0-15,2-24-1 16,15-7 1-16,14-19-1 15,7-3 0 1,38-31 0 0,-2 31 1-16,-15 18-1 15,-4 17 1-15,-3 15-1 16,-10 22 1-16,-8 19-1 16,-10 16 1-16,-4 28-1 15,-10 22 1-15,-4 3-2 0,0 6 1 16,-3 10-3-16,-1 6 0 15,-2-16-7-15,-5 0 0 16,1-21 0-16,-1-26 0 16</inkml:trace>
  <inkml:trace contextRef="#ctx0" brushRef="#br0" timeOffset="20728.09">23671 1097 103 0,'15'-34'51'0,"48"5"-57"0,-35 20 66 0,25-7-61 16,11 10 1-16,13-6-11 16,4 2 1-16,4-6-6 15,7 1 0-15,-8-4-5 16,-20-9 0-16</inkml:trace>
  <inkml:trace contextRef="#ctx0" brushRef="#br0" timeOffset="20881.96">23654 1539 90 0,'-64'54'45'0,"40"-14"-55"15,31-30 84-15,10-10-73 16,22-7 1-16,21-5-1 15,32-7 0-15,17-12-8 0,15-13 1 16,10-13-15-16,7-5 1 16,-11-10-3-16,-6-1 1 15</inkml:trace>
  <inkml:trace contextRef="#ctx0" brushRef="#br0" timeOffset="21097.16">25044 715 94 0,'-4'-19'47'0,"-10"-6"-64"0,14 34 90 0,0 7-72 16,0 18 0-16,0 4 0 15,7 18 0-15,0 13-2 16,7 19 0-16,4 9-2 16,3 13 0-16,0-3-11 15,4-10 0-15,0 3-1 16,6-21 1-16</inkml:trace>
  <inkml:trace contextRef="#ctx0" brushRef="#br0" timeOffset="21425.8">26053 730 104 0,'-25'-69'52'0,"-56"22"-68"16,67 47 87-16,-4 10-71 0,-7 12 0 16,-6 28-1-16,-1 12 1 15,4 14-1-15,3 21 0 16,11 6-1-16,7-9 0 16,17-9 0-16,15-22 0 15,10-19 1-15,11-16 0 16,7-15 2-16,14-17 0 15,0-24 1-15,0-16 0 16,0-9 1-16,-10-10 0 16,-8 1-2-16,-14-1 1 0,-10-9-7 15,-14 12 1-15,-15 4-18 16,-14 12 0-16,-17 0 0 16,-11 19 1-16</inkml:trace>
  <inkml:trace contextRef="#ctx0" brushRef="#br0" timeOffset="21724.04">26896 686 88 0,'81'-59'44'0,"-39"31"-53"16,-31 21 79-16,-4 4-68 16,-7 3 1-16,-4 10-1 15,-3 18 1-15,-7 22-4 16,-7 6 0-16,3 4 2 0,8 3 0 15,10-7-1-15,17-3 0 16,19-9 0-16,20-9 0 16,22-13 1-16,10-16 0 15,11-22 1-15,-4-6 0 16,0-12 0-16,-28-10 0 16,-21-19-1-16,-21-9 1 15,-25 3-5-15,-25 13 1 16,-31 2-12-16,-36 14 0 15,-24 11-1-15,-18 20 1 16</inkml:trace>
  <inkml:trace contextRef="#ctx0" brushRef="#br0" timeOffset="22098.22">22119 2420 102 0,'-88'38'51'0,"84"-60"-63"15,33 22 78-15,41-9-66 16,54-16 1-16,73-19-1 0,78-3 1 16,71-13-1-16,49-12 0 15,43-35 0-15,41-9 1 16,12 0-1-16,-11 0 0 16,-46 19 0-16,-57 6 0 15,-70 22-1-15,-71 28 1 16,-56 26-6-16,-49 8 1 15,-54 17 0-15,-59 6 0 16</inkml:trace>
  <inkml:trace contextRef="#ctx0" brushRef="#br0" timeOffset="22401.01">22052 2656 102 0,'-102'-29'51'0,"67"26"-56"16,42-3 61-16,17-7-56 15,29-12 0-15,50-9 0 16,48-13 1-16,71-22 0 16,71-3 0-16,67-7 1 15,63-5 0-15,36-14 0 16,14-8 0-16,-11 9 1 15,-14 15 0 1,215-25-2 0,-176 35 0-16,-106 28-8 0,-71 7 0 15,-59 15 0-15,-68 3 0 16</inkml:trace>
  <inkml:trace contextRef="#ctx0" brushRef="#br0" timeOffset="24050.72">21639 4832 86 0,'-7'-25'43'0,"39"40"-42"15,-18-5 43-15,18 9-44 16,3 9 0-16,4 10 0 0,3 21 0 16,1 10 1-1,-1 10 0-15,0-17 2 0,-13 1 1 16,-12-7 1-16,-6-2 0 15,-15-7 0-15,-17-3 1 16,-18-4-3-16,-17-2 1 16,-11-7-10-16,-4-2 1 15,1-20-2-15,6-9 0 16</inkml:trace>
  <inkml:trace contextRef="#ctx0" brushRef="#br0" timeOffset="24450.19">21643 4797 102 0,'-11'-22'51'0,"15"16"-55"0,10 12 61 0,21-2-58 16,22-8 1-16,13-5-1 15,26-10 0-15,20-3 0 16,0-9 1-16,-6-13-1 15,-12 3 0-15,-13 4 0 16,-7 8 1-16,-22 1 0 16,-13 9 1-16,-12 7 1 15,-10-1 0-15,-6 4-1 16,-5-1 1-16,-3 7-1 16,0 0 1-16,-3 3-2 15,-1 0 1-15,1 3-1 0,-4-3 0 16,0 0 1-16,0 0 0 15,0 0 0-15,0 0 0 16,0 7 1-16,-4 18 0 16,-3 19 0-16,-3 31 0 15,-8 16-1-15,0 37 1 16,11 13-3-16,11-3 0 16,14-6-11-16,13 3 1 15,15-25-1-15,-4-22 0 16</inkml:trace>
  <inkml:trace contextRef="#ctx0" brushRef="#br0" timeOffset="26144.76">14242 6745 79 0,'-25'3'39'0,"-42"-3"-31"15,49 3 39-15,-6 0-42 16,-1 3 0-16,0 4 1 16,4 12 0-16,3 3-9 15,8 16 1-15,6-7 5 16,11-3 0-16,15 1-3 16,9-10 1-16,1-7-1 15,0-5 0-15,-4-13 0 16,-7 3 0-16,-3-7 1 15,-8 1 0-15,-13-3 1 0,-8-1 0 16,-6 1-1-16,-15 6 1 16,-3 9-1-16,-1 7 1 15,1 2-2-15,3 4 1 16,8 0-1-16,9-7 0 16,8 1 0-16,14-7 0 15,11-12-1-15,14-13 1 16,0-9 0-16,-1-7 1 15,-2 1 0-15,-12 6 0 0,-6 12 0 16,-15 22 1-16,-20 23-1 16,-19 18 1-16,-10 9-1 15,0 10 0-15,4 3 0 16,14-19 0-16,7-12-1 16,13-23 1-16,26-24-1 15,24-22 1-15,36-29-1 16,6-31 0-16,1 0 0 15,-4 19 0-15,-7 9 0 16,-10 13 0-16,-15 19-6 16,-14 15 1-16,-14 22-1 15,-17 26 1-15</inkml:trace>
  <inkml:trace contextRef="#ctx0" brushRef="#br0" timeOffset="28046.57">18161 6318 89 0,'-35'-19'44'0,"-22"29"-35"15,47-7 38-15,-8 3-46 16,-3 7 0-16,-11 6 0 0,-3 6 1 15,-4 6-3-15,7 10 1 16,4-4 1-16,10-2 0 16,15-4 0-16,10-9 0 15,18-12 0-15,10-10 0 16,4-13 0-16,-4-6 0 16,0-6 0-16,-10 6 1 15,-7-6-1-15,-4-6 1 16,-14 6-1-16,-11 0 0 15,-6 9 0-15,-15 0 0 16,0 10-1-16,-3 9 1 0,-1 7-1 16,12 2 0-16,6 7 0 15,11-3 0-15,7-1-1 16,18 1 1-16,6 0 0 16,1-4 0-16,7-2 0 15,-7-4 0-15,-1-3 0 16,1-6 0-16,-7-3 0 15,-4-10 1-15,-4-12-1 16,-3-19 0-16,-7-7 0 16,-3 1 1-16,-4-3 0 15,0 9 0-15,-7 12-1 16,-4 23 1-16,-14 9-1 16,0 24 0-16,-6 26 0 15,2 22 1-15,5 4-1 16,2-1 0-16,12-3 0 15,10 0 0-15,10-19 0 0,11-19 0 16,11-15 0-16,7-13 1 16,3-15-1-16,0-10 1 15,-6-10-1-15,-5-12 1 16,-10-9-1-16,-7-10 1 16,-7 4-1-16,-10 5 1 15,-11 14-1-15,-8 15 1 16,-9 12-1-16,-5 32 0 15,1 22 0-15,3 9 0 16,7 9 0-16,8-5 0 0,10-4 0 16,10-3 0-16,11-16 0 15,11-12 0-15,6-10 0 16,15-15 0-16,0-13 0 16,0-12 1-16,-7-16-1 15,-1-10 1-15,-6-8-1 16,-11-4 1-16,-3 6-1 15,-11 13 1-15,-4 12-1 16,-10 13 0-16,-11 16 0 16,-3 18 0-16,-4 29 0 15,1 15 0-15,6 10-1 16,7-7 1-16,8-6-1 16,6-3 1-16,8-12 0 15,6-13 0-15,8-13 0 16,3-9 1-16,0-15-1 15,-3-7 0-15,0-13 0 0,-8-15 1 16,-6-3-1-16,-4 6 1 16,-4 9-1-16,-10 7 0 15,-4 18 0-15,-3 22 0 16,-3 26 0-16,-5 12 0 16,5 9 0-16,3 4 0 15,10-7-1-15,7-9 1 16,8-6 0-16,7-13 0 15,6-13 0-15,11-15 1 16,4-9-1-16,0-10 0 16,-4-16 0-16,0-12 1 0,-10-10-1 15,-7 4 1-15,-8 9-1 16,-10 9 1-16,-11 10-1 16,-3 22 0-16,-14 28 0 15,0 22 0-15,3 9-1 16,0 7 1-16,11-4-1 15,10-6 1-15,11-6 0 16,11-9 0-16,7-13 0 16,6-13 1-16,8-12-1 15,0-16 1-15,-4-9-1 16,-3-16 1-16,-15-16 0 16,-6-6 0-16,-4 4-1 15,-14 5 1-15,-4 20-1 16,-3 8 0-16,-7 23 0 15,-4 25 0-15,4 28-1 16,3 9 1-16,11 4 0 16,7 0 0-16,14-4-1 0,14-9 0 15,14-16 0-15,4-15 1 16,7-16 0-16,3-12 0 16,-6-17 0-16,-8-11 0 15,-7-11 1-15,-10-5 0 16,-11 0-1-16,-7 12 1 15,-7 9-1-15,-7 13 1 16,-11 22-2-16,-7 22 0 16,-3 22 1-16,3 9 0 0,1 7-1 15,13-10 1-15,11 0 0 16,10-9 0-16,15-13 0 16,14-9 0-16,0-13 0 15,-1-9 0-15,1-6 0 16,-4-4 1-16,-3-2-1 15,-11-1 0-15,-3 10 0 16,-11-1 1-16,-4-2-2 16,-3 3 1-16,0-1-2 15,-4 7 1-15,4-9-10 16,7 0 1-16,4-7 0 16,14-9 0-16</inkml:trace>
  <inkml:trace contextRef="#ctx0" brushRef="#br0" timeOffset="29444.88">28293 570 89 0,'10'-15'44'0,"-59"-64"-36"16,31 76 44-16,-6-6-52 16,-12 9 0-16,-6 9 0 15,-7 10 0-15,-1 15 0 16,1 29 0-16,3 3 0 16,28 9 0-16,18-9 0 0,22-3 0 15,23-4 1-15,26-12 0 16,17-9 0-16,11-16 1 15,3-13 0-15,1-18 1 16,-5-22-1-16,-13-13 1 16,-18-19-1-16,-21-3 1 15,-21 3-2-15,-25 4 1 16,-22 6-4-16,-27 21 0 0,-36 7-23 16,-28 16 1-16,-24 18-2 15,-22-28 1-15</inkml:trace>
  <inkml:trace contextRef="#ctx0" brushRef="#br0" timeOffset="32220.77">23230 4547 75 0,'-45'-48'37'0,"-44"42"-16"0,75 6 37 16,-3 0-55-16,6 0 0 16,11 3 4-16,14-3 0 15,18 3-8-15,17 7 0 16,11 18 5-16,7 10 0 15,0 9-2-15,-7 3 0 16,-10 3-2-16,-12 7 1 0,-13-4-1 16,-14 10 0-16,-15-3 0 15,-6-13 1-15,-19 0-2 16,-2-12 1-16,-15-4-4 16,-4 1 0-16,5-7-9 15,-8-3 1-15,7 0-1 16,7-15 0-16</inkml:trace>
  <inkml:trace contextRef="#ctx0" brushRef="#br0" timeOffset="32382.08">23241 4512 103 0,'-21'-75'51'0,"88"12"-59"15,-21 38 74-15,21-13-67 16,35-12 1-16,25-3-19 0,21-13 1 16,15 6 18-16,9 4 1 15</inkml:trace>
  <inkml:trace contextRef="#ctx0" brushRef="#br0" timeOffset="32864.83">21537 6375 104 0,'-60'-29'52'0,"57"-30"-63"16,20 40 70-16,29-12-59 0,32-4 1 16,31-9 0-16,43-9 0 15,17-10-1-15,4-3 0 16,3 1 1-16,1-4 0 16,-11 3 0-16,-15 9 0 15,-6 4-1-15,-25 9 1 16,-25 10-1-16,-21 5 0 15,-14 7-15-15,-18 10 0 16,-17 6 0-16,-21 6 0 16</inkml:trace>
  <inkml:trace contextRef="#ctx0" brushRef="#br0" timeOffset="35025.76">27929 3926 43 0,'4'-10'21'0,"-4"16"-22"0,7-6 22 0,0 4-21 15,7-1 0-15,-3 0 7 16,-1-3 1-16,1-3-4 16,3-4 1-16,4 1 7 15,-1 0 0-15,1 6 2 16,0 12 0-16,-4 23-2 16,-4 25 0-16,-13 27-4 15,-11 29 0-15,-11 16-4 16,-3 15 0-16,10-5-3 15,8-8 0-15,2-27-7 16,12-19 1-16,7-19-13 16,-1-19 1-16,-3-15-1 15,0-23 1-15</inkml:trace>
  <inkml:trace contextRef="#ctx0" brushRef="#br0" timeOffset="35504.12">27891 4117 99 0,'-18'-38'49'0,"11"29"-67"0,7 9 86 0,0 0-69 16,0 9 1-16,-11 4-1 15,-6 9 0-15,-12 12 1 16,-13 16 1-16,-7 10-1 15,-8 12 0-15,4 3 0 16,8 1 1-16,13-14 0 16,11 1 0-16,14-19 0 15,17-16 1-15,22-12-1 16,14-7 0-16,21-9 0 16,0-9 0-16,3-4-1 0,-6-9 1 15,-11-3-1-15,-4 3 0 16,-10 7-3-16,-4-4 1 15,-7 3-16-15,-6-3 0 16,2-3-1-16,-2-9 1 16</inkml:trace>
  <inkml:trace contextRef="#ctx0" brushRef="#br0" timeOffset="36106.49">28681 4026 102 0,'-21'-91'51'0,"7"75"-74"0,10 16 89 0,-3 0-70 16,-7 3 1-16,-4 4 0 16,-3 5 0-16,0 1 5 15,-4-1 1-15,4 4-3 16,7 9 1-16,3 0 1 15,8 13 1-15,6 6-1 16,11 12 0-16,8 4-1 16,2 6 0-16,1 12-2 15,-4-3 1-15,-3 1-1 16,-8-14 1-16,-3-15 0 16,-7-6 0-16,-7-10 0 15,-3-9 1-15,-1-9 0 16,1-10 0-16,6-12 0 0,8-13 0 15,6-28 0-15,8-4 0 16,10-12-1-16,4-6 0 16,3-3-1-16,-3 0 1 15,-4-7 0-15,-7 10 0 16,-7 6 0-16,-7 19 1 16,-7 3 0-16,-3 7 0 0,-4 5 0 15,0 10 0 1,3 7-1-16,4 12 1 0,11-4-1 15,14 17 0-15,17 18-1 16,-10-6 1-16,38 34 0 16,1 13 0-16,-1-3 0 15,-17-6 0-15,4 15 0 16,-11 13 0-16,-15-13 0 16,-13-6 0-16,-11-13 0 15,-14-5 1-15,-7-11-4 16,-7-5 1-16,-1-13-14 15,1-6 1-15,0-16-1 16,11-26 0-16</inkml:trace>
  <inkml:trace contextRef="#ctx0" brushRef="#br0" timeOffset="36273.55">29182 3725 103 0,'42'-82'51'0,"173"17"-82"0,-130 39 85 16,42 1-79-16,25 0 1 15,6 3-1-15,5-3 1 16</inkml:trace>
  <inkml:trace contextRef="#ctx0" brushRef="#br0" timeOffset="36571.98">27252 5425 109 0,'-60'-16'54'0,"166"6"-78"15,-88 7 94-15,102-28-73 16,42-22 1-16,39-19-1 16,21-1 0-16,11-5 4 15,-11 9 1-15,-21 9-4 16,-21 10 1-16,-17 10-2 16,-33 14 0-16,-28 4-17 15,-28 13 1-15,-24 3-1 16,-36 3 0-16</inkml:trace>
  <inkml:trace contextRef="#ctx0" brushRef="#br0" timeOffset="36837.43">27009 5820 95 0,'-18'-38'47'0,"149"-59"-77"0,-64 62 87 16,42-15-59-16,43-9 1 0,28-10 3 16,14 0 0-16,7-7 0 15,3 7 0-15,-6 13 1 16,-15 9 0-16,-24 9 0 16,-25 13 1-16,-21 6-20 15,-32 10 1-15,-21-4-2 16,-28-2 0-16</inkml:trace>
  <inkml:trace contextRef="#ctx0" brushRef="#br0" timeOffset="38002.83">21424 7275 78 0,'-35'-29'39'0,"24"26"-38"0,8 3 39 16,-1 7-40-16,4 5 1 0,4 16 1 16,3 19 1-16,11 10-2 15,-1 18 0-15,1 3 2 16,3 13 0-16,0 0-1 16,0 0 1-16,0-12-1 15,-6-10 1-15,-8-13-2 16,-4 1 1-16,-6-10-1 15,-8-13 0-15,-7-9-7 16,-6-9 0-16,-5-10-1 16,-9-12 1-16</inkml:trace>
  <inkml:trace contextRef="#ctx0" brushRef="#br0" timeOffset="38384.51">21371 7331 101 0,'-3'-16'50'0,"52"13"-59"0,-31-3 69 16,14-3-61-16,3-4 1 15,4 1 0-15,3-7 0 16,7-3 1-16,1-3 0 15,-4-7 0-15,-1 4 0 16,1-3 1-16,-7 6 0 0,-7 6 0 16,-4 6 0-16,0 7-1 15,-7 9 1-15,-6 10-1 16,-5 12 0-16,-3 9-1 16,-3 13 1-16,-4 16-1 15,-7 6 0-15,-4-3-2 16,8 0 0-16,-4 0-12 15,-1-7 1-15,1-12-1 16,0-12 0-16</inkml:trace>
  <inkml:trace contextRef="#ctx0" brushRef="#br0" timeOffset="38523.74">22313 7513 111 0,'-53'3'55'0,"7"-22"-79"0,43 19 87 16,-1-6-100-16,1 6 0 15,3-13 0-15,-4-8 0 16</inkml:trace>
  <inkml:trace contextRef="#ctx0" brushRef="#br0" timeOffset="38821.19">22585 7112 103 0,'3'-13'51'0,"54"26"-71"0,-32-7 90 0,6 6-70 15,15 10 0-15,-4 3 0 16,1 4 0-16,-11 11 0 15,-4 7 0-15,-7 1 0 16,-3-1 0-16,-11 0 0 16,-7 0 0-16,-14-10-6 15,-8-5 0-15,-2-7-17 16,-1-13 0-16,-10-12 0 16,-1-12 0-16</inkml:trace>
  <inkml:trace contextRef="#ctx0" brushRef="#br0" timeOffset="38958.08">22557 6902 81 0,'35'-66'40'0,"46"-38"-51"15,-46 79 77-15,18-3-66 0,14-7 0 16,11 1-22-16,3 6 0 16,-7-1 22-16,-10 4 0 15</inkml:trace>
  <inkml:trace contextRef="#ctx0" brushRef="#br0" timeOffset="39223.41">21361 8576 106 0,'-21'-50'53'0,"119"-66"-73"16,-41 75 90-16,31-19-71 16,21-9 0-16,22-15-3 15,17 5 1-15,-7 1 1 16,-10 9 1-16,-11 13-9 16,-4 9 1-16,-14 6-12 15,-17 9 1-15,-14 7 0 16,-19 10 1-16</inkml:trace>
  <inkml:trace contextRef="#ctx0" brushRef="#br0" timeOffset="39613.48">23714 6622 100 0,'120'-91'50'0,"-46"16"-73"16,-53 66 100-16,-7 3-76 16,0 6 0-16,-14 3 0 15,-14 12 1-15,0 10-2 16,-7 13 0-16,-7 15 1 16,-4 20 1-16,0 14-2 15,-3 11 1-15,-4 11-9 16,0 7 0-16,4-6-1 15,0-19 0-15</inkml:trace>
  <inkml:trace contextRef="#ctx0" brushRef="#br0" timeOffset="39738.3">23304 7165 89 0,'-7'-31'44'0,"29"18"-47"0,-12 10 50 15</inkml:trace>
  <inkml:trace contextRef="#ctx0" brushRef="#br0" timeOffset="39863.12">23795 7134 120 0,'25'47'60'0,"-15"-47"-76"0,4 3 77 0,4 3-101 16,10 3 1-16,11-12-2 15,3-22 0-15</inkml:trace>
  <inkml:trace contextRef="#ctx0" brushRef="#br0" timeOffset="41374.3">27968 6083 98 0,'18'0'49'0,"-29"31"-48"0,8-18 50 15,-15 31-51-15,4 25 0 0,-4 16 0 16,-10 12 0-16,7 12-5 15,3 8 1-15,8-17-11 16,3-6 0-16,3-22-1 16,8-19 1-16</inkml:trace>
  <inkml:trace contextRef="#ctx0" brushRef="#br0" timeOffset="42020.19">27855 6224 107 0,'-35'-41'53'0,"-14"41"-74"15,35 10 95-15,-8 15-77 16,-9 19 0-16,-8 6-5 16,-14 10 0-16,-4 2 9 15,-2-2 0-15,-1-4-4 0,14-12 0 16,14-12 4-16,21-10 0 15,15-10 3-15,21-12 0 16,20-3 0-16,26-10 1 16,14-2-2-16,3-4 0 15,7-3-3-15,-3 0 1 16,-4-6-2-16,0 6 1 16,0-6 0-16,1-10 0 15,-1-18 1-15,-7-4 0 0,-7 7 0 16,-3 2 1-16,-15 8 0 15,-14 8 0-15,-10 4 1 16,-11 9 0-16,-7 9-1 16,-10 4 1-16,-8 12-2 15,-3 6 1-15,-3 16-1 16,-1 19 0-16,4 16-1 16,4 12 0-16,3 10 0 15,0-4 0-15,7 10-1 16,-4 6 1-16,4-13 0 15,-7-5 0-15,0-17-1 16,-7-15 1-16,-3-16 0 16,-5-12 0-16,-2-16 0 15,3-25 0-15,7-19-1 16,10-19 1-16,11-9-1 16,4-9 0-16,7-10-1 15,3-3 1-15,0 9 0 16,-7 7 0-16,-7 5 0 0,-10 4 1 15,-11 10 0-15,-7 9 0 16,-7 12-5-16,-8 16 1 16,1 6-19-16,-4 7 1 15,8 9-1-15,6 6 0 16</inkml:trace>
  <inkml:trace contextRef="#ctx0" brushRef="#br0" timeOffset="42165.01">29090 6541 108 0,'-7'-13'54'0,"0"26"-99"0,7-10 101 0,0 6-56 15,-4-12 0-15</inkml:trace>
  <inkml:trace contextRef="#ctx0" brushRef="#br0" timeOffset="42398.34">29337 5973 118 0,'28'19'59'0,"-24"-41"-66"15,6 32 76-15,15 8-70 16,10 23 1-16,15 28-3 16,-1 10 1-16,0 15 1 15,-10-7 1-15,-10-2-4 16,-15-10 1-16,-14 1 0 0,-11-23 0 15,-14-6 0-15,8-13 1 16,-26-24-7-16,-10-13 0 16,-3-10-15-16,-4-12 0 15,0-16 0-15,0-9 0 16</inkml:trace>
  <inkml:trace contextRef="#ctx0" brushRef="#br0" timeOffset="42504.11">29090 5914 90 0,'71'-69'45'0,"133"-35"-67"0,-112 73 90 0,74 0-93 16,63-7 1-16,67-6-1 16,29-12 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09:10.9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3796 1803 41 0,'32'-98'20'0,"-32"-5"-2"16,0 81 20-16,-11-19-30 15,-10 4 0-15,-14-1 5 16,-18 10 0-16,-7 18-16 16,-11 23 0-16,-6 31 10 0,-5 9 1 15,-13 29-4-15,21 15 0 16,7-9-3-16,25-26 0 15,21-8-1-15,21-20 1 16,21-21-1-16,18-29 0 16,3-31 0-16,14-9 1 15,4-7 1-15,11 0 0 16,-11 13 0-16,-11 15 1 16,-6 14 0-16,-5 21 1 0,-16 12-1 15,6 41 1-15,-18 16-3 16,1-12 1-16,-4 40-1 15,-7 19 0-15,0 6-1 16,3-15 1-16,-3-13-1 16,0 0 0-16,0-19 0 15,0-6 0-15,0-15 0 16,0-1 1-16,0-19-1 16,8-5 0-16,-5-10 0 15,15-13 1-15,-1-22-1 16,15-18 1-16,7-23-1 15,-4-21 1-15,11 6-1 16,-7 0 0-16,-14 21 1 16,-1 11 0-16,-13 15 0 15,-11 18 0-15,-11 35-1 16,4 26 1-16,4 8 0 16,-4 14 0-16,17 8-1 0,18 14 1 15,11-20-1-15,11-15 0 16,10-29 0-16,-8-21 0 15,5-26 1-15,-8-18 0 16,1-13 0-16,-8-16 1 16,-14-5-1-16,-14-20 1 15,-7 6-2-15,-7 10 1 16,0 16-5-16,-10 16 1 0,-1 11-19 16,-17 30 0-16,-4 27 0 15,-17 10 1-15</inkml:trace>
  <inkml:trace contextRef="#ctx0" brushRef="#br0" timeOffset="700.13">3785 4289 99 0,'-35'-75'49'0,"-7"34"-64"0,31 38 85 16,-24-3-70-16,0 15 0 15,-15 13 0-15,1 7 0 16,-11 24 0-16,0 35 0 16,-7 3-1-16,14 18 1 15,-7-5 0-15,25-20 0 0,10-8-1 16,11-20 1-16,21-18 0 15,11-16 0-15,3-22 0 16,10-19 0-16,8-12 1 16,0-7 0-16,0-12 0 15,0-4 0-15,3 7 1 16,-3 10 0-16,-7 5-1 16,-4 11 1-16,0 5-1 15,-3 13 0-15,-4 12-1 16,4 10 0-16,-11 15 0 15,-4 4 0-15,-10 18 0 16,-10 13 0-16,-4 19 0 16,-11 9 0-16,4 1 0 15,0-4 1-15,3-19 0 16,4-12 0-16,3-10 0 16,1-12 1-16,10-16 0 15,0-9 0-15,3-13 0 0,8-6 1 16,10-16-2-16,4-6 1 15,6-10-2-15,1-12 1 16,0-6-6-16,3 0 1 16,4-1-17-16,-7 7 1 15,-4 10 0-15,7 5 0 16</inkml:trace>
  <inkml:trace contextRef="#ctx0" brushRef="#br0" timeOffset="866.77">4233 4979 99 0,'32'-9'49'0,"0"28"-54"0,-22-13 82 0,1 10-75 16,7 15 1-16,-15 29 0 16,4 15 1-16,-7 22-6 15,-3 28 0-15,-4 10-1 16,0 6 1-16,3-6-21 16,-14 13 0-16,-6 8-1 15,6-40 0-15</inkml:trace>
  <inkml:trace contextRef="#ctx0" brushRef="#br0" timeOffset="1902.65">4254 2427 50 0,'-17'-16'25'0,"27"-47"-12"16,-3 45 25-16,-3-1-35 16,3 3 1-16,-3-3 1 15,-4 0 0-15,-4 7-7 16,4 2 1-16,-11 7 3 16,-6-3 1-16,-4 12-3 15,-8 4 1-15,-2 24-1 16,-1 13 1-16,4 22-1 0,-4 6 1 15,4 13 0-15,7 9 1 16,10 4-1-16,15-16 0 16,6-20 0-16,8-14 0 15,10-17-1-15,4-31 1 16,-11-31 0-16,0-16 0 16,7-9 1-16,-10-10 1 15,-7 0-1-15,-11-9 1 16,0 13-1-16,-11 5 1 15,-7 20-2-15,-3 21 1 0</inkml:trace>
  <inkml:trace contextRef="#ctx0" brushRef="#br0" timeOffset="4086.43">5429 2179 92 0,'110'-69'46'0,"-12"47"-47"16,-66 22 47-16,7 0-52 16,-4 0 1-16,4 3-21 15,-4 7 1-15,-3-10 27 0,0-13 1 16</inkml:trace>
  <inkml:trace contextRef="#ctx0" brushRef="#br0" timeOffset="4319.43">6847 1150 103 0,'-24'-34'51'0,"13"59"-69"0,4-3 89 0,-3 47-71 15,-1 19 0-15,-7 28 0 16,8 37 1-16,-1-2-2 15,11 18 1-15,4-9-5 16,13-22 0-16,12-22-14 16,13-22 0-16,4-28-1 15,7-31 1-15</inkml:trace>
  <inkml:trace contextRef="#ctx0" brushRef="#br0" timeOffset="4664.41">7666 1749 87 0,'-35'-40'43'0,"-4"62"-55"0,32-4 75 15,-4 1-63-15,1 25 1 16,-1 0-1-16,7 12 1 15,4-2-1-15,11-1 0 16,10-6 1-16,18 3 1 16,0-15-1-16,10-13 0 15,8-7 1-15,10-5 0 0,-4-13 0 16,1-4 1-16,-22-11-1 16,-7-1 1-16,-10-16-1 15,-18-18 1-15,-10-10-2 16,-19 1 1-16,-9 8-7 15,-12 1 0-15,-6 15-1 16,-22 4 0-16</inkml:trace>
  <inkml:trace contextRef="#ctx0" brushRef="#br0" timeOffset="4970.32">7874 1257 99 0,'-14'-34'49'0,"32"68"-50"15,-8-25 56-15,15 10-55 16,14 6 1-16,10 7-1 0,7-1 0 16,15 0 0-16,0 13 0 15,13 7 0-15,11-4 1 16,-3 9 0-16,-11 4 1 15,-10 9 0-15,-18 3 0 16,-14-6 0-16,-22 6 0 16,-27 0-3-16,-22 22 0 15,-28-3-21-15,-18 6 1 16,-17 0-2-16,-35-18 1 0</inkml:trace>
  <inkml:trace contextRef="#ctx0" brushRef="#br0" timeOffset="5310.46">5687 5036 106 0,'-39'-29'53'0,"43"23"-75"0,3 6 98 15,14 6-76-15,7 4 0 16,21 6-1-16,11 12 0 15,4-3-3-15,20-9 1 16,19-1-12-16,10-8 0 16,7-23 0-16,3-16 0 15</inkml:trace>
  <inkml:trace contextRef="#ctx0" brushRef="#br0" timeOffset="5553.7">7292 4499 100 0,'-21'-34'50'0,"24"43"-63"0,-3 1 80 0,7 18-67 16,-7 25 1-16,4 13 0 16,-4 16 0-16,-4 15-2 15,4 19 1-15,0 0-1 16,-7 0 1-16,4-9-6 15,3-4 0-15,3-18-13 16,4-19 1-16,4-19 0 16,7-25 0-16</inkml:trace>
  <inkml:trace contextRef="#ctx0" brushRef="#br0" timeOffset="5883.92">7849 4732 98 0,'-31'-38'49'0,"-5"22"-66"0,29 16 88 15,-7 3-71-15,-4 7 0 16,1 12 0-16,-1 6 0 16,4 10-1-16,11 12 1 0,-4-6 0 15,14 21 0-15,7-8-1 16,7-4 1-16,11-6 0 15,3-9 1-15,7-22-1 16,8-10 1-16,-1-22 0 16,-7-9 0-16,-6-9 0 15,-12-10 1-15,-10 0-1 16,-3 12 0-16,-32-8-3 16,-7 5 0-16,-11 4-15 15,-4 6 0-15,-2 0 0 16,-1-4 0-16</inkml:trace>
  <inkml:trace contextRef="#ctx0" brushRef="#br0" timeOffset="6169.89">8068 4321 96 0,'4'-19'48'0,"52"47"-63"0,-42-15 79 16,14 9-65-16,11 9 1 16,11 19 0-16,9 25 0 15,9 4 0-15,2 9 0 16,-10 3 0-16,-7 15 0 16,-14-5 1-16,-18-7 0 15,-25-13 0-15,-27 1 0 16,-22-7-3-16,-11-6 1 0,-17-13-14 15,0-18 0-15,-4-22-1 16,8-29 0-16</inkml:trace>
  <inkml:trace contextRef="#ctx0" brushRef="#br0" timeOffset="6482.3">8872 2154 106 0,'-21'-3'53'0,"95"-25"-72"16,-24 28 92-16,17 0-73 0,28-4 0 15,21 8 0-15,22 2 0 16,3-3 0-16,0-6 0 16,0-7-1-16,-3-2 0 15,-11-7-5-15,-7-6 0 16,-7-3-17-16,3-7 1 16,-10-9-1-16,-11-12 1 15</inkml:trace>
  <inkml:trace contextRef="#ctx0" brushRef="#br0" timeOffset="6758.16">11303 1063 99 0,'-81'-29'49'0,"28"39"-70"15,42-1 96-15,1 4-74 16,-1 31 1-16,4 25 0 15,4 18 1-15,-1 4-4 16,4 35 1-16,0-1 1 16,0 7 1-16,-3-7-2 15,-1 4 1-15,4 3-8 16,0-19 1-16,0-13-1 16,0-22 0-16</inkml:trace>
  <inkml:trace contextRef="#ctx0" brushRef="#br0" timeOffset="7077.95">11321 2119 98 0,'74'-94'49'0,"49"-3"-53"0,-80 53 56 15,9-3-52-15,15-3 0 0,-3-6 0 16,-1 2 0-16,-6-5 0 15,-11 5 0-15,0 1 0 16,-15 9 1-16,-6 7 0 16,-4 11 0-16,-3 8 0 15,-4 14 1-15,0 14 0 16,0 18 0-16,4 19-1 16,3 25 1-16,4 25-1 15,-1 7 0-15,-6 12 0 16,-11 9 0-16,-7 10-6 15,-10-12 1-15,-12-14-20 16,-9-11 1-16,-12-26 0 16,-13-35 0-16</inkml:trace>
  <inkml:trace contextRef="#ctx0" brushRef="#br0" timeOffset="7306.91">10686 1072 100 0,'-60'-81'50'0,"38"37"-68"0,22 34 97 15,0 10-79-15,0 10 1 16,-3 18-1-16,-4 31 1 16,-7 42-2-16,-11 40 1 15,-7 38 0-15,4 18 1 16,-4 20-6-16,11-23 1 15,4-22-8-15,13-24 1 0,8-38-13 16,3-32 1-16,10-34-1 16,8-25 1-16</inkml:trace>
  <inkml:trace contextRef="#ctx0" brushRef="#br0" timeOffset="7848.64">10502 878 101 0,'-70'-85'50'0,"52"32"-72"16,25 37 105-16,4-12-83 15,17 3 1-15,25 6-1 16,31 0 1-16,26 0-2 15,17 4 1-15,25-4-1 0,6 3 1 16,8-3-1 0,7 0 1-16,-4 1 0 0,-10 8 0 15,0 4 0-15,-15 15 0 16,-13 1-1-16,-11 15 1 16,-4 28 0-16,-13 13 0 15,-8 12 0-15,-10 20 0 16,-15 30 0-16,-6 20 0 15,-8 11-1-15,-14 20 1 0,-3-6 0 16,-7-7 0-16,-4-3 0 16,-10-13 0-16,-8-24 0 15,-13-19 1-15,-18-10-1 16,-15-22 0-16,-24-6 0 16,-21-13 0-16,-32-5-1 15,-24-17 0-15,-25-12-1 16,-22-16 1-16,1-6 0 15,3-9 0-15,3-10 0 16,19-3 1-16,16-9 0 16,19 6 0-16,17-4-3 15,25-5 1-15,17 9-18 16,19-3 1-16,20-13-1 16,7 0 1-16</inkml:trace>
  <inkml:trace contextRef="#ctx0" brushRef="#br0" timeOffset="8824.37">9073 5606 85 0,'-98'22'42'0,"9"-62"-38"0,79 27 43 16,6-3-46-16,11-6 0 15,15-6 0-15,31 0 0 16,17-3-2-16,15-1 1 15,14 4 0-15,20 9 0 16,12 7-5-16,-1 9 0 0,1-4-13 16,14 4 1-16,-1-13-1 15,-13-12 1-15</inkml:trace>
  <inkml:trace contextRef="#ctx0" brushRef="#br0" timeOffset="9059.68">10957 4678 89 0,'-21'19'44'0,"-7"16"-61"15,24-17 84-15,8 17-64 16,6 12 0-16,8 22 0 16,7 25 1-16,3 9-6 15,0 7 1-15,0 12 0 16,1 7 0-16,-5-13-14 15,-2-3 1-15,-5-19-1 16,1-16 1-16</inkml:trace>
  <inkml:trace contextRef="#ctx0" brushRef="#br0" timeOffset="9262.9">11310 5403 72 0,'-49'-19'36'0,"35"34"-43"16,14-15 49-16</inkml:trace>
  <inkml:trace contextRef="#ctx0" brushRef="#br0" timeOffset="9529.24">11504 5506 101 0,'14'-31'50'0,"25"18"-57"15,-25 4 65-15,4-7-59 16,-1 7 1-16,5-7-1 16,-1 0 1-16,0-6 0 0,0-6 1 15,4-6-2 1,-1-7 1-16,-2 0 0 0,9 3 0 16,-2 4 0-16,-1 3 0 15,-4 6-5-15,1 6 0 16,3 6-8-16,-10 13 1 15,-7 0-1-15,-4 10 1 16</inkml:trace>
  <inkml:trace contextRef="#ctx0" brushRef="#br0" timeOffset="9964.58">11180 5365 100 0,'-22'-38'50'0,"29"13"-63"16,0 16 80-16,8-1-67 16,9-2 0-16,12-7 0 15,9 10 0-15,8-20-1 16,11-5 1-16,13-7 0 15,5-6 0-15,2-6-1 0,-3 3 1 32,4-32 0-32,-21 13 1 15,-15 6-1 1,-21 1 1-16,-7 12 0 0,-7 12 0 16,-3 10 0-16,-7 9 1 15,-4 19-1-15,3 19 1 16,1 21 0-16,6 17 0 15,4 24 0-15,4 23 0 16,7 12-1-16,-4 6 0 16,3-9-2-16,1-3 1 15,-4-10-9-15,-7-21 0 0,-6-20 0 16,-16-18 1-16</inkml:trace>
  <inkml:trace contextRef="#ctx0" brushRef="#br0" timeOffset="10221.29">10340 4597 99 0,'-74'-72'49'0,"7"100"-51"16,56-3 59-16,1 28-57 15,3 29 0-15,7 27 0 16,17 26 1-16,1 16-1 16,14 18 0-16,-1 0-2 15,8-12 0-15,3-12-9 16,-3-17 1-16,-3-18-1 0,-12-25 1 16</inkml:trace>
  <inkml:trace contextRef="#ctx0" brushRef="#br0" timeOffset="10772.13">10308 4349 105 0,'0'-72'52'0,"50"56"-64"0,-29 4 77 0,14-1-66 16,11-3 1-16,17 4 0 16,18-1 0-16,8-12 0 15,6-12 0-15,14-4 0 16,15 3 0-16,-1 4 0 16,-6 2 1-16,-1 10-1 15,1 13 0-15,-8 18 0 16,-7 23 1-16,0 21-1 15,-6 19 1-15,-5 25-1 16,-6 35 0-16,0 19 0 16,-1 21 0-16,-9 4 0 15,-5-10 0-15,1 3 0 0,-11-9 0 16,-4-9 0-16,-7-23 0 16,-10-12 0-16,-11-12 0 15,-13-10 0-15,-15-6 0 16,-11-13 0-16,-17-6 0 15,-22-16 0-15,-31-9 0 16,-25-16-1-16,-35-12 1 16,-17-16-2-16,-1-9 1 15,-14-17 0-15,4-5 0 16,13 3-5-16,12 0 1 0,17-1-12 16,10-2 1-1,22-13-1-15,28-12 1 0</inkml:trace>
  <inkml:trace contextRef="#ctx0" brushRef="#br0" timeOffset="11060.7">13413 1740 102 0,'10'-78'51'0,"128"24"-70"16,-75 45 89-16,50-16-70 0,39 12 0 16,35-9 0-1,10 10 0-15,4-7 0 0,-3 0 0 16,-11-6-1-16,-14-3 1 15,-25 3-3-15,-21 0 1 16,-25 6-14-16,-17 0 1 16,-25 13 0-16,-21 3 0 15</inkml:trace>
  <inkml:trace contextRef="#ctx0" brushRef="#br0" timeOffset="11406.44">13155 5136 97 0,'-78'72'48'0,"22"-47"-62"15,49-12 79-15,0 2-65 16,7 1 0-16,11 0 0 16,13 3 1-16,19-7-1 15,17-6 1-15,24-9 1 16,18-12 0-16,18-23-1 16,14-9 1-16,11 0-1 15,0 3 1-15,-4 0-5 16,-7 3 1-16,-4 7-17 0,-13 3 1 15,3-7-1-15,-18-9 1 16</inkml:trace>
  <inkml:trace contextRef="#ctx0" brushRef="#br0" timeOffset="11707.12">15572 903 102 0,'-36'-72'51'0,"33"53"-67"16,6 19 89-16,4 9-73 15,4 13 1-15,3 22-1 16,4 16 0-16,-8 27-1 15,-6 20 1-15,-8 18-1 16,-6 20 1-16,-1-1-3 16,8-12 1-16,6-7-10 15,15-34 1-15,10-13-1 16,21-24 1-16</inkml:trace>
  <inkml:trace contextRef="#ctx0" brushRef="#br0" timeOffset="11910.24">16252 1774 106 0,'46'-78'53'0,"46"34"-67"0,-60 38 80 15,10-7-75-15,0-2 0 0,-3 2-32 16,-3 7 0-16,-8-13 45 15,-11-9 1-15</inkml:trace>
  <inkml:trace contextRef="#ctx0" brushRef="#br0" timeOffset="12110.65">16305 1223 87 0,'-42'-29'43'0,"14"67"-49"16,24-25 76-16,1 8-69 15,-4 17 0-15,0 6 0 16,3 9 0-16,4 4-2 16,0 21 1-16,7 4 0 15,11 5 0-15,3-18-4 16,4-3 0-16,3-12-11 16,4-7 1-16,3-16-1 15,7-3 1-15</inkml:trace>
  <inkml:trace contextRef="#ctx0" brushRef="#br0" timeOffset="12468.56">16810 856 95 0,'-35'-76'47'0,"13"36"-58"0,19 30 78 0,-1-2-66 16,1 9 0-16,3 6 0 16,7 12 0-16,11 10-2 15,10 10 1-15,7 3 1 16,18 9 0-16,3 6-1 16,8 19 1-16,6 16 0 15,5 3 0-15,-12-7-1 16,-10 1 1-16,-18 0-1 15,-14-1 1-15,-24 4-1 16,-18 0 1-16,-18 0-11 16,-18-7 1-16,-6 1-1 15,3-19 1-15</inkml:trace>
  <inkml:trace contextRef="#ctx0" brushRef="#br0" timeOffset="13066.37">15723 2000 79 0,'25'-28'39'0,"39"9"-38"0,-40 4 40 16,8-11-42-16,7 4 1 15,17-3-1-15,1-6 0 16,3 3 1-16,0 6 0 16,-4 0-1-16,0 9 1 15,-3-5 0-15,-10 5 0 16,-1 4-3-16,-3-1 1 0,-7 7-16 15,-4-6 1-15,0-1-1 16,-3-15 1-16</inkml:trace>
  <inkml:trace contextRef="#ctx0" brushRef="#br0" timeOffset="13509.09">15304 4267 104 0,'-32'-43'52'0,"32"30"-81"0,3 22 110 15,1 4-82-15,-1 12 1 0,1 19-1 16,3 28 0-16,0 10 1 16,-3 15 0-16,-4 9-1 15,0 20 1-15,0-4-1 16,-4-12 1-16,0-3-5 16,1-23 0-16,3-5-14 15,3-20 0-15,8-15-1 16,3-25 1-16</inkml:trace>
  <inkml:trace contextRef="#ctx0" brushRef="#br0" timeOffset="13756.78">15625 5124 101 0,'24'-48'50'0,"8"33"-70"15,-14 15 94-15,6 0-75 16,12 0 1-16,6 0-2 0,7 0 0 16,11 0 1-16,7-13 1 15,0 1-5-15,0 2 0 16,0-9-5-16,-10-2 0 16,-15-1-12-16,-14 6 1 15,-13 0 0-15,-19 7 1 16</inkml:trace>
  <inkml:trace contextRef="#ctx0" brushRef="#br0" timeOffset="13958.05">15843 4854 82 0,'-7'-25'41'0,"11"6"-52"16,3 13 81-16,3-1-67 16,4 7 0-16,4 4 0 15,3 5 0-15,4 10-5 16,-4 12 1-16,-7 13 3 15,0 25 0-15,-7 9-2 16,0 13 0-16,-7-3 0 16,0-3 0-16,0 3-10 15,0-16 1-15,4-13-1 16,10-21 1-16</inkml:trace>
  <inkml:trace contextRef="#ctx0" brushRef="#br0" timeOffset="14267.84">16379 4409 107 0,'-28'-13'53'0,"18"-31"-63"0,10 38 79 15,0 6-70-15,10 0 1 16,4 3-1-16,15 13 1 15,-1 2 0-15,11 17 0 16,6 12 0-16,8 22 0 16,4 3-1-16,3 13 1 0,-7 18 0 15,-7 4 1-15,-8-1 0 16,-16 1 0-16,-15-7-1 16,-21-5 1-16,-15 2-7 15,-20-6 1-15,-15-10-1 16,-6-21 0-16</inkml:trace>
  <inkml:trace contextRef="#ctx0" brushRef="#br0" timeOffset="16063.18">18009 1223 97 0,'14'-95'48'0,"8"83"-48"15,-15 6 49-15,7 3-53 0,7 3 0 16,4 0-3-16,3-7 1 16,11 7 6-16,6 0 1 15,15-3-9-15,4-6 0 16,-1-7-3-16,-6 7 0 15,-8-1-5-15,-10 10 1 16,-18-9 0-16,-10 12 1 16</inkml:trace>
  <inkml:trace contextRef="#ctx0" brushRef="#br0" timeOffset="16253.79">17776 1574 99 0,'-28'-3'49'16,"32"-7"-74"-16,6 10 101 0,12-9-77 16,23 9 1-16,15-10-6 15,18 4 1-15,3-13-1 16,18 1 1-16,7-14-17 16,7-5 0-16,10-20 0 15,11 4 1-15</inkml:trace>
  <inkml:trace contextRef="#ctx0" brushRef="#br0" timeOffset="16465.64">19967 526 87 0,'18'-34'43'0,"3"28"-64"0,-14 18 87 16,-3-2-67-16,-4 8 1 15,-7 20-1-15,-4 15 1 16,-3 7 0-16,0 3 0 16,0-1-2-16,3 10 1 15,8 1-10-15,3 8 0 16,0-2 0-16,0-7 1 16</inkml:trace>
  <inkml:trace contextRef="#ctx0" brushRef="#br0" timeOffset="16645.95">19360 1668 99 0,'32'-53'49'0,"102"27"-65"16,-88 17 82-16,18-10-69 16,17 0 1-16,18 4-11 15,3-4 0-15,7-3 5 16,1-6 0-16,-1 0-7 15,-7 2 0-15</inkml:trace>
  <inkml:trace contextRef="#ctx0" brushRef="#br0" timeOffset="16877">19396 1966 86 0,'17'-28'43'0,"107"2"-57"0,-78 14 72 15,17-13-60-15,25-3 0 16,15-4-3-16,10 4 1 16,-15 0-2-16,-9 0 0 15,-15 12-4-15,-18 6 1 0</inkml:trace>
  <inkml:trace contextRef="#ctx0" brushRef="#br0" timeOffset="17156.04">19410 2013 91 0,'-53'-13'45'0,"35"23"-53"16,18-1 70-16,0 16-63 15,0 19 1-15,0 28-2 16,4 19 0-16,-1 13 1 16,1 5 1-16,3 7-2 15,0-15 0-15,4-20 0 16,-4-5 0-16,0-26 3 16,-4-10 0-16,-6-5 1 15,-4-7 0-15,-7-15-2 16,-4-7 1-16,-3-6-8 0,-4-3 0 15,-3-3-1-15,-4-13 0 16</inkml:trace>
  <inkml:trace contextRef="#ctx0" brushRef="#br0" timeOffset="17675.48">20179 2348 84 0,'0'19'42'0,"-32"-28"-47"0,22 9 53 0,-5 3-50 15,-2-6 1-15,-8-4 0 16,-3-5 1-16,3-7 1 16,0-6 0-16,8 6-1 15,6-9 1-15,8 3 0 16,6 0 1-16,8 6-1 15,6 0 0-15,12 3 0 16,2 23 0-16,5 2 0 16,-4 4 0-16,-4 9-1 15,-4 6 0-15,-2 6-1 16,-12-5 1-16,-3 5-1 16,-14-3 1-16,-14 10-1 15,-11-6 1-15,-14-7-1 0,-10 6 1 16,-4-2-1-16,-7 9 0 15,3-10 0-15,1 3 0 16,14-9 1-16,17 1 0 16,11-8 1-16,17-2 1 15,18-3 1-15,14-4 1 16,11 0 0-16,18 7 1 16,10 0-1-16,10 15 1 15,4-12-4-15,1 3 0 0,6-13-11 16,4 1 0-16,3-17-1 15,4-11 1-15</inkml:trace>
  <inkml:trace contextRef="#ctx0" brushRef="#br0" timeOffset="17936.83">21608 708 97 0,'-60'-94'48'0,"-14"60"-56"16,49 34 69-16,-10 9-61 15,-15 26 0-15,-3 21 0 16,-3 22 0-16,-1 20-1 16,8 46 1-16,7 6 0 15,10 39 0-15,21-17 0 16,22-15 0-16,31-19-1 0,15-6 1 15,17-45-9-15,14-21 1 16,0-22-10-16,4-19 1 16,-7-25-1-16,-11-16 0 15</inkml:trace>
  <inkml:trace contextRef="#ctx0" brushRef="#br0" timeOffset="18153.63">22042 1188 96 0,'-11'-78'48'0,"11"40"-64"0,3 29 91 0,-3 9-75 16,0 3 1-16,-3 9-1 15,-1 35 1-15,-6 25-2 16,-8 19 1-16,1 7 0 16,-5 33 0-16,1-5-2 15,7-10 1-15,4-10-7 16,6-8 0-16,4-17 0 15,0-9 0-15</inkml:trace>
  <inkml:trace contextRef="#ctx0" brushRef="#br0" timeOffset="18513.91">22525 1285 101 0,'10'-106'50'0,"-10"87"-62"0,-3 19 67 16,-4 9-59-16,-4 16 1 15,-3 13-1-15,-3 6 0 16,2 3 6-16,5 6 0 16,3 7-3-16,10-7 1 15,15 0 2-15,14-6 0 16,10-12 0-16,11 9 1 0,7-25-1 15,3-10 0-15,-3-15-2 16,-7-4 1-16,-10-12-1 16,-19-9 1-16,-17-13-1 15,-21 0 0-15,-14-9-1 16,-14 3 0-16,-8 6-9 16,-6 9 0-16,3 7-1 15,-3 9 1-15</inkml:trace>
  <inkml:trace contextRef="#ctx0" brushRef="#br0" timeOffset="18764.32">23170 940 103 0,'15'-28'51'0,"13"34"-61"16,-14 4 76-16,4 2-67 15,6 20 1-15,15-1 0 0,3 22 0 16,8 7 0-16,-1 12 0 16,1-3 0-16,-5 3 0 15,-13 0 0-15,-7 13 0 16,-11 3-1-16,-14 6 1 16,-11-9-5-16,-10-7 1 15,-7-9-17-15,-11-6 1 16,-3-16-1-16,-8-10 1 0</inkml:trace>
  <inkml:trace contextRef="#ctx0" brushRef="#br0" timeOffset="18954.88">24261 1539 104 0,'137'-9'52'0,"50"-29"-75"15,-166 32 98-15,53 3-84 16,11 3 0-16,0-10-23 16,-4 20 1-1</inkml:trace>
  <inkml:trace contextRef="#ctx0" brushRef="#br0" timeOffset="19167.87">24698 1285 83 0,'-21'-9'41'0,"24"-35"-32"16,-3 44 47-16,7 0-55 0,0 13 1 15,8 2 0-15,2 20 1 16,4-1-4-16,1 13 1 16,-8 13 1-16,0 12 1 15,-4 13-2-15,1-1 0 16,-1 1-6-16,5 0 1 15,2-23-17-15,8-8 0 16,3-23 0-16,0-12 0 0</inkml:trace>
  <inkml:trace contextRef="#ctx0" brushRef="#br0" timeOffset="19414.54">25686 1063 106 0,'32'-60'53'0,"-8"38"-80"0,-13 16 108 0,3 6-82 16,4 16 1-16,-4 12-1 15,0 19 1-15,0 28 0 16,0 16 0-16,-7 0-1 16,-3 31 1-16,3-3-2 15,3-6 0-15,-3-6-6 16,4-16 1-16,6-19-17 15,1-12 1-15,3-20 0 16,0-18 0-16</inkml:trace>
  <inkml:trace contextRef="#ctx0" brushRef="#br0" timeOffset="19645.16">26412 1373 95 0,'22'-75'47'0,"-15"22"-66"0,-4 43 95 15,-3 1-75-15,0 9 0 0,-3-3 0 16,-1 3 0-16,-3 12-2 16,0 19 0-16,-4 7 1 15,4 9 1-15,4 22-2 16,3 19 0-16,0 3-7 16,0-3 0-16,0-4-15 15,3-8 0-15,1-14 0 16,-11-21 0-16</inkml:trace>
  <inkml:trace contextRef="#ctx0" brushRef="#br0" timeOffset="19903.34">26804 1298 88 0,'32'-104'44'0,"0"38"-65"16,-25 57 90-16,7-3-70 15,3 2 1-15,1 4 0 16,0 6 1-16,3 6 1 16,4 7 0-16,-1 27 1 0,4 33 0 15,-3-1 1-15,0 19 0 16,-11 31-1-16,-7-15 1 16,-14-1-3-16,-4-5 1 15,-10-20-8-15,-7-9 1 16,-7-12-16-16,-11-7 0 15,-7-25 0-15,-4-9 0 16</inkml:trace>
  <inkml:trace contextRef="#ctx0" brushRef="#br0" timeOffset="20458.45">26751 1251 98 0,'39'-63'49'0,"-7"25"-69"0,-22 38 92 16,4-6-73-16,1 12 1 15,2 7-1-15,4 18 1 16,4 1 0-16,0 8 0 16,10-2-1-16,4 6 1 15,3 3 0-15,0 6 0 0,8 7 0 16,-8 3 0-16,-7-1 0 16,-10 1 1-16,-11 0 0 15,-24 9 0-15,-15-13 0 16,-14 1 1-16,-14 0-1 15,-10-1 0-15,-8-2-3 16,-10-1 1-16,0-6-5 16,0-3 0-16,7-6-12 15,14-6 1-15,10-13 0 16,29-16 0-16</inkml:trace>
  <inkml:trace contextRef="#ctx0" brushRef="#br0" timeOffset="20850">27637 699 96 0,'35'-82'48'0,"28"54"-60"0,-41 28 84 0,13 0-72 16,4 19 1-16,10 15 0 15,4 20 0-15,3 18-1 16,-3 25 0-16,-7 41 1 15,-7 13 0-15,-7 37 0 16,-18 6 0-16,-21-12 0 16,-28 19 1-16,-25-13-2 15,-39-16 1-15,-49 13-6 16,-36-15 0-16,-31-1-1 16,-21-18 1-16</inkml:trace>
  <inkml:trace contextRef="#ctx0" brushRef="#br0" timeOffset="22650.25">17325 5092 84 0,'0'0'42'0,"18"-6"-38"0,-4 3 43 16,10-4-47-16,8 1 0 15,17-3 0-15,19-13 0 16,16 3-1-16,22 0 1 16,7-6-2-16,7 3 1 0,-7 0-3 15,-7 13 1-15,-11 3-9 16,-21 9 0-16,-21 6 0 15,-21 10 1-15</inkml:trace>
  <inkml:trace contextRef="#ctx0" brushRef="#br0" timeOffset="22823.15">17720 5563 99 0,'0'25'49'0,"28"-54"-64"15,-7 29 85-15,22-3-77 16,17 0 1-16,21-9-25 16,18-4 0-16,21-9 34 15,17-16 0-15</inkml:trace>
  <inkml:trace contextRef="#ctx0" brushRef="#br0" timeOffset="23058.69">19816 4383 101 0,'-22'-50'50'0,"1"41"-66"0,21 12 84 16,0 10-69-16,0 12 1 16,4 12-1-16,3 32 0 15,3 3 1-15,4 1 0 16,1 2-5-16,-1 3 1 0,0 4-10 15,0 12 0-15,-3-13 1 16,-8 4 0-16</inkml:trace>
  <inkml:trace contextRef="#ctx0" brushRef="#br0" timeOffset="23222.51">19240 5666 110 0,'50'-88'55'0,"91"60"-81"16,-81 19 94-16,21 2-85 15,21-8 0-15,18-1-30 16,0 0 1-16,7-6 54 16,-10 0 1-16</inkml:trace>
  <inkml:trace contextRef="#ctx0" brushRef="#br0" timeOffset="23476.71">19163 6177 102 0,'28'-50'51'0,"92"3"-82"0,-74 38 105 0,35-10-83 16,18-6 0-16,14 0-6 15,7-4 0-15,-4-2 15 16,-3 0 1-16,-18 2-12 16,-17 4 0-16</inkml:trace>
  <inkml:trace contextRef="#ctx0" brushRef="#br0" timeOffset="23823">19452 6080 99 0,'-49'-22'49'0,"10"28"-65"0,32 1 80 16,0 5-68-16,0 19 1 15,0 23-3-15,0 18 0 16,0 16 7-16,0 6 1 16,3 15-6-16,8 11 1 15,3-14 2-15,0-2 0 16,0-20 2-16,-4-5 1 16,-3-10 0-16,-7 6 0 15,-7-9 0-15,-11-7 1 16,-10-8-2-16,-11-7 0 0,-14-10-6 15,-3-9 1-15,-1-15-13 16,11-10 0-16,0-32-1 16,25-18 1-16</inkml:trace>
  <inkml:trace contextRef="#ctx0" brushRef="#br0" timeOffset="24373.46">20168 6359 96 0,'29'9'48'0,"-29"-9"-69"15,0 7 89-15,0-4-71 16,0 6 1-16,-8-6-2 16,1 1 0-16,-7-4 5 15,4-7 1-15,-4-8-4 0,7-1 1 16,3-9 2-16,11-3 0 15,4 2 1-15,6 5 1 16,8-1-1-16,7 9 1 16,3 10-1-16,4 15 0 15,0 14-2-15,-1 11 0 16,-6 10-1-16,-11 3 1 16,-7 4-1-16,-10-1 1 15,-11 3-1-15,-14 1 0 16,-11-1 0-16,-10-2 0 15,-15-7-1-15,-10 0 1 0,-3-7-1 16,-1-2 1-16,1-10 0 16,3-6 0-16,3-6 0 15,15-7 1-15,6-2 0 16,12-11 1-16,6-2 0 16,14-6 0-16,8-1 1 15,10 1 0-15,7-7 0 16,7 6 1-16,11-2 0 15,14 8 1-15,14 14-2 16,21 11 1-16,3 4-1 16,8 7 0-16,0-1-1 15,0 6 1-15,-4-2-3 16,-11-7 1-16,-13 0-9 16,-15 0 0-16,-10-6 0 15,-18-7 1-15</inkml:trace>
  <inkml:trace contextRef="#ctx0" brushRef="#br0" timeOffset="24834.33">22119 4380 97 0,'-35'-69'48'0,"-50"-15"-57"16,61 71 61-16,-15-3-56 16,-7 4 0-16,-7 15-4 15,-4 6 0-15,1 10 10 16,7 6 0-16,-1 13-6 15,4 9 1-15,8 31 3 16,6 20 0-16,7 11 4 16,8 17 1-16,2 21 0 15,1-3 1-15,11 4-2 16,6 2 1-16,11-5-2 16,-3-20 1-16,0-9-3 15,3-19 1-15,0-9-2 16,0 0 1-16,0-19-1 0,0-16 0 15,4-12-1-15,3-10 1 16,7-18-3-16,4-13 0 16,14-10-10-16,10-5 0 15,8-10 0-15,-1-13 1 16</inkml:trace>
  <inkml:trace contextRef="#ctx0" brushRef="#br0" timeOffset="25068.7">22165 4870 99 0,'-11'-38'49'0,"-6"38"-61"0,13 6 78 0,1 10-66 16,-1 12 1-16,-3 13-1 15,0 31 1-15,0 16-2 16,0 6 1-16,-4 0 0 15,4 19 0-15,0-10-5 16,7-12 0-16,7-9-10 16,4-13 1-16,3-19-1 15,4-16 1-15</inkml:trace>
  <inkml:trace contextRef="#ctx0" brushRef="#br0" timeOffset="25384.13">22670 5145 87 0,'-15'-75'43'0,"-13"25"-51"0,25 47 66 16,-4-3-59-16,-4 12 0 16,-7 3 0-16,1 26 0 15,-4 12 1-15,-1 3 1 16,5 6-2-16,6 1 1 15,4-1 0-15,7-5 0 16,11-11 1-16,6-8 0 0,8-10 0 16,3-13 1-16,4-6 0 15,0-6 1-15,-4-6-1 16,-3-13 0-16,-8-7-2 16,-6-5 0-16,-8-4-10 15,-6-2 0-15,-11-1 0 16,-4 3 0-16</inkml:trace>
  <inkml:trace contextRef="#ctx0" brushRef="#br0" timeOffset="25675.04">23026 4775 98 0,'3'-9'49'0,"-13"9"-59"15,10 9 72-15,0 7-62 0,7 9 0 16,3 10-1-16,12 5 1 31,20 51 0-31,-3 7 1 16,-8-11-1-16,-6-5 0 16,-7-7 0-16,-11 4 1 15,-11-7-1-15,-10 0 1 16,-7-6-8-16,-11-4 1 15,-7-15-1-15,1-18 1 16</inkml:trace>
  <inkml:trace contextRef="#ctx0" brushRef="#br0" timeOffset="25851.22">23964 5387 108 0,'124'-31'54'0,"41"2"-64"16,-108 32 73-16,17 1-80 15,18 2 1-15,-8 3-32 16,-6 1 0-16,-14-4 56 16,-19-9 1-16</inkml:trace>
  <inkml:trace contextRef="#ctx0" brushRef="#br0" timeOffset="26087.69">24306 4998 87 0,'-45'-3'43'0,"20"15"-54"0,21-8 84 16,4 11-73-16,0 23 1 15,4 15-1-15,3 7 1 16,3 3-2-16,1 6 1 15,3 3-2-15,0 6 1 16,7-9-6-16,4-3 0 16,3-3-9-16,1-16 1 0,-5-10 0 15,15-12 0-15</inkml:trace>
  <inkml:trace contextRef="#ctx0" brushRef="#br0" timeOffset="26325.36">25220 4775 109 0,'21'-43'54'0,"-10"14"-77"16,-8 39 101-16,4 9-80 16,-7 24 0-16,0 11-2 15,0 24 1-15,-3 10 3 16,-1 9 1-16,4-9-4 15,0 0 0-15,7-7-5 0,4 7 1 16,0-6-14-16,3-13 0 16,-4-16 0-16,4-9 0 15</inkml:trace>
  <inkml:trace contextRef="#ctx0" brushRef="#br0" timeOffset="26577.23">25852 4935 104 0,'35'-62'52'0,"-25"46"-79"0,-10 19 103 16,0 7-77-16,-7 15 1 0,-3 15-1 16,-8 20 0-16,0 15 1 15,1-6 1-15,3 0-2 16,3 3 0-16,8-6-6 15,6-3 0-15,8-7-15 16,-1-2 0-16,8-17 0 16,3-5 0-16</inkml:trace>
  <inkml:trace contextRef="#ctx0" brushRef="#br0" timeOffset="26860.13">26243 4857 104 0,'-3'-41'52'0,"-26"-28"-77"0,22 57 105 16,-3 9-80-16,-1 6 0 16,1 12-1-16,3 10 0 15,17 10 1-15,11 9 0 16,15 22-1-16,13 15 1 15,11 10 0-15,3 3 0 16,1 0 0-16,-15 4 0 16,-17 5 0-16,-18-12 1 15,-21-3-3-15,-18-7 1 16,-20-12-14-16,-22-6 0 0,-4-16 0 16,-7-19 0-16</inkml:trace>
  <inkml:trace contextRef="#ctx0" brushRef="#br0" timeOffset="27202.39">27083 4575 107 0,'-14'-60'53'0,"14"79"-71"16,3 0 88-16,1 15-72 0,6 20 0 15,4 11-1-15,4 14 1 16,3 15 2-16,0 19 1 16,8-7-2-16,2 7 1 15,1 19 1-15,0-3 1 16,-11-13 1-16,-7 0 0 15,-21-16 0-15,-25 0 0 16,-28 4-3-16,-24-4 0 16,-19-18-16-16,-2-13 1 15,9-22-2-15,29-32 1 16</inkml:trace>
  <inkml:trace contextRef="#ctx0" brushRef="#br0" timeOffset="29354.56">2702 1216 83 0,'0'-9'41'0,"28"53"-37"16,-17-10 42-16,3 20-42 15,0 27 1-15,-3 51-1 16,-11 31 1-16,0 41-7 15,-11 21 0-15,-6 17 4 16,-1-19 0-16,4-16-4 16,-4-19 0-16,8-32-7 15,10-30 1-15,0-35-9 16,0-28 0-16,10-23 0 16,1-40 0-16</inkml:trace>
  <inkml:trace contextRef="#ctx0" brushRef="#br0" timeOffset="29754.36">4015 1025 88 0,'-11'-13'44'0,"-3"13"-54"0,14 7 81 0,0-1-71 16,7 7 1-16,11 2-1 16,24 13 1-16,7 16-1 15,18 13 0-15,4-4 0 16,14 7 0-16,24 2 0 15,-3 7 0-15,-7-3 0 16,-8-3 1-16,-3 6 0 16,-17 3 1-16,-11 6 0 15,-21 4 1-15,-25 0-1 16,-18 15 1-16,-13 9-4 16,-15-5 1-16,-10-1-10 15,-29 4 0-15,8-17-1 16,-1 4 1-16</inkml:trace>
  <inkml:trace contextRef="#ctx0" brushRef="#br0" timeOffset="30264.51">3238 4481 90 0,'-21'-98'45'0,"4"61"-39"16,17 31 57-16,-11 9-63 0,1 6 1 15,-8 16-1 1,0 47 1-16,-6 22-1 0,6-25 0 16,-14 107 0-16,4 6 1 15,7 19-1-15,3-10 1 16,8-16-2-16,10-2 0 16,0-16-4-16,7-22 0 15,17-23-8-15,12-18 1 16,-5-18-1-16,8-26 1 15</inkml:trace>
  <inkml:trace contextRef="#ctx0" brushRef="#br0" timeOffset="30705.81">4374 4330 104 0,'-45'-41'52'0,"30"35"-65"15,15 3 82-15,0 3-70 16,4 9 1-16,7 16-1 0,6 4 0 16,11 11 1-16,11 14 0 15,14 12-1-15,25 3 1 16,-1-4 0-16,5 1 0 16,-12 6 0-16,-10-9 1 15,-11 6 0-15,-6 13 1 16,-15 5 0-16,-21 8 0 15,-14 5-1-15,-14 22 1 0,-29 13-7 16,-20 6 0-16,-18 3-20 16,0 4 0-16,-4-26-1 15,-28-18 0-15</inkml:trace>
  <inkml:trace contextRef="#ctx0" brushRef="#br0" timeOffset="34957.99">23954 2888 68 0,'14'-47'34'0,"10"22"-21"0,-17 21 35 16,4-5-46-16,3 9 1 16,0 0 0-16,4 0 1 15,-8 0-5-15,1 3 1 16,-11 10 3-16,-11 24 1 16,-17 7 0-16,-18 19 1 15,-17 9-1-15,-8 6 0 16,4 23-1-16,0-1 1 0,-3-6-4 15,10-12 1-15,10-4-7 16,12-12 1-16,6-13-10 16,0-9 0-16,11-9 0 15,-4-13 1-15</inkml:trace>
  <inkml:trace contextRef="#ctx0" brushRef="#br0" timeOffset="35307.39">23160 3214 78 0,'-14'-63'39'0,"-7"0"-42"15,14 48 56-15,-1-4-52 16,1 9 0-16,4-8-1 16,6 8 1-16,4 4-1 15,8 6 0-15,6 0 3 16,7 6 0-16,7 4 1 0,8-1 0 15,9 0 0-15,5 7 1 16,-1 6-1-16,8 3 1 16,-8 3-2-16,4 7 0 15,0 3-2-15,0 5 1 16,-3 17-1-16,-1-4 0 16,-3-5-1-16,-7-4 0 15,0-3-1-15,-7-7 0 16,-4-5-6-16,4-14 0 15,-1 1-16-15,-6-16 0 0,0-6 0 16,-4-12 1-16</inkml:trace>
  <inkml:trace contextRef="#ctx0" brushRef="#br0" timeOffset="35911.11">24433 2712 73 0,'-38'-60'36'0,"-29"7"-49"16,45 44 64-16,-16-1-51 16,-12-8 1-16,-10 8 2 15,-7-9 1-15,-7 4-3 16,-3-1 0-16,2-3 3 15,1 7 1-15,4-4-1 16,-4 10 0-16,3 3-1 0,1 6 1 16,-4 12-2-16,3 4 0 15,-3 9-1-15,3 4 0 16,4 9 1-16,-3-1 0 16,6 14-2-16,8 8 1 15,6 10 0-15,15 7 0 16,10 2-1-16,15 1 1 15,6 6-1-15,18 18 0 16,8-5 0-16,9-4 0 0,5 0 0 16,9-12 0-16,5-7-1 15,6 4 1-15,8-13-1 16,10 3 1-16,7-19-1 16,7-9 1-16,7-16-1 15,1-3 1-15,6-15 0 16,0 2 0-16,-3-15-1 15,0-13 1-15,-4-12 0 16,-7 0 0-16,1-13 0 16,-8-6 0-16,-7 0 1 15,3-19 0-15,-13-6 0 16,-8-13 1-16,-6-2 0 16,-8-4 1-16,-14-3-1 15,-10-4 1-15,-11-5-2 16,-14 12 1-16,-21 6-12 15,-32 13 0-15,-36 16-1 16,-73 12 0-16</inkml:trace>
  <inkml:trace contextRef="#ctx0" brushRef="#br0" timeOffset="40832.1">4244 9476 75 0,'-11'-53'37'0,"-17"-4"-36"0,21 51 37 0,-4 3-38 16,-6 15 0-16,3 17 2 16,3 30 0-16,-10 32-1 15,3 38 1-15,8 40 1 16,-8 10 1-16,8 9 0 15,6-16 1-15,-3-15-1 16,7-19 0-16,0-12-3 16,7-20 1-16,-3-18-9 15,24-19 1-15,0-16-2 16,-3-24 0-16</inkml:trace>
  <inkml:trace contextRef="#ctx0" brushRef="#br0" timeOffset="41111.92">5112 9536 87 0,'10'-51'43'0,"-3"29"-48"0,4 22 54 16,-7 13-49-16,3 18 1 15,3 32 0-15,1 22 1 16,-8 24-2-16,1 39 0 15,-4 21 1-15,0 22 0 16,-4 1-1-16,1-23 0 0,-8-12-3 16,4-29 1-16,-3-24-11 15,-1-26 0-15,0-18 0 16,-10-26 0-16</inkml:trace>
  <inkml:trace contextRef="#ctx0" brushRef="#br0" timeOffset="41436.51">4766 9928 81 0,'-49'-44'40'0,"-25"15"-47"16,63 29 62-16,-3 4-55 15,0 5 0-15,3 13 0 16,4 16 0-16,7 24 0 15,11 17 0-15,10 2 0 16,14-2 0-16,4-14 0 0,3-8 1 16,8-23 0-16,3-15 1 15,14-19 0-15,3-15 1 16,8-17 0-16,-8-9 0 16,-3-12 0-16,-7-3 0 15,-10-4-1-15,-8 0 0 16,-10 7-6-16,-4 6 0 15,-10 6-15-15,-4 7 1 0,-7 6-1 16,-7 6 0-16</inkml:trace>
  <inkml:trace contextRef="#ctx0" brushRef="#br0" timeOffset="41822.43">6096 9388 85 0,'-35'6'42'0,"-25"7"-56"16,46-7 76-16,-8 4-59 16,-2 5 1-16,-4 4 0 15,3 3 0-15,-3 6-6 16,6 1 1-16,12-7 3 15,10-4 1-15,10 1-2 16,8 3 0-16,14 0 0 0,17 0 0 16,1 6 0-16,3 4 0 15,3 2 0-15,4 7 1 16,-11 12-1-16,-6 16 0 16,-26 3 0-16,-17 19 1 15,-24 13-2-15,-12 5 1 16,-13 14-2-16,-11-4 1 15,-25-6-3-15,1-3 0 16,-12-13-8-16,22-13 0 0,0-2-11 16,18-13 0-16,10-16 0 15,25-18 1-15</inkml:trace>
  <inkml:trace contextRef="#ctx0" brushRef="#br0" timeOffset="42070.73">7073 10244 102 0,'-7'-6'51'0,"42"3"-79"16,-20 3 106-16,9-3-79 15,19 0 1-15,17-1-5 16,7 1 0-16,3 0-2 0,11-9 0 16,-14-4-3-16,-3 0 0 15</inkml:trace>
  <inkml:trace contextRef="#ctx0" brushRef="#br0" timeOffset="42296.71">6996 10893 106 0,'-43'-22'53'0,"75"13"-67"0,-11 0 80 0,14-7-67 16,18 0 0-16,36-9-3 15,13-6 1-15,18-7-7 16,10-9 1-16,15 0-3 15,0 0 1-15</inkml:trace>
  <inkml:trace contextRef="#ctx0" brushRef="#br0" timeOffset="49164.79">9458 9667 77 0,'0'-28'38'0,"11"16"-36"0,-4 12 39 16,3 3-38-16,4 12 1 15,-3 14 3-15,-4 18 1 0,-7 22-9 16,-7 47 0-16,-7 22 5 16,0 22 0-16,-4 6-8 15,7-10 1-15,11-14-11 16,8-14 1-16,13-21-1 15,-4-29 1-15</inkml:trace>
  <inkml:trace contextRef="#ctx0" brushRef="#br0" timeOffset="49809.35">10869 9990 86 0,'39'-75'43'0,"-71"-10"-51"16,22 67 69-16,-15-4-60 16,-10 6 1-16,-8 13-1 15,-6 15 1-15,-4 17-3 0,4 18 0 16,-1 9 2-16,4 16 0 16,8-9-1-16,13-13 0 15,4-6 0-15,10-16 1 16,8-22 0-16,10-15 0 15,7-19 0-15,7-10 0 16,11-9 0-16,-4 9 1 31,-3 23-1-31,-8 18 1 0,-10 25-1 16,-7 38 0-16,-3 19 0 16,-8 9 0-16,1 3 0 15,-1 3 0-15,4-12-1 16,3-13 1-16,4-15 0 15,0-10 0-15,7-15-1 16,8-4 1-16,2-9-1 16,8-10 0-16,7-8 0 15,10-17 1-15,7-12-1 16,4-22 1-16,4-22-1 16,-4 0 1-16,0 0 0 15,-15 13 0-15,-9 12 0 16,-12 12 0-16,-10 17 0 15,-14 30 0-15,-10 20-1 16,-5 24 1-16,1 17-1 16,4-4 1-16,6 0-2 15,4-13 1-15,10-12 0 16,5-12 0-16,9-13 0 0,4-19 1 16,8-15 0-16,6-23 0 15,4-15-1-15,-1-10 1 16,-9-12-3-16,-5 6 1 15,-6-3-9-15,-7 7 0 16,-11 5-1-16,-7 7 1 16</inkml:trace>
  <inkml:trace contextRef="#ctx0" brushRef="#br0" timeOffset="51644.75">11067 10545 82 0,'-22'-31'41'0,"12"-29"-36"0,10 51 41 16,-4 0-45-16,1-7 1 15,-4 6 2-15,0 7 0 0,-4 10-5 16,1 18 1-16,-1 15 2 15,0 26 1-15,4 6-1 16,0 4 0-16,0-7-1 16,7-10 0-16,0-15 0 15,0-9 0-15,4-17-1 16,6-14 1-16,1-20 0 16,0-19 0-16,-1-18-1 15,1-3 1-15,-1-4-1 16,1 13 1-16,-4 6-1 15,0 10 1-15,-4 9-1 16,1 13 1-16,-4 9 0 16,0 6 0-16,0 10 0 15,4 9 1-15,-1 6-1 16,1-3 0-16,-1 0 0 16,1-2 0-16,-1-1-1 15,-3 0 1-15,0-7-1 0,-3 1 1 16,-1-9-1-16,1-4 0 15,-1-3 0-15,1-6 1 16,3-10-1-16,0-21 0 16,7-10 0-16,0-3 0 15,3 3 0-15,-3 10 1 16,0 12-1-16,-7 15 0 16,-3 14 0-16,-4 18 0 0,-4 25 0 15,1 10 0-15,-5 8 0 16,1 1 1-1,0-3-1-15,7-12 0 0,-3-10 0 16,3-7 1-16,3-15-1 16,8-16 0-16,3-12 0 15,3-16 0-15,4-19 0 16,4-12 1-16,0-3-2 16,-1-1 1-16,1 7 0 15,-4 9 0-15,-3 7 0 16,-4 12 0-16,-7 12 0 15,-4 10 0-15,1 13 0 16,-5 6 1-16,1 6-1 16,4 3 1-16,3 0-1 15,-4 10 0-15,4 0 0 16,-3 5 0-16,-1 1-1 16,1 3 0-16,3 0-4 0,0-9 0 15,7-10-16 1,7-12 0-16,4-25 0 0,-4-29 1 15</inkml:trace>
  <inkml:trace contextRef="#ctx0" brushRef="#br0" timeOffset="52978.08">11652 9830 96 0,'-56'-28'48'0,"-36"-10"-63"0,74 29 84 16,-3-3-68-16,4 5 0 15,6-2-1-15,11 9 1 16,7 0-2-16,11 6 1 16,14 0 1-16,17 7 0 15,28 6-1-15,8 9 1 16,10 6-1-16,1 7 1 15,-5 16 0-15,-13 18 0 0,-18 16-1 16,-21 12 1 0,-29 20-1-16,-17 15 1 0,-24 0-1 15,-19 0 0-15,-17-7-7 16,-7-8 1-16,0-14 0 16,10-21 0-16</inkml:trace>
  <inkml:trace contextRef="#ctx0" brushRef="#br0" timeOffset="53250.97">13931 9736 117 0,'-35'-22'58'0,"-36"79"-72"16,43-20 81-16,-14 26-69 0,-15 34 0 16,-3 13-3-16,0 0 1 15,0-4 3-15,4 4 1 16,0-9-8-16,10-17 1 16,0-15-7-16,4-9 0 15,-1-13 2-15,1-16 0 16</inkml:trace>
  <inkml:trace contextRef="#ctx0" brushRef="#br0" timeOffset="53789.85">13014 9950 107 0,'-21'-19'53'0,"42"34"-68"15,-7-8 86-15,18 11-71 16,10 11 0-16,22 18-1 15,17 9 0-15,11 13-4 16,6 0 0-16,-6 3-6 16,-4-9 1-16,-3-3-3 15,-11-17 0-15,-11-8-2 16,-10-16 0-16,0-10 4 16,-10-18 0-16,-5-19 6 15,-6-16 1-15,-4-28 4 16,-3-19 0-16,-7-7 5 15,-8-11 1-15,-13-4 4 16,-18 3 0-16,-11 6 2 16,-17 23 1-16,-11 6-2 15,-22 18 1-15,-13 13-4 0,-7 22 1 16,-4 13-5-16,4 15 1 16,3 29-4-16,11 24 1 15,-4 20-2-15,11 24 0 16,14 38 0-16,14 10 1 15,25 12-1-15,31-3 0 16,25-25 0-16,29-22 0 16,21-26 0-16,24-18 0 15,7-40 1-15,8-29 1 0,-1-35-1 16,-7-21 1-16,-10-20 0 16,-21-11 0-16,-18-17-1 15,-25-3 1-15,-28 7-7 16,-18 12 1-16,-17 10-20 15,-25 18 0-15,0 13 0 16,4 7 0-16</inkml:trace>
  <inkml:trace contextRef="#ctx0" brushRef="#br0" timeOffset="54015.72">14524 9357 100 0,'113'-44'50'0,"-46"0"-69"15,-50 38 96-15,12 3-78 16,-1 9 1-16,0 25 0 16,-3 29 0-16,-1 43 0 15,-2 32 0-15,-5 44-1 0,-10 18 1 16,0 23-1-16,-3-16 1 16,-4-13-7-16,3-15 1 15,8-35-11-15,0-31 0 16,6-35 0-16,8-50 1 15</inkml:trace>
  <inkml:trace contextRef="#ctx0" brushRef="#br0" timeOffset="54715.72">15998 9881 113 0,'-24'-76'56'0,"-61"17"-80"16,64 40 105-16,-11 3-83 15,-7 10 0-15,-10 18-2 16,-11 20 0-16,0 24 4 16,-7 35 1-16,7 3-3 15,7-3 0-15,7-6 0 16,22-19 1-16,9-19 0 16,15-16 1-16,22-15 0 15,13-16 1-15,18-19-1 16,10-19 1-16,4-12-1 15,0 0 1-15,-3 3-1 16,-8 9 1-16,-10 13-1 16,-11 6 1-16,-10 16-1 15,-7 16 1-15,-4 28-1 16,-21 21 1-16,0 10-1 0,-11 16 1 16,-3 6 0-16,-4 7 0 15,1-10 0-15,-5-10 0 16,8-12-1-16,7-19 1 15,4-12-1-15,10-13 0 16,7-9 0-16,10-7 0 16,11-15-1-16,11-7 1 0,7-9-1 15,18-12 1 1,-1-7 0-16,8-3 1 0,-1-6 0 16,-10 3 0-16,-7 0 0 15,-7 9 0-15,-11 7 0 16,-14 12 0-16,-14 7-1 15,-7 18 1-15,-10 13-1 16,-8 12 0-16,1 16 0 16,3 3 0-16,10 0-1 15,8-3 1-15,10-12 0 16,7-10 1-16,14-9-1 16,7-16 0-16,4-16 0 15,4-12 1-15,-8-10-1 16,-7-3 1-16,-14 7-1 15,-17-4 0-15,-15 1-4 16,-17-1 0-16,-11 7-17 16,-7-1 0-16,-6 1 0 15,-8-16 0-15</inkml:trace>
  <inkml:trace contextRef="#ctx0" brushRef="#br0" timeOffset="55079.94">16753 9473 115 0,'-63'-31'57'0,"-1"15"-80"0,54 19 104 0,-1 0-82 15,1 0 1-15,6 10-1 16,8 2 0-16,10 7 1 16,10 3 0-16,12 13-1 15,24 6 1-15,14 6 0 16,10 4 0-16,19 11 0 16,-4-2 1-16,3 9-1 15,-3 7 0-15,-11 2 1 16,-11 1 0-16,-24-4-1 15,-21 7 1-15,-28 15-1 16,-29 16 0-16,-28-3-1 16,-32 12 0-16,-10 10-15 15,-18-3 1-15,-7-22-1 0,18-32 0 16</inkml:trace>
  <inkml:trace contextRef="#ctx0" brushRef="#br0" timeOffset="56236.42">7260 13941 96 0,'-46'-53'48'0,"50"15"-47"16,10 26 48-16,0-4-49 15,14 7 0-15,18-1 0 16,11 7 0-16,10 6 0 16,3 10 0-16,8-4 0 15,21-2 0-15,10-7-2 16,-10-4 0-16,-1-8-8 16,-6-7 0-16,-14 0-1 15,-15 7 1-15</inkml:trace>
  <inkml:trace contextRef="#ctx0" brushRef="#br0" timeOffset="56475.71">7267 14603 103 0,'-70'13'51'0,"45"24"-66"0,25-31 79 16,0 1-65-16,21-1 0 0,11-9 0 15,35 0 1-15,11-16 0 16,13-6 0-16,19-10-1 16,13 1 0-16,8-10-4 15,-4 3 1-15,0-3-18 16,3 0 0-16,-13 4 0 16,-12-4 1-16</inkml:trace>
  <inkml:trace contextRef="#ctx0" brushRef="#br0" timeOffset="58248.66">10294 12744 101 0,'28'9'50'0,"-70"-3"-47"16,38 0 51-16,-20 23-55 0,-4 40 1 16,-1 25-1-16,5 19 1 15,6 28-1-15,7 6 0 16,4 7-5-16,11-7 1 16,17-6-7-16,4-15 0 15,-1-10 0-15,-6-10 0 16</inkml:trace>
  <inkml:trace contextRef="#ctx0" brushRef="#br0" timeOffset="58474.81">9687 14681 88 0,'-67'7'44'0,"53"5"-53"0,21-15 64 0,18 3-54 16,14-3 0-16,14-10 3 15,21-15 0-15,39-13-5 16,21-18 1-16,28-13 2 16,21-7 0-16,1-8-5 15,-4 5 0-15,-11 22-14 16,-28 23 0-16,-35 27-1 16,-32 26 1-16</inkml:trace>
  <inkml:trace contextRef="#ctx0" brushRef="#br0" timeOffset="59343.19">10760 14863 106 0,'60'63'53'0,"-173"-16"-80"16,88-28 100-16,-10 12-75 16,0 10 1-16,-1 0-1 15,-3-10 1-15,-3-6 1 16,0-12 1-16,-8-20-2 15,8-11 0-15,0-11 0 16,14-8 1-16,10-4 0 0,18-3 0 16,7 0 0-16,14-3 1 15,4 0-1 1,7 13 1-16,6 5-1 0,12 14 1 16,-1 15 0-16,15 15 0 15,-11 20-1-15,-8 31 1 16,-6 25 0-16,-11 12 0 15,-31 20-1-15,-11 8 1 16,-11-2-1-16,-17-7 0 16,-11-12-1-16,-7-7 1 0,-25-12-2 15,-10-12 0-15,0-20-2 16,3-15 0-16,-3-13 0 16,-4-18 0-16,11-13 0 15,14-13 1-15,17-5 0 16,15-14 1-16,17 1 2 15,18 3 1-15,18 0 1 16,17-1 1-16,11 1-1 16,7 3 1-16,14 3-1 15,28 13 0-15,7 12 0 16,4 9 1-16,0 13-2 16,6 19 0-16,12 13 0 15,-8 12 0-15,-10 0 0 16,-14-7 1-16,-11-2-1 15,-11-10 1-15,-10-6 0 16,-18-6 1-16,-6-4-1 16,-8-9 1-16,-4-3-1 15,-2-3 0-15,-1-10-10 0,-4-2 1 16,1-7-2-16,-8-16 1 16</inkml:trace>
  <inkml:trace contextRef="#ctx0" brushRef="#br0" timeOffset="60103.23">19043 3164 74 0,'3'-47'37'0,"-31"-44"-29"15,25 69 38-15,-1 6-43 16,1 3 1-16,-1 10 0 16,8 22 1-16,6 19-6 15,1 25 1-15,-4 49 4 16,0 36 0-16,-7 43-2 15,7 0 1-15,-3-12-2 16,6-13 0-16,8-18-7 16,-1-23 1-16,8-28-2 15,0-18 1-15</inkml:trace>
  <inkml:trace contextRef="#ctx0" brushRef="#br0" timeOffset="61044.65">12933 12270 94 0,'-99'-25'47'0,"0"22"-53"15,78 3 47-15,-14-6-40 16,0-4 0-16,-4 1 3 16,3-1 1-16,1 7-6 15,7 13 1-15,3 18 2 16,15 34 1-16,-4 26-1 0,10 41 0 16,4 28-2-16,0 37 1 15,-3 13-1-15,-8 19 0 16,-10 0 0-16,-4-7 0 15,4-6 0-15,-4 1 0 16,-7-11 0-16,1 4 1 16,3-15-1-16,-1-20 0 15,5-21 0-15,2-20 1 0,8-18-1 16,7-22 0-16,7-16 0 16,7-24 0-16,14-20 0 15,25-19 0-15,21-12-1 16,22-21 0-16,31-20-12 15,42-25 0-15,25-19 0 16,28-28 1-16</inkml:trace>
  <inkml:trace contextRef="#ctx0" brushRef="#br0" timeOffset="63809.88">13303 13336 110 0,'14'22'55'0,"-59"-3"-58"0,34-3 55 0,0 21-54 15,-3 13 1-15,0 13-1 16,-4 22 1-16,-3 28 1 16,-3 9 1-16,-5 19-3 15,1 10 1-15,-4-1 0 16,4-15 0-16,-4-10-10 15,8-5 1-15,6-26-1 16,8-22 1-16</inkml:trace>
  <inkml:trace contextRef="#ctx0" brushRef="#br0" timeOffset="64133.33">13758 13791 99 0,'0'3'49'0,"-42"-19"-57"0,35 16 68 16,-4 3-60-16,-3 1 0 15,-3 5 0-15,-5 7 0 16,1 15-1-16,4 16 1 16,3 10 0-16,6 8 0 15,5-5 0-15,10 0 0 16,4-10 0-16,6-16 0 15,8-6 0-15,7-15 0 16,-1-16 0-16,1-16 1 16,3-15 0-16,1-17 0 0,-5-8 0 15,-6-4 0-15,-11-6 0 16,-7 13 0-16,-10 5-2 16,-11 8 1-16,-4 5-12 15,-7 10 1-15,-3 9-1 16,-4 3 1-16</inkml:trace>
  <inkml:trace contextRef="#ctx0" brushRef="#br0" timeOffset="64466.69">14383 13584 86 0,'0'0'43'0,"0"6"-52"15,3 4 55-15,-3 8-46 16,-3 7 0-16,-4 7 0 0,-4 5 0 16,-7 4 0-16,1 6 1 15,-1 0 2-15,1 10 1 16,-1-7 0-16,7 0 0 16,4-9 0-16,7-10 0 15,11-9-2-15,3-6 1 16,4-26-3-16,3-8 1 15,3-14-1-15,1-5 0 16,-4-10 0-16,-7 3 0 0,-6-3-6 16,-8 6 1-16,-8 0-15 15,-2 0 1-15,-11 10-1 16,-4-7 1-16</inkml:trace>
  <inkml:trace contextRef="#ctx0" brushRef="#br0" timeOffset="64748.56">14827 13126 89 0,'-28'0'44'0,"25"-12"-62"15,3 18 83-15,0 3-62 16,7 4 0-16,-4 9 1 15,4 15 1-15,0 10-6 16,4 22 1-16,-1 13 3 0,-3 18 0 16,-7 4-1-16,0 12 1 15,-10-3-2-15,-4-7 1 16,-11-2-2-16,-7-13 1 16,-10-10-11-16,0-12 1 15,-4-16-1-15,-7-15 1 16</inkml:trace>
  <inkml:trace contextRef="#ctx0" brushRef="#br0" timeOffset="64993.67">15512 14070 102 0,'3'16'51'0,"54"21"-61"16,-22-30 70-16,11-1-62 16,14-6 1-16,7-16-11 15,14-9 1-15,7-6 2 16,0-10 1-16,-7-3-7 16,-14-3 1-16</inkml:trace>
  <inkml:trace contextRef="#ctx0" brushRef="#br0" timeOffset="65216.06">15879 13706 106 0,'-8'28'53'0,"-30"-24"-72"0,34-1 93 15,1 6-74-15,3 7 0 16,10 15-1-16,8 13 1 15,-1 16 0-15,8 15 0 16,-4 22 0-16,8 10 0 16,-5 15-3-16,4-9 0 15,1-10-13-15,-1-5 0 0,0-29 0 16,-7-29 1-16</inkml:trace>
  <inkml:trace contextRef="#ctx0" brushRef="#br0" timeOffset="65464.03">16697 13248 109 0,'32'0'54'0,"-46"-9"-71"16,14 12 90-16,0 3-73 15,7 13 0-15,3 16 0 16,8 21 0-16,10 13 0 15,0 16 0-15,-6 15-1 16,6 22 1-16,-4 1-2 16,1-14 1-16,0 1-10 15,-8-13 1-15,-2-15 0 0,-1-16 0 16</inkml:trace>
  <inkml:trace contextRef="#ctx0" brushRef="#br0" timeOffset="65815.24">17360 13625 107 0,'-49'-3'53'0,"6"-13"-66"0,40 16 75 0,-8 6-63 15,1 7 1-15,3-1-2 16,3 4 1-16,1 12 1 15,3 16 0-15,7 6-1 16,3 16 1-16,8 0 0 16,14 0 0-16,3-4 0 15,0-8 0-15,4-13 0 16,14-16 0-16,-7-10 0 16,-4-18 1-16,-3-16-1 15,-7-12 1-15,-11-13-1 16,-14-12 1-16,-11-7-1 15,-13 13 0-15,-11 3-6 16,-11 6 1-16,-14 3-17 16,-4 10 1-16,-6-3 0 15,10 9 0-15</inkml:trace>
  <inkml:trace contextRef="#ctx0" brushRef="#br0" timeOffset="66076.12">18020 13368 83 0,'49'12'41'0,"-24"-3"-52"0,-18-2 74 15,0 8-58-15,4 7 0 0,-1 3 1 16,1 13 1-16,-1 6-9 16,1 12 0-16,-4 10 6 15,-3 13 1-15,3 2-4 16,0 4 1-16,0-10-4 15,0 0 1-15,-4-15-18 16,1-13 1-16,-4-19-1 16,-4-12 0-16</inkml:trace>
  <inkml:trace contextRef="#ctx0" brushRef="#br0" timeOffset="66405.02">18313 13176 95 0,'-32'0'47'0,"14"10"-61"0,18-10 80 15,7 3-65-15,7-6 0 16,8 6 1-16,13 6 0 15,11 4-3-15,10 6 1 16,4 18 1-16,-3 16 1 16,3 13-1-16,-4 13 1 15,-10-1 0-15,-14 7 0 16,-11 6-1-16,-14-3 1 16,-11-10-1-16,-6-3 1 0,-15-3-6 15,-10-15 0-15,-8-7-9 16,-13 3 1-16,-4-3-1 15,0-3 1-15</inkml:trace>
  <inkml:trace contextRef="#ctx0" brushRef="#br0" timeOffset="66625.25">19579 13995 110 0,'43'22'55'0,"73"-4"-74"15,-74-18 86-15,22-9-80 16,17-7 0-16,11-15-18 0,-4 0 1 16,-4-4 31-16,-17 1 1 15,-17-1-23-15,-22 4 1 16</inkml:trace>
  <inkml:trace contextRef="#ctx0" brushRef="#br0" timeOffset="66866.81">19805 13556 114 0,'-35'9'57'0,"3"26"-89"0,32-23 119 0,0 4-87 15,7 9 0-15,7 19-1 16,0 15 1-16,7 13-1 16,8 10 1-16,2 0-4 15,1 2 1-15,0-12-6 16,3-6 1-16,-3-9-13 16,-4-10 0-16,4-19 0 15,0-25 1-15</inkml:trace>
  <inkml:trace contextRef="#ctx0" brushRef="#br0" timeOffset="67104.96">20779 13211 112 0,'-4'-3'56'0,"-7"3"-83"0,11 6 108 16,4-3-82-16,7 10 1 15,3 12-1-15,3 12 1 16,5 23 0-16,2 15 1 16,1 19-2-16,-4 13 1 15,0 18-1-15,4-6 0 16,-7 7-10-16,-4-16 0 0,-4-16-1 16,-3-22 1-16</inkml:trace>
  <inkml:trace contextRef="#ctx0" brushRef="#br0" timeOffset="67347.49">21280 13443 111 0,'-29'6'55'0,"5"0"-70"16,24 4 81-16,7 5-67 15,3 14 1-15,4 8-1 16,4 10 1-16,-4 13 0 16,0 18 0-16,0 10-3 15,0-6 0-15,-3-7-9 16,3-12 1-16,0-10 0 16,0-9 0-16</inkml:trace>
  <inkml:trace contextRef="#ctx0" brushRef="#br0" timeOffset="67706.78">21699 13659 106 0,'-14'-3'53'0,"-35"0"-67"0,42 6 77 0,0-6-66 15,0 6 0-15,3 0-1 16,4 7 1-16,0 2 4 15,0 7 1-15,0 12-3 16,4 7 0-16,6 6 2 16,4 3 0-16,8 6 0 15,9-6 1-15,12-3-1 16,2-16 0-16,15-12-1 16,4-13 1-16,7-12-1 15,-8-10 1-15,-7-6-1 16,-10-7 0-16,-17 4 0 15,-12-6 0-15,-17 6 0 16,-21-7 0-16,-14 7-6 16,-15 3 1-16,-6 3-9 15,-8-10 0-15,4-2 0 16,11-1 0-16</inkml:trace>
  <inkml:trace contextRef="#ctx0" brushRef="#br0" timeOffset="67990.07">22080 13273 99 0,'0'4'49'0,"0"2"-62"0,4-3 80 16,6-9-67-16,8 9 0 16,10 0-1-16,11 0 1 15,7 3 0-15,3 13 0 16,1 3 0-16,-1 16 1 0,1 6 0 15,-5-4 0-15,-9 17 1 16,-12-1 1-16,-10 7-1 16,-10 9 0-16,-11-6-2 15,-11 6 1-15,-3-9-7 16,-11-7 0-16,-17-5-9 16,-7-8 0-16,-8-2 0 15,-3-3 1-15</inkml:trace>
  <inkml:trace contextRef="#ctx0" brushRef="#br0" timeOffset="68239.24">23213 13807 118 0,'28'69'59'0,"-10"-60"-97"0,-1-12 103 16,26-7-76-16,20 1 0 15,22-16-18-15,6 0 1 16,5 3 29-16,-8 0 1 16,-14 0-21-16,-10-3 1 15</inkml:trace>
  <inkml:trace contextRef="#ctx0" brushRef="#br0" timeOffset="68474.75">23495 13408 119 0,'-7'32'59'0,"42"55"-96"15,-14-52 124-15,15 18-89 16,13 19 1-16,8 13-2 16,-1 6 0-16,0-3 0 15,-3 0 1-15,-14-10-13 16,-4-9 0-16,-3-19 1 16</inkml:trace>
  <inkml:trace contextRef="#ctx0" brushRef="#br0" timeOffset="68763.91">24673 13264 119 0,'-7'6'59'0,"11"35"-83"0,6-16 97 15,1 16-74-15,10 25 0 0,-3 3 0 16,-4 22 1-16,-4 22 0 16,-3-10 0-16,1-6-1 15,-1-6 0-15,0-12-7 16,0-20 0-16,0-2-18 16,3-20 1-16,8-24-1 15,0-19 1-15</inkml:trace>
  <inkml:trace contextRef="#ctx0" brushRef="#br0" timeOffset="68983.36">25312 13320 120 0,'7'16'60'0,"-25"6"-95"16,18-6 126-16,4 18-94 15,3 10 0-15,3 16-1 16,1 12 1-16,3 16 4 0,0 18 1 16,0-2-4-16,-7-10 0 15,0-3-5-15,-3-10 0 16,-1-12-18-16,-3-15 0 16,0-10 0-16,0-29 0 15</inkml:trace>
  <inkml:trace contextRef="#ctx0" brushRef="#br0" timeOffset="69275.39">25647 13574 118 0,'-7'13'59'0,"7"-13"-93"16,0-6 121-16,7 6-88 15,4 9 1-15,-1 7 0 16,4 6 0-16,0 12 0 16,4 26 0-16,7 94-1 15,-18-70-3 1,0-9 1-16,-4-2-6 16,-3-14 1-16,4-15-12 15,-1-13 1-15,8-12-1 16,-8-16 1-16</inkml:trace>
  <inkml:trace contextRef="#ctx0" brushRef="#br0" timeOffset="69567.38">25795 13377 113 0,'18'12'56'0,"-18"-15"-78"0,7 3 104 0,0 3-84 16,7 4 1-16,14 5-2 16,11 4 1-16,10 3 2 15,-3 0 1-15,7 3-3 16,4 9 1-16,-8 7 1 16,-7 2 1-16,-3 10 2 15,-11 16 0-15,-17 13-1 16,-11 2 1-16,-14 1-1 15,-11-4 1-15,-7-15-7 16,-3-7 0-16,-4-18-21 16,4-13 1-16,7-12-1 15,10-13 1-15</inkml:trace>
  <inkml:trace contextRef="#ctx0" brushRef="#br0" timeOffset="69972.27">26215 12894 113 0,'21'-22'56'0,"14"0"-84"0,-10 16 107 0,14 6-81 15,14 0 1-15,10 3-1 16,11 3 0-16,0 4 3 16,-3-1 0-16,0 10-1 15,-4 15 1-15,-4 17 1 16,-3 30 1-16,-11 57 0 15,-13 38 1-15,-22 46-1 16,-25 35 1-16,-24 7-3 16,-18-10 1-16,-14-28-6 15,-7-41 1-15,0-38-17 16,-11-40 0-16,-3-42-1 16,-4-36 1-16</inkml:trace>
  <inkml:trace contextRef="#ctx0" brushRef="#br0" timeOffset="73222.17">10971 12386 83 0,'-28'-103'41'0,"7"-20"-40"16,17 95 42-16,-6-3-43 16,-4-4 0-16,0 1 1 15,0 5 1-15,-15 1-2 16,-6 3 1-16,-4 9 1 15,-7 4 1-15,-3 6 0 16,-7 6 1-16,-8 0-1 16,-10 3 1-16,-11-3-1 15,4 3 0-15,4 6-1 16,10 7 0-16,3 0-1 16,8 9 0-16,6 3-1 15,1 3 1-15,-8 20-1 16,-3 21 0-16,4 15 0 0,3 4 1 15,4 7-1-15,3 11 0 16,3 11 0-16,8-1 1 16,3 3-1-16,4 10 1 15,7 15-1-15,3 4 0 16,1 34 0-16,3 22 0 16,0 25 0-16,3 18 1 0,4 30 0 15,0-8 0-15,7-2-1 16,3-10 1-16,4-15-1 15,18-22 1-15,0-13-1 16,7-10 1-16,10-5-1 16,11-7 0-16,0-3-1 15,0-9 1-15,0-20-1 16,-4-27 1-16,0-26-1 16,1-24 0-16,6-35-1 15,18-26 1-15,-3-39 0 16,10-42 1-16,4-31-1 15,6-25 1-15,22-23 0 16,0-11 1-16,-11-10-1 16,-3-19 0-16,-14-16 0 15,0-15 0-15,-11-16 0 16,-4-22 0-16,-13-6 0 16,3-13 1-16,-22-15-1 0,-16-19 1 15,-15-6 0-15,-11 12 0 16,-14 15 0-16,-10 42 0 15,-11 43-1-15,-10 35 1 16,-18 35-2-16,-18 21 1 16,1 26-5-16,10 12 0 15,21 22-20-15,28 0 0 16,36 0 0-16,20-1 0 16</inkml:trace>
  <inkml:trace contextRef="#ctx0" brushRef="#br0" timeOffset="73546.8">13152 15895 95 0,'-11'-3'47'0,"74"-88"-77"16,-24 50 95-16,35-12-76 0,36-16 1 15,17-6-28-15,35-7 1 16,11 1 42-16,24 5 0 16</inkml:trace>
  <inkml:trace contextRef="#ctx0" brushRef="#br0" timeOffset="73921.91">16902 15327 106 0,'-18'16'53'0,"-14"-16"-82"16,32 0 109-16,4-6-82 15,10-7 1-15,21-9-2 16,32-15 1-16,39-13 1 15,35-7 1-15,46 1-14 0,28 12 0 16,25 6 0-16,7 16 1 16</inkml:trace>
  <inkml:trace contextRef="#ctx0" brushRef="#br0" timeOffset="74303.28">21230 14989 88 0,'-17'-3'44'0,"112"-54"-77"0,-49 41 63 16,31-5-57-16,43 5 1 15,21-3-1-15,22 0 1 16</inkml:trace>
  <inkml:trace contextRef="#ctx0" brushRef="#br0" timeOffset="74629.85">25294 15061 74 0,'141'-38'37'0,"170"-12"-54"16,-216 38 71-16</inkml:trace>
  <inkml:trace contextRef="#ctx0" brushRef="#br0" timeOffset="80032.39">13508 16776 108 0,'-53'25'54'0,"49"88"-56"15,8-78 55-15,7 15-56 16,6 9 1-16,1 23-3 16,3 3 0-16,-3-1 4 15,-1-2 0-15,-3-1-15 16,4-5 0-16,-4-11 1 15,-3-11 1-15</inkml:trace>
  <inkml:trace contextRef="#ctx0" brushRef="#br0" timeOffset="80227.1">14175 17171 105 0,'-11'19'52'0,"-70"38"-70"0,63-32 88 15,-6 22-71-15,-1 9 1 0,0 1-1 16,-3 8 0-16,0 11 0 16,0 15 0-16,6 0-5 15,8-1 0-15,0-2-14 16,7-12 0-16,4-14 0 16,10-18 1-16</inkml:trace>
  <inkml:trace contextRef="#ctx0" brushRef="#br0" timeOffset="80452.14">15127 17501 108 0,'-32'3'54'0,"8"37"-81"15,20-27 104-15,-3 15-78 16,0 10 1-16,0 6-1 15,-4 15 1-15,1 13 0 0,-4 16 0 16,-4 0-2-16,4 0 1 16,0-4-7-16,3-5 0 15,4-16 0-15,4-16 0 16</inkml:trace>
  <inkml:trace contextRef="#ctx0" brushRef="#br0" timeOffset="80760.61">15039 17306 108 0,'-64'19'54'0,"8"40"-68"0,49-43 75 0,-4 6-62 16,-3 6 0-16,-3-3-1 15,-5 7 1-15,1-1 1 16,-3-3 1-16,-1 4-2 15,4-7 1-15,0-3 0 16,3-7 1-16,11 14 0 16,14-4 0-16,7 0-1 15,14-6 1-15,18-10-1 16,21-12 1-16,28-3-5 16,15-13 0-16,10-6-12 15,14-13 0-15,-7 7 0 16,-14-1 1-16</inkml:trace>
  <inkml:trace contextRef="#ctx0" brushRef="#br0" timeOffset="80999.23">15794 17522 104 0,'-11'4'52'0,"18"-17"-75"0,7 10 87 15,11-3-66-15,14-10 0 16,14-6-8-16,17 0 0 0,5-3 8 16,2 0 1-16,-6 3-9 15,-8 3 0-15,-10 7-8 16,-14 8 1-16,-14 11 3 16,-22 18 0-16</inkml:trace>
  <inkml:trace contextRef="#ctx0" brushRef="#br0" timeOffset="81153.98">15826 17958 102 0,'0'3'51'0,"35"-31"-82"16,-7 16 103-16,22-13-79 16,20-10 1-16,22-12-30 15,14 0 0-15,-8-3 39 16,-13 0 1-16</inkml:trace>
  <inkml:trace contextRef="#ctx0" brushRef="#br0" timeOffset="81533.73">12125 17491 102 0,'-64'22'51'0,"54"47"-73"16,10-53 94-16,3 18-73 15,8 10 1-15,3 13 0 16,4 12 0-16,6-4 0 16,1 14 0-16,3-7-1 15,4-6 0-15,0-4-6 16,3 1 0-16,7-3-10 15,-3-1 1-15,-7-2 0 16,-7-7 0-16</inkml:trace>
  <inkml:trace contextRef="#ctx0" brushRef="#br0" timeOffset="81849.49">12121 17309 99 0,'-24'-31'49'0,"-1"-29"-69"0,29 48 88 0,6-4-70 16,4 4 1-16,4 2-1 16,3 7 1-16,0 6 1 15,-3 13 1-15,-4 12-1 16,-3 19 0-16,-11 16 1 15,-4 3 0-15,-7 6 0 16,-3-3 1-16,-7 3-4 16,0-9 0-16,-4-7-12 15,8-12 0-15,3-13 0 16,7-12 0-16</inkml:trace>
  <inkml:trace contextRef="#ctx0" brushRef="#br0" timeOffset="82108.96">12559 17642 87 0,'-60'25'43'0,"14"-3"-45"0,28-16 67 16,4-3-64-16,11-3 0 15,10-3 0-15,14-3 0 16,11-7-2-16,14-3 0 16,14-9-1-16,10 0 0 15,11 0-7-15,0 0 0 0,-10 9-9 16,-8 13 1-16,-20 10 0 16,-15 5 0-16</inkml:trace>
  <inkml:trace contextRef="#ctx0" brushRef="#br0" timeOffset="82285.85">12492 18024 75 0,'-42'32'37'0,"-43"8"-45"16,74-33 64-16,4-1-56 16,7 0 1-16,21-9 0 15,15-10 0-15,17-8-5 16,7-20 0-16,24-16-13 15,19 1 0-15,2-7 0 16,12 13 0-16</inkml:trace>
  <inkml:trace contextRef="#ctx0" brushRef="#br0" timeOffset="83611.44">17103 17065 89 0,'-21'-7'44'0,"52"-11"-72"16,-10 14 89-16,15-2-62 15,20 3 1-15,11 3-1 16,4 9 0-16,-8 10 1 16,-3 13 0-16,-14 11-1 15,-18 14 1-15,-14 15 0 16,-17 3 1-16,-15-6 0 0,-14 3 1 16,-17-6 0-16,-7-3 0 15,-4-10-1-15,7-6 1 16,7-6-1-16,11-6 0 15,6-1-1-15,12-3 1 16,13 4-1-16,15-7 0 16,13 0-1-16,19-3 1 15,3-9-2-15,17-13 1 16,4-9-10-16,18-16 1 0,14-19-1 16,-1-18 1-16</inkml:trace>
  <inkml:trace contextRef="#ctx0" brushRef="#br0" timeOffset="83890.68">18165 17165 97 0,'-53'13'48'0,"14"-4"-71"16,35 0 79-16,1 7-56 15,6 3 0-15,8 3 1 16,10 9 0-16,4 13 0 16,14 12 1-16,3 4 0 15,0 9 0-15,-3 3 0 16,0-3 0-16,-14 3-2 16,-8-9 0-16,-6-10-8 0,-8-6 0 15,-6-12-11-15,-8-13 1 16,-10-13-1-16,3-3 1 15</inkml:trace>
  <inkml:trace contextRef="#ctx0" brushRef="#br0" timeOffset="84053.27">17960 17290 89 0,'21'-22'44'0,"-3"-18"-63"0,-1 27 84 0,19-6-68 16,17-3 0-16,14-3-12 15,-15 6 1-15,61-6 15 16,4-6 1-16</inkml:trace>
  <inkml:trace contextRef="#ctx0" brushRef="#br0" timeOffset="84286.49">19431 16751 91 0,'25'22'45'0,"-39"3"-48"15,14-12 63-15,-4 2-59 16,4 10 0-16,0 7 0 16,0 5 1-16,0 20-3 15,-7 15 0-15,3 16 1 16,-3 12 1-16,0 7-2 16,-3-10 1-16,-4-3-6 0,0-6 0 15,-1-13-14-15,5-15 0 16,-4-16 0-16,0-22 0 15</inkml:trace>
  <inkml:trace contextRef="#ctx0" brushRef="#br0" timeOffset="84554.06">19177 17143 106 0,'-60'-25'53'0,"28"37"-84"0,29-15 106 0,-1 3-76 16,1 0 1-16,-1 0-1 16,4 0 0-16,0 0 1 15,7 3 0-15,0-3-1 16,4 7 1-16,-1-1 0 16,1-3 1-16,3 3 0 15,-3-2 0-15,-1-4-1 16,1 0 1-16,-1-4-6 15,-2-2 1-15,-1-6-16 16,-4-4 1-16,-6-3-1 16,-1-6 0-16</inkml:trace>
  <inkml:trace contextRef="#ctx0" brushRef="#br0" timeOffset="84890.48">19914 17062 89 0,'-35'9'44'0,"3"29"-67"0,25-23 79 16,-3 7-56-16,-1 3 0 15,0 0 1-15,1-3 0 0,3 0 0 16,7-6 0-16,0-7 3 15,7-2 0-15,3-11 1 16,8-5 0-16,3-10 0 16,0 0 0-16,4-6-2 15,-4-3 1-15,-3 0-4 16,0 3 1-16,-8-3-15 16,-3 3 1-16,-3 6-1 15,-11 3 0-15</inkml:trace>
  <inkml:trace contextRef="#ctx0" brushRef="#br0" timeOffset="85198.13">18715 18181 102 0,'-53'25'51'0,"14"0"-64"0,36-19 79 0,-1 1-65 16,4-1 1-16,7-3-2 15,4-3 1-15,10-9-8 16,11-13 0-16,10-3-11 16,7-10 0-16,8 10-1 15,-8-3 0-15</inkml:trace>
  <inkml:trace contextRef="#ctx0" brushRef="#br0" timeOffset="85519.64">17237 18469 108 0,'-67'-3'54'0,"84"0"-84"16,1 0 101-16,24-6-72 0,18-7 1 15,21-9 0-15,32-6 0 16,21-7 0-16,29-6 1 16,27 0-1-16,11 6 1 15,14 1-1-15,1 2 1 16,-19 1-1-16,-6 9 0 16,-29 3-9-16,-21 9 1 15,-28 4-13-15,-21-1 1 16,-29 7 0-16,-31 3 0 0</inkml:trace>
  <inkml:trace contextRef="#ctx0" brushRef="#br0" timeOffset="85783.63">17699 18636 100 0,'-64'22'50'0,"-24"-16"-77"15,74-9 98-15,3 0-71 16,4-4 0-16,7-2 0 16,11-7 1-16,10 1-1 15,25-10 0-15,35-7 1 16,36-2 1-16,34-7-1 16,33-3 0-16,17 6 0 15,21-2 1-15,0 5-5 16,1 4 0-16,-15 3-16 0,-21 6 1 15,-25-4-2-15,-28-2 1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12:13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1577 1339 80 0,'-21'-54'40'0,"21"45"-38"15,0 9 41-15,0 19-42 16,0 6 0-16,3 25 1 16,-3 28 1-16,0 54-2 15,-3 19 1-15,-4 30 2 16,7 23 0-16,7 0-1 15,-4-13 1-15,4-15-2 16,11-22 1-16,-7-20-6 0,3-17 1 16,3-14-12-16,-6-18 0 15,7-26 0-15,-4-24 1 16</inkml:trace>
  <inkml:trace contextRef="#ctx0" brushRef="#br0" timeOffset="835.48">2762 1636 84 0,'-10'-62'42'0,"-29"15"-46"16,28 31 62-16,-20 4-56 15,-15 12 0-15,-7 9 0 16,-7 22 1-16,-7 19-5 16,-4 32 0-16,4 15 3 15,4 10 0-15,6-1-1 16,15 4 0-16,21-22 0 15,10-22 0-15,15-16 1 16,17-25 1-16,14-34-1 0,7-13 0 16,8-19 0-16,17-3 1 15,-14-9-1-15,7 9 1 16,-14-9 0-16,-4 9 0 16,-14 9 0-16,-7 13 0 15,1 10 0-15,-5 9 0 16,-6 12-1-16,-1 7 0 15,-10 2 0-15,-7 20 0 16,4 12-1-16,-18 32 1 0,3 15-1 16,-14 16 1-1,4 25-1-15,7 9 0 0,0 1 0 16,14-29 0-16,7-13 0 16,17-24 0-16,4-23 0 15,8-21 0-15,-5-16 0 16,12-25 0-16,-1-16 1 15,0-15 0-15,-3-10 0 16,-4-10 0-16,0 4 0 16,-3-12 0-16,3 11-1 15,-7 4 1-15,-3-6-1 16,3 9 1-16,-10 6-1 16,-4 4 1-16,-7 6-1 15,0 15 1-15,-11 19-1 16,-6 20 0-16,6 11 0 15,0 26 0-15,4 6 0 16,14-3 1-16,8-4-1 0,9-18 0 16,8-9 0-16,-4-16 1 15,4-13 0-15,0-22 0 16,-4-12 0-16,-10-19 0 16,-8-6 0-16,1 3 1 15,-18 3-4-15,-7-4 0 16,-4 4-7-16,0 7 1 15,4 2-1-15,-11-6 1 16</inkml:trace>
  <inkml:trace contextRef="#ctx0" brushRef="#br0" timeOffset="1174.26">3200 1552 96 0,'-60'-88'48'0,"-18"47"-42"16,64 29 52-16,-11-7-55 16,4 0 0-16,3 7 0 15,8 8 0-15,6 14-5 16,15 5 1-16,17 7 2 15,22 22 1-15,10 19-2 16,10 25 0-16,4 9 0 16,21 10 1-16,-6-1 1 15,-8 13 1-15,-21 13-1 0,-11-16 1 16,-21 0-1-16,-14-6 1 16,-17 6-9-16,-32-3 1 15,-15-13-2-15,-13 1 0 16</inkml:trace>
  <inkml:trace contextRef="#ctx0" brushRef="#br0" timeOffset="1516.85">1658 4873 89 0,'-42'-41'44'0,"45"57"-24"16,4-7 36-16,4 13-54 15,-1 19 0-15,-2 37 0 16,2 29 1-16,-6 18-4 0,3 41 0 16,-7 4-2-16,0 8 1 15,-11-8-14-15,11-7 1 16,-10-28-1-16,2-13 0 16</inkml:trace>
  <inkml:trace contextRef="#ctx0" brushRef="#br0" timeOffset="2120.34">2692 5061 94 0,'17'-97'47'0,"-24"24"-57"15,7 45 72 1,-10-13-60-16,3-2 1 0,-7-8 0 16,3 7 1-16,-24 10-5 15,3 6 1-15,-17 22 2 16,-1 21 0-16,1 23-1 16,-1 18 0-16,-3 20-1 15,8 18 1-15,9 3-2 16,1-6 1-16,14-13-1 15,17-9 0-15,-3-22 0 16,18-12 0-16,6-17 0 16,8-14 1-16,10-20 0 15,4-22 1-15,4-9 0 0,6 0 0 16,-10 3 1-16,-7 7 0 16,17-7 2-1,-31 25-3-15,-8 19 0 16,1 19-1-16,-11 22 1 15,0 18-1-15,-7 10 0 16,-7 13-1-16,-11 24 1 16,4-12 0-16,0 4 0 0,-1-4 0 15,5-16 1-15,6-15 0 16,1-10 1 0,10-12 0-16,10-10 0 0,11-21 0 15,8-14 1-15,9-14-2 16,1-11 0-16,4-11-5 15,-1-1 0-15,-3-9-17 16,-1 0 1-16,-6 6-1 16,-4-10 1-16</inkml:trace>
  <inkml:trace contextRef="#ctx0" brushRef="#br0" timeOffset="2253.06">2963 5390 104 0,'7'-6'52'0,"-3"21"-64"16,3-2 89-16,-7 15-76 15,0 16 1-15,-7 22-1 16,3 22 0-16,4 15-6 16,-7-2 1-16,4 5-10 0,3 1 0 15,-7-19-1 1,3-23 0-16</inkml:trace>
  <inkml:trace contextRef="#ctx0" brushRef="#br0" timeOffset="2629.75">3281 4663 104 0,'17'-41'52'0,"-45"6"-64"0,28 26 79 0,0-1-67 16,0 14 0-16,7 5 0 15,4 7 1-15,10 9-2 16,11 12 1-16,7-2 0 16,21 15 0-16,0 13-1 15,7 21 1-15,3 7 0 16,-10 10 1-16,-18 2 0 15,-10-2 1-15,-14 15 0 16,-18 3 0-16,-18-6-2 16,-24-4 1-16,-18-5-9 15,-11-7 1-15,1-9-2 0,-1-32 1 16</inkml:trace>
  <inkml:trace contextRef="#ctx0" brushRef="#br0" timeOffset="2986.98">4265 2464 107 0,'-11'-69'53'0,"93"13"-61"16,-51 40 69-16,36 4-62 15,25-4 1-15,25-3 0 16,17 4 0-16,14 2 0 15,7 0 0-15,-10 1-1 16,10 6 0-16,-25 2-6 16,-13 4 1-16,-22 0-1 15,-21 0 1-15</inkml:trace>
  <inkml:trace contextRef="#ctx0" brushRef="#br0" timeOffset="3438">4233 5161 100 0,'-38'-3'50'0,"2"-60"-52"16,43 51 61-16,0-1-58 15,15-9 1-15,16 3 0 16,12-3 0-16,24-6-3 16,32 6 1-16,7 0 2 15,6 4 0-15,8 5-2 16,4 4 1-16,-11-1 0 16,-4 7 0-16,-10 0-5 0,-7 3 1 15,7-6-17-15,-14 3 0 16,-11-10 1-16,-7 0 0 15</inkml:trace>
  <inkml:trace contextRef="#ctx0" brushRef="#br0" timeOffset="3859.84">6237 1423 99 0,'4'-75'49'0,"24"-32"-61"15,-18 89 84-15,8 8-71 16,0 4 0-16,6 25-1 16,5 34 1-16,-1 16-2 15,-3 28 1-15,-8 29 0 0,1 12 1 16,-15 9-2-16,4 10 1 15,0 0-1-15,-3-23 0 16,-8-8-9-16,-3-4 1 16,-3-15-1-16,-11-16 0 15</inkml:trace>
  <inkml:trace contextRef="#ctx0" brushRef="#br0" timeOffset="4236.43">7080 1909 93 0,'32'-44'46'0,"-43"-68"-51"0,15 93 59 0,-8 0-53 16,1 0 0-16,-1 3 0 15,1 13 1-15,-4 3-3 16,-4 19 0-16,-6 16 1 15,2 18 1-15,1 3-1 16,11 4 0-16,-4 3 0 16,14-10 0-16,7-3 0 15,11-6 0-15,6-13 0 16,8-18 1-16,4-7 1 16,-1-15 0-16,-3-13 0 0,-1 0 1 15,-9-16 0-15,-8 4 0 16,-14-16-2-16,-7 3 1 15,-21-1-6-15,-4 14 0 16,0 0-15-16,-13 5 0 16,-1 4-1-16,0-9 0 15</inkml:trace>
  <inkml:trace contextRef="#ctx0" brushRef="#br0" timeOffset="4534.09">7719 1169 94 0,'-18'-41'47'0,"15"41"-59"16,3 7 81-16,3-1-69 16,4 16 0-16,7 9 1 15,15 10 1-15,13 9-2 16,18 4 0-16,14 8 1 15,0 4 0-15,-3 19-1 16,-4 6 1-16,-14-10 0 16,-15 7 0-16,-20-13 0 15,-18 1 0-15,-39 5-3 16,-28 16 1-16,-21-6-22 16,-18-3 1-16,-28-6-1 0,14-20 0 15</inkml:trace>
  <inkml:trace contextRef="#ctx0" brushRef="#br0" timeOffset="4898.64">6241 4057 103 0,'-14'-72'51'0,"-11"53"-73"0,25 26 99 0,-4-4-77 15,1 3 0-15,3 41-1 16,3 16 1-16,4 12 0 15,4 16 1-15,0 19-1 16,-1 15 1-16,-6 1-1 16,3 5 1-16,0 4-6 15,-4-13 1-15,-3-15-11 16,0-16 0-16,0-22-1 16,-7-19 1-16</inkml:trace>
  <inkml:trace contextRef="#ctx0" brushRef="#br0" timeOffset="5278.78">6957 4412 93 0,'-11'-35'46'0,"-3"16"-54"0,14 16 72 15,-10 0-64-15,-5 9 0 16,1 10 0-16,-3 3 0 0,-1 15 0 16,4 20 0-16,-4-1 0 15,4 3 0-15,11-2 0 16,3-1 0-16,7-12 0 16,21 0 0-16,-3-19 2 15,10-4 0-15,4-15 0 16,3-12 1-16,-10-7-1 15,0-6 1-15,-8-6 0 16,-6 3 0-16,-15-13-3 16,-10 4 0-16,-14 0-8 15,-11-4 0-15,-10 3-1 16,-7 1 1-16</inkml:trace>
  <inkml:trace contextRef="#ctx0" brushRef="#br0" timeOffset="5573.16">7250 4026 103 0,'-46'-19'51'0,"46"63"-58"0,3-35 66 16,8 4-59-16,6 9 0 15,5 6 0-15,6 4 0 16,28 46 1 0,-6 13 1-16,-4-3 1 15,-18 6 0-15,-11 0 1 16,-17-6 0-16,-17 9-1 16,-18-3 1-16,-18 0-8 15,-4-3 1-15,1-19-2 16,6-16 0-16</inkml:trace>
  <inkml:trace contextRef="#ctx0" brushRef="#br0" timeOffset="8629.64">8876 2025 71 0,'-35'-9'35'0,"10"-35"-25"0,18 35 36 15,3-1-42-15,-3 4 0 16,7 0 1-16,11 3 1 16,10 3-8-16,21-10 1 15,29 1 5-15,21-1 0 16,140-49-2 0,-6 12 0-16,-7-7-1 15,-25 4 1-15,-21 6-2 16,-32 13 1-16,-14 6-3 15,-21 6 1-15,-25 13-13 16,-25 12 1-16,-24 7-1 16,-25 9 1-16</inkml:trace>
  <inkml:trace contextRef="#ctx0" brushRef="#br0" timeOffset="8992.14">8378 5036 103 0,'50'-16'51'0,"73"-3"-68"0,-77 10 85 16,21-4-68-16,28 1 0 15,25-1-1-15,18-3 1 0,10-5-1 16,7 5 1-16,1-9-2 15,-5 0 0-15,-3-7-10 16,-3-2 0-16,-21-23 0 16,-15-2 0-16</inkml:trace>
  <inkml:trace contextRef="#ctx0" brushRef="#br0" timeOffset="9314.29">11042 865 106 0,'-21'-78'53'0,"24"49"-68"0,1 29 83 15,3 13-69-15,3 18 1 16,1 23-1-16,-4 18 1 16,-3 38 0-16,-4 2 1 15,-7 14-2-15,-8 24 1 16,1 4-3-16,0-25 1 16,4-7-8-16,3-15 0 15,7-7 0-15,3-12 1 0</inkml:trace>
  <inkml:trace contextRef="#ctx0" brushRef="#br0" timeOffset="9712.4">11264 1912 103 0,'46'-43'51'0,"25"-102"-63"16,-43 117 73-16,21-22-62 15,11 3 0-15,7-16-5 16,4 0 1-16,-4 1 5 16,-7-1 0-16,-11 10-3 15,-7-10 0-15,-6 13 1 0,-1-7 0 16,-7 4 3-16,-7 6 1 15,1-6 1-15,-1-1 0 16,-4 10 0-16,-6 10 1 16,0 18-1-16,-4 23 1 15,-11 18-2-15,1 28 0 16,-8 38-1-16,-3 25 1 16,-4 25-2-16,4 38 1 15,0-7-6-15,0-6 0 0,7-2-14 16,3-14 0-16,-3-43-1 15,-3-32 1-15</inkml:trace>
  <inkml:trace contextRef="#ctx0" brushRef="#br0" timeOffset="9984.33">10587 771 101 0,'-11'-94'50'0,"-17"6"-68"16,21 79 91-16,0 2-73 16,-7 33 0-16,-4 27-1 15,-6 38 1-15,-5 40 0 16,-2 33 0-16,-5 39-1 0,15 20 1 15,3-7-6-15,11-2 1 16,11-36-7-16,10-27 0 16,4-41 0-16,-1-29 0 15</inkml:trace>
  <inkml:trace contextRef="#ctx0" brushRef="#br0" timeOffset="10641.2">10333 520 95 0,'-7'-66'47'0,"56"44"-59"16,-24 13 72-16,21-4-61 15,28 7 1-15,28 3 0 16,29-6 0-16,24-1 0 16,18-2 0-16,7-7 0 15,14 0 0-15,-7-9 0 16,-14 0 1-16,-4 2-1 16,-25 17 1-16,-24-10 0 15,-21 10 0-15,-14 9-1 16,-18 3 1-16,-11 13 0 0,-10 6 0 15,-3 9-1 1,-12 13 0-16,-6 3 0 0,-7 25 0 16,-4 25 0-16,-7 19 0 15,-4 3 0-15,1 38 0 16,-4-6 0-16,0 12 0 16,0 9 0-16,3-2 0 15,-3-20 0-15,4 16 0 16,-1-18-1-16,-3-10 1 0,-10-22-1 15,-4-13 0-15,-11-18 0 16,-17-19 1-16,-18-16-1 16,-18-9 1-16,-17-1-1 15,-25-15 1-15,-28 4 0 16,-18 5 1-16,-28-12-1 16,-4 19 0-16,-10-16 0 15,11-3 0-15,17-3 0 16,21-4 1-16,25-33 0 15,25-11 0-15,24-5 0 16,25-26 1-16,21-12-4 16,22-19 1-16,17 3-15 15,17 7 1-15,11 9-1 16,1 0 0-16</inkml:trace>
  <inkml:trace contextRef="#ctx0" brushRef="#br0" timeOffset="11028.85">11183 4073 107 0,'18'-19'53'0,"13"73"-73"15,-23-29 94-15,-1 12-75 16,0 17 1-16,-4 27-2 16,1 19 1-16,-4 13-4 15,3-3 0-15,-3 12-19 16,0 10 0-16,-3-19 0 16,-4-13 0-16</inkml:trace>
  <inkml:trace contextRef="#ctx0" brushRef="#br0" timeOffset="11405.74">11659 4547 81 0,'71'-110'40'0,"31"60"-53"0,-63 28 76 16,10-10-63-16,4 4 1 0,-7 0 0 16,-4 0 1-16,-6-1-1 15,-8 4 0-15,-7-3 3 16,-7 3 0-16,-3 6 0 16,-1-3 1-16,-3 10 0 15,1 15 0-15,-1 22-1 16,0 22 0-16,-7 28-1 15,-4 51 0-15,-10 21-1 16,0 35 0-16,-7-3-3 16,-4-10 1-16,-3-6-11 15,0-22 0-15,-8-22-1 16,-17-34 1-16</inkml:trace>
  <inkml:trace contextRef="#ctx0" brushRef="#br0" timeOffset="11651.35">10696 4195 97 0,'-46'-62'48'0,"22"18"-47"0,24 37 62 31,-11 76-63-31,-3 44 1 16,3 32 0-16,-6 43 0 0,6 12-2 16,1 10 1-16,6 4-4 15,4-26 1-15,0-25-10 16,4-25 1-16,3-28-1 16,-4-32 1-16</inkml:trace>
  <inkml:trace contextRef="#ctx0" brushRef="#br0" timeOffset="12239.49">10456 3929 107 0,'-14'-38'53'0,"-7"-15"-68"16,28 40 84-16,4 1-70 15,6-4 0-15,19-3-1 0,24 0 0 16,21-6 2-16,18-9 0 16,17-7-1-16,25 0 0 15,0-9 0-15,11 0 0 16,0 12 1-16,-15 13 0 15,-6 6 0-15,-18 10 1 16,-4 9 0-16,-14 0 0 0,-10 19-1 16,-4 0 1-16,-3 15-1 15,-4 10 1-15,-4 9-1 16,-3 10 0-16,-10 25-1 16,-4 25 1-16,-11 12 0 15,-10 16 0-15,-8 19 0 16,-13 0 0-16,-4 3 0 15,-7 19 1-15,-4-19-1 16,-3-9 1-16,-3 3-1 16,-1-4 1-16,-3-27-1 15,-7-7 1-15,-4-22-1 16,-21-12 0-16,-14-10 0 16,-17-6 0-16,-22-3 0 15,-24-16 0-15,-22-12 0 16,-31-10 0-16,-18-12 0 15,0-10 0-15,-4-9-1 16,18-13 1-16,28-3-8 16,22-12 1-16,35-13 0 0,24-19 0 15</inkml:trace>
  <inkml:trace contextRef="#ctx0" brushRef="#br0" timeOffset="12628.54">12926 1357 98 0,'-67'-78'49'0,"70"31"-51"16,11 41 58-16,32-4-56 16,21 1 0-16,39-4 0 15,32 7 0-15,17-19 0 16,25 12 0-16,-4-2 0 15,-6 5 0-15,-8 1-1 16,-10 0 0-16,-22 2-5 16,-17 4 0-16,-21 3-13 15,-22 10 0-15,-20 11 0 0,-29 23 0 16</inkml:trace>
  <inkml:trace contextRef="#ctx0" brushRef="#br0" timeOffset="12965.88">12534 5114 109 0,'11'-16'54'0,"98"1"-80"15,-59 5 105-15,34-2-80 16,26-7 0-16,27-3-1 16,18-3 1-16,8-10 0 15,2 1 1-15,-6-1-6 16,-7-5 0-16,-15-4-11 15,-20-3 0-15,-22-10 0 16,-21 4 0-16</inkml:trace>
  <inkml:trace contextRef="#ctx0" brushRef="#br0" timeOffset="13513.69">15395 501 86 0,'-21'-47'43'0,"10"25"-45"0,11 29 69 15,-3-1-67-15,-1 16 1 16,-6 37 1-16,-1 48 0 15,1 9-2-15,-1 44 0 16,4-3 1-16,7 22 0 16,4-20-4-16,-1-11 0 15,1-20-13-15,-4-24 1 16,0-29 0-16,-4-25 0 0</inkml:trace>
  <inkml:trace contextRef="#ctx0" brushRef="#br0" timeOffset="13692.94">15628 1426 99 0,'42'-69'49'0,"71"-3"-64"16,-70 47 82-16,17-3-68 15,24 0 1-15,12 12-15 16,9-9 0-16,1 3 15 15,-7-9 1-15</inkml:trace>
  <inkml:trace contextRef="#ctx0" brushRef="#br0" timeOffset="13903.49">16157 768 86 0,'-28'9'43'0,"-7"-24"-41"0,31 21 48 15,1 3-48-15,3 16 1 16,0 13-1-16,0 25 1 16,0 18-5-16,0 32 1 15,-4 13-3-15,1-10 1 16,3 0-11-16,7 0 0 16,0-29 0-16,3-21 0 0</inkml:trace>
  <inkml:trace contextRef="#ctx0" brushRef="#br0" timeOffset="14192.77">16616 457 95 0,'-11'-37'47'0,"-10"-7"-58"16,21 34 80-16,-3 1-68 15,6 12 0-15,8 3-1 16,10 20 1-16,14 11-2 16,14 35 1-16,8 26 0 15,-1 8 1-15,-3-5-1 16,-10 30 0-16,-8-15 0 16,-28-6 0-16,-25-3-1 15,-28-10 1-15,-21 3-11 0,-21 7 1 16,-7-10-1-16,-14-9 0 15</inkml:trace>
  <inkml:trace contextRef="#ctx0" brushRef="#br0" timeOffset="14516.17">14813 4148 112 0,'-28'3'56'0,"0"104"-71"15,17-69 86-15,-3 31-72 16,0 28 0-16,0 9-3 16,-7 7 0-16,3 10-2 15,4-7 1-15,10-16-4 16,8-15 1-16</inkml:trace>
  <inkml:trace contextRef="#ctx0" brushRef="#br0" timeOffset="14733.55">14855 4998 106 0,'8'-19'53'0,"59"-25"-62"0,-36 29 68 0,33-14-60 15,17-11 0 1,18-7-10-16,7-10 0 0,3 1-2 15,4-1 0-15,-11 4-6 16,-14-7 0-16</inkml:trace>
  <inkml:trace contextRef="#ctx0" brushRef="#br0" timeOffset="14931.96">15406 4336 103 0,'-35'0'51'0,"6"19"-68"16,29-9 95-16,0 2-78 16,0 16 0-16,0 29 0 15,0 2 0-15,0 17-2 16,0 5 0-16,0 10-10 16,4 6 0-16,3-9-1 15,7-6 1-15</inkml:trace>
  <inkml:trace contextRef="#ctx0" brushRef="#br0" timeOffset="15270.72">15801 3847 109 0,'-11'-53'54'0,"11"37"-67"0,4 16 83 0,6 7-71 16,5 5 1-16,6 7-2 16,10 6 1-16,12 16 1 15,13 12 0-15,1 19-1 16,10 0 1-16,-4 13 0 15,1 15 0-15,-15 1 1 16,-14 2 1-16,-13-3 0 16,-22 1 1-16,-22-7-3 15,-13 3 0-15,-18-3-14 16,-10-9 1-16,-8-13-2 16,4-28 0-16</inkml:trace>
  <inkml:trace contextRef="#ctx0" brushRef="#br0" timeOffset="16812.03">17141 1135 84 0,'18'-28'42'0,"14"18"-43"16,-18 4 43-16,4 3-45 15,3 3 1-15,11-7-3 16,-1 7 1-16,5 0-3 16,2-9 0-16,5 0-3 15,6-10 0-15</inkml:trace>
  <inkml:trace contextRef="#ctx0" brushRef="#br0" timeOffset="16986.93">17064 1473 80 0,'-53'10'40'0,"35"18"-44"0,18-28 60 15,7 6-55-15,15-6 0 16,9 0-3-16,12-6 1 15,13 3-9-15,18-6 0 0,4-7 0 16,10-19 0-16</inkml:trace>
  <inkml:trace contextRef="#ctx0" brushRef="#br0" timeOffset="17194.74">18355 385 86 0,'-3'-25'43'0,"-8"41"-51"15,7-7 64-15,-3 7-56 16,-3 12 0-16,3 7 0 16,0 2 1-16,3 17-5 15,4 15 0-15,7-7-16 16,0 1 0-16,-3 0 0 15,-1-10 1-15</inkml:trace>
  <inkml:trace contextRef="#ctx0" brushRef="#br0" timeOffset="17371.62">17868 1357 87 0,'-3'-9'43'0,"3"3"-59"0,10 3 86 15,11 3-69-15,22 0 0 16,17-10-5-16,28-15 1 0,25 0-4 16,14-3 0-16,10 0-1 15,-10 2 0 1</inkml:trace>
  <inkml:trace contextRef="#ctx0" brushRef="#br0" timeOffset="17600.75">17660 1847 99 0,'-3'-16'49'0,"91"-28"-60"15,-46 28 72-15,22 4-66 16,20-7 0-16,8-3-8 15,0 9 1-15,6-2 7 16,-9 2 0-16,-15 4-9 16,-7-4 1-16</inkml:trace>
  <inkml:trace contextRef="#ctx0" brushRef="#br0" timeOffset="17926.5">17812 1822 91 0,'-36'-10'45'0,"8"54"-54"0,25-31 74 0,-4 18-65 16,0 16 0-16,-8 9 0 16,-2 32 0-16,-1 16 0 15,-6 2 0-15,2 7 0 16,5 6 1-16,6-9-1 15,4-3 0-15,0-32 0 16,4-12 0-16,-1-16 0 16,-3-16 0-16,-4-15-2 15,-6-23 1-15,-4-21-8 16,-4-6 1-16,4-10-1 16,3-9 1-16</inkml:trace>
  <inkml:trace contextRef="#ctx0" brushRef="#br0" timeOffset="18406.21">18546 2179 90 0,'17'3'45'0,"-42"13"-52"0,18-16 60 16,-10 0-54-16,-4 6 0 15,-8-6-2-15,-6 3 1 16,3-3 2-16,1 0 1 16,2 0-3-16,8-3 1 15,7-13 0-15,7 1 1 0,7 2 0 16,11-6 1-16,3 7-1 16,3 6 1-16,1 2-1 15,0 11 1-15,-1 8-1 16,-3-2 1-16,-7 12-1 15,-3 0 1-15,-8 13-1 16,-10-1 0-16,-14 4 0 16,-11 6 0-16,-10-3 0 15,-4-9 0-15,-7-1-1 16,-10-6 1-16,-1-3 0 16,7 4 0-16,8-11 0 15,10 7 0-15,11-6 0 16,14 0 0-16,14-3 1 15,17 3 1-15,22-10 0 16,10 0 0-16,15-2 0 16,3 2 0-16,0 0-1 15,0 1 1-15,0-1-9 16,-4-6 1-16,1 4-1 0,-8-4 0 16</inkml:trace>
  <inkml:trace contextRef="#ctx0" brushRef="#br0" timeOffset="18784.55">19466 423 102 0,'11'-94'51'0,"-57"-28"-62"16,35 103 72-16,-6-9-63 16,-4 21 1-16,-4 14-6 15,-7 5 0-15,-7 19 6 16,-3 7 1-16,-7 19-5 16,-4 15 1-16,-7 34 2 15,0 20 0-15,0 5 5 16,7 39 1-16,14-17 2 15,7 4 0-15,11-3-1 16,14 6 1-16,18-35-2 16,6-18 1-16,12-19-5 15,2-23 1-15,12-14-7 16,-5-20 1-16,-2-12-11 0,-1-7 0 16,-7-24-1-16,-3-10 1 15</inkml:trace>
  <inkml:trace contextRef="#ctx0" brushRef="#br0" timeOffset="19011.27">19424 768 102 0,'-4'-28'51'0,"8"100"-67"0,-1-50 85 0,-3 18-69 15,0 17 0-15,-3 24-1 16,-4 23 1-16,-4 12-1 16,-3-9 0-16,0 12-8 15,4-3 1-15,6-22-1 16,4-22 1-16</inkml:trace>
  <inkml:trace contextRef="#ctx0" brushRef="#br0" timeOffset="19380.84">19840 1088 91 0,'-7'-35'45'0,"0"1"-46"0,4 24 56 15,-8 4-55-15,0 12 1 16,-3 4-1-16,0 5 0 15,0 7 0-15,0 10 0 16,-4 15 0-16,4 12 0 16,4 4 0-16,3-10 0 15,7 4 0-15,10-13 0 0,11-7 0 16,11-2 1 0,10-19-1-16,4-7 1 0,0-15 0 15,4 3 0-15,-12-13 0 16,-9-12 0-16,-15-4-1 15,-11 1 0-15,-10-13 0 16,-11 0 0-16,-6 0-6 16,-4 10 1-16,-8 2-1 15,1 7 1-15</inkml:trace>
  <inkml:trace contextRef="#ctx0" brushRef="#br0" timeOffset="19676.68">20154 909 89 0,'-10'-16'44'0,"-8"16"-40"16,18 0 48-16,7 3-52 15,4 4 0-15,3-1 0 16,3 7 1-16,5 2-1 0,2 7 0 15,8 10 0 1,-4-4 1-16,-3 6 1 0,0 20 0 16,-8 8 0-16,-6 4 0 15,-15 3 0-15,-13-3 0 16,-8 0-1-16,-7-10 1 16,-7-6-9-16,4-9 1 0,0-6-2 15,3-10 1 1</inkml:trace>
  <inkml:trace contextRef="#ctx0" brushRef="#br0" timeOffset="19867.66">20634 1458 89 0,'32'-13'44'0,"38"13"-40"0,-45-6 48 0,17 3-54 15,8 3 1-15,10 0-8 16,3-6 0-16,4-1 0 16,-3-2 0-16,-8-10-5 15,-10-9 1-15</inkml:trace>
  <inkml:trace contextRef="#ctx0" brushRef="#br0" timeOffset="20077.86">20779 1063 75 0,'-64'18'37'0,"8"-33"-34"0,49 12 56 16,3 12-55-16,1-6 1 15,10 10 0-15,7 18 1 16,0 10-9-16,3 6 1 16,1 3 4-16,0 0 0 15,-1 0-7-15,-3-6 0 0,1 0-9 16,2-3 0-16,-3-7 0 15,15-12 0-15</inkml:trace>
  <inkml:trace contextRef="#ctx0" brushRef="#br0" timeOffset="20340.78">21417 1000 90 0,'35'-19'45'0,"-10"-15"-58"16,-18 34 74-16,4 3-59 16,3 6 0-16,0 7 0 15,0 9 0-15,0 9-3 16,-3 20 0-16,-4 8 2 0,0 11 0 16,0-8-5-1,0 8 1-15,0-8-9 0,4-2 0 16,-1-16-1-16,1-12 1 15</inkml:trace>
  <inkml:trace contextRef="#ctx0" brushRef="#br0" timeOffset="20567.63">21922 1141 90 0,'0'-53'45'0,"-4"28"-54"0,8 15 70 0,-1 4-62 16,-3 6 0-16,4 9 0 16,-4 1 0-16,-4 12 1 15,1 18 0-15,-4 11-1 16,0 11 1-16,-1-8 0 16,1 2 0-16,7 4-4 15,7-4 1-15,1 4-14 16,2-16 1-16,1-13-1 15,-1-9 1-15</inkml:trace>
  <inkml:trace contextRef="#ctx0" brushRef="#br0" timeOffset="20869.57">22091 937 87 0,'-42'-50'43'0,"31"37"-56"0,15 17 78 15,3 2-63-15,10 3 0 16,8 10 0-16,7 16 0 16,7-1-3-16,3 19 0 15,0 20 2-15,-7 8 0 0,-3-9-1 16,-11 7 1-16,-10-14-1 15,-15-2 1-15,-10-3-1 16,-10-7 1-16,-12-9-10 16,-2 0 0-16,-1-22 0 15,7-3 0-15</inkml:trace>
  <inkml:trace contextRef="#ctx0" brushRef="#br0" timeOffset="21209.15">22486 445 94 0,'7'-60'47'0,"28"57"-52"15,-17 6 64-15,7-3-59 16,3 16 0-16,7 12 0 0,1 10 0 15,-1 25 0 1,0 24 0-16,-7 4 0 0,4 13 0 16,0 12 1-16,0 9 0 15,-8-6 0-15,-3-3 1 16,-14-3 0-16,-7-6 0 16,-17-10 0-16,-26-6 1 15,-20-3-3-15,-25-7 0 0,-18-8-17 16,-21-11 1-16,-11 4-1 15,18 9 0-15</inkml:trace>
  <inkml:trace contextRef="#ctx0" brushRef="#br0" timeOffset="21825.65">16341 4935 44 0,'3'-15'22'0,"4"-45"-6"0,7 41 12 0,4-6-23 15,10-22 1-15,7-6 5 16,1 6 1-16,3 6-15 16,-1 10 1-16,1-1 8 15,0 14 0-15,3 5-6 16,-3 7 0-16,0 3-8 16,0 3 1-16,-7 3-2 15,-4 3 1-15</inkml:trace>
  <inkml:trace contextRef="#ctx0" brushRef="#br0" timeOffset="21976.88">16394 5293 82 0,'-4'0'41'0,"29"-6"-49"0,-1-7 63 15,8-9-62-15,21-6 1 16,18-10-26-16,10 1 0 0,14-17 35 15,4-12 0-15</inkml:trace>
  <inkml:trace contextRef="#ctx0" brushRef="#br0" timeOffset="22147.13">17946 3991 95 0,'3'-43'47'0,"-17"14"-68"15,7 29 90-15,4 3-70 16,-4 13 1-16,3 19-3 16,-3 12 1-16,0 6 0 15,-4 0 0-15,1 10-12 16,-1 6 0-16,-3 3-1 16,-7 7 1-16</inkml:trace>
  <inkml:trace contextRef="#ctx0" brushRef="#br0" timeOffset="22311.69">17096 5240 102 0,'28'-32'51'0,"116"1"-69"0,-84 15 88 16,32-9-71-16,39-3 0 15,13 0-16-15,8-1 0 16,3 1 17-16,-14 6 1 15</inkml:trace>
  <inkml:trace contextRef="#ctx0" brushRef="#br0" timeOffset="22527.01">17261 5475 84 0,'-38'9'42'16,"38"-28"-38"-16,14 13 46 0,28-10-50 16,15 1 0-16,13-10-4 15,22-13 1-15,0 10-7 16,-1-4 0-16,-10 14-2 16,-7-8 0-16</inkml:trace>
  <inkml:trace contextRef="#ctx0" brushRef="#br0" timeOffset="22866.28">17279 5572 105 0,'-39'-19'52'0,"4"38"-71"0,28-3 90 16,-4 18-72-16,1 26 1 15,-1 9-3-15,-3 15 1 0,0 17 2 16,3 12 0-16,1-16-2 16,3-6 0-16,0-3 1 15,-4-16 0-15,1-7 1 16,-1-11 0-16,-3-4 2 16,-11-3 0-16,0-3 0 15,-6-10 0-15,-12-5-2 16,-6-4 0-16,3-13-12 15,0-9 0-15,4-15-1 16,10-16 1-16</inkml:trace>
  <inkml:trace contextRef="#ctx0" brushRef="#br0" timeOffset="23317.29">17695 5854 85 0,'18'-6'42'0,"-18"9"-45"16,-4-3 55-16,1-3-52 0,-4 3 1 15,0 0-1-15,0-10 0 16,0-2-1-16,3-4 1 16,1 1-1-16,6-7 1 15,4-3 0-15,7 3 0 16,4 3 0-16,7 3 1 15,3 7-1-15,0 9 1 0,4 9 0 16,0 13 0 0,-4 9-1-16,-3 10 1 0,-15-3-1 15,-3 9 0-15,-17 0 0 16,-8 0 0-16,-10 0-1 16,-15-3 1-16,-13 3-1 15,-8-3 0-15,-3-7 0 16,-10 1 1-16,3-3-1 15,3-10 0-15,15-7 1 16,13-2 0-16,12-3 1 16,13-4 0-16,14 0 1 15,15 1 0-15,17-1 0 16,8 1 0-16,9 2 0 16,12 4 0-16,-1-4-1 15,4 4 0-15,0 0-11 16,4-4 1-16,3 1-1 15,-4-7 0-15</inkml:trace>
  <inkml:trace contextRef="#ctx0" brushRef="#br0" timeOffset="23722.13">18962 3775 104 0,'-21'-122'52'0,"-32"15"-65"0,35 88 78 0,-10 4-68 16,-4 18 1-16,-7 6-1 15,0 19 0-15,-3 10 4 16,-7 12 0-16,-1 19-3 15,-3 38 1-15,1 15 2 16,-5 10 0-16,8 31 1 16,6 0 1-16,12-6 0 15,6 6 1-15,18-13-1 16,10-18 1-16,12-19-2 16,9-19 1-16,4-19-3 15,11-18 0-15,0-10-2 16,3-13 1-16,-3-24-8 15,-4-7 0-15,1-9-1 16,-1-16 1-16</inkml:trace>
  <inkml:trace contextRef="#ctx0" brushRef="#br0" timeOffset="23936.6">19015 4418 105 0,'-32'-6'52'0,"28"43"-59"0,4-5 67 15,0 21-61-15,0-15 1 0,0 49-1 16,0-11 1-16,-3 11-1 16,-1 8 0-16,-3-5-7 15,-3-8 0-15,3-13 0 16,0-16 0-16</inkml:trace>
  <inkml:trace contextRef="#ctx0" brushRef="#br0" timeOffset="24285.97">19336 4600 95 0,'-21'-57'47'0,"3"29"-48"16,11 25 57-16,-4 3-57 16,-3 9 1-16,0 13 0 0,-4 3 0 15,-3 7 0-15,-3 12 0 16,6 3 0-16,-3 3 0 16,10 3 0-16,4-6 1 15,11-3-1-15,10-3 1 16,10-10 0-16,12-6 0 15,6-9-1-15,4-7 1 16,0-15 0-16,-4-3 0 16,-3-4-1-16,0-9 1 15,-18-6-2-15,-14 0 1 0,-11-16-12 16,-13-3 1-16,-11-10-1 16,-11 1 0-16</inkml:trace>
  <inkml:trace contextRef="#ctx0" brushRef="#br0" timeOffset="24568.71">19364 4242 95 0,'25'-12'47'0,"38"43"-54"15,-31-21 66-15,7 2-59 16,7 16 0-16,10-6 0 15,4 10 0-15,0 8 0 16,0 20 0-16,-4 3 0 16,-10-1 1-16,-3-2 0 15,-8-10 1-15,-14 3 0 16,-10 1 0-16,-15-13 0 0,-14 2 0 16,-6-5-6-16,-8 3 0 15,-7 0-12-15,0-10 0 16,4-3-1-16,7-18 1 15</inkml:trace>
  <inkml:trace contextRef="#ctx0" brushRef="#br0" timeOffset="24785.79">20376 4901 94 0,'71'-10'47'0,"17"14"-58"15,-53-4 77-15,8-4-66 16,6 4 0-16,11-9-10 16,0 0 0-16,-3-4-4 15,-8-3 1-15,-7-12-6 16,-6-9 0-16</inkml:trace>
  <inkml:trace contextRef="#ctx0" brushRef="#br0" timeOffset="24977.19">20620 4456 67 0,'-32'-13'33'0,"11"-3"-28"16,21 16 53-16,-4 0-54 15,4 0 0-15,4 0 3 16,3 3 0-16,4 10-9 0,-1 18 1 16,1 10 5-16,-1 12 0 15,8 4-4-15,-4 6 1 16,4-4-10-16,-1 7 1 15,5-9-1 1,-1-7 0-16</inkml:trace>
  <inkml:trace contextRef="#ctx0" brushRef="#br0" timeOffset="25245.3">21340 4393 98 0,'17'-35'49'0,"4"13"-59"16,-14 16 70-16,0 6-61 15,1 6 1-15,2 10-1 16,-6 9 1-16,-4 16 0 16,0 15 0-16,-4 7-1 15,-3 6 1-15,0 3-1 16,0 0 1-16,0 0-6 15,0 1 1-15,0-1 0 16,0-10 0-16</inkml:trace>
  <inkml:trace contextRef="#ctx0" brushRef="#br0" timeOffset="25646.19">21685 4418 85 0,'0'0'42'0,"-17"-31"-34"0,13 27 45 0,1 1-52 15,-1 0 1-15,4 3-1 16,0 6 1-16,0 1-3 15,7 2 0-15,4-3 2 16,6 7 0-16,12-1-1 16,2 4 0-16,15 6 0 15,7 6 1-15,0-3-1 16,7 7 1-16,-4-4-1 16,-6 7 1-16,-8 2 0 15,-10 1 0-15,-11 3-1 16,-10 2 1-16,-15 4-1 15,-10 4 1-15,-7 2-1 16,-4 7 0-16,-7-4-2 16,1 0 1-16,-5-12-2 15,1-9 0-15,3-7-6 16,-14-6 0-16,4-3 1 16,-4-4 0-16</inkml:trace>
  <inkml:trace contextRef="#ctx0" brushRef="#br0" timeOffset="26202.31">21572 4791 83 0,'4'-6'41'0,"10"-29"-36"0,-7 32 49 15,4-6-52-15,3 6 0 16,0 9 0-16,0 6 0 16,-3 10-4-16,-1 4 1 15,1 11 1-15,-4 1 1 16,-4 9-8-16,-3 0 0 0,-3 6 0 15,-1-6 1-15</inkml:trace>
  <inkml:trace contextRef="#ctx0" brushRef="#br0" timeOffset="27306.55">22066 3756 74 0,'-7'-22'37'0,"18"-12"-34"16,-4 28 36-16,7 2-40 16,7 1 1-16,4 10-1 15,3 2 0-15,11 10 1 16,0 3 0-16,3 9-1 16,-3 16 1-16,0 16 0 15,-4 15 0-15,0-6 1 16,4 16 1-16,-11 19 0 15,-3 21 1-15,-11 7 0 0,-3 9 0 16,-11 13 0-16,-11-6 0 16,-7-16-1-16,-3-13 1 15,-11-9-1-15,-13-10 1 16,-5-18-1-16,-6-13 0 16,-8-15-8-16,-3-7 0 15,-3-16-1-15,-8-18 1 16</inkml:trace>
  <inkml:trace contextRef="#ctx0" brushRef="#br0" timeOffset="42518.85">23089 1517 57 0,'-21'-15'28'0,"-11"5"-22"0,25 10 28 0,-3 0-32 15,-4 0 0-15,0 0 5 16,3 7 1-16,4-7-7 16,14 3 0-16,11-6 8 15,17 3 0-15,18 0-1 16,28 0 1-16,11 0-4 16,13 0 1-16,12 0-2 15,10 3 0-15,-4 3-4 16,4-6 1-16,-3 0-1 15,-8 0 0-15,-3-9 0 16,-7 2 0-16,-7-2 0 16,-11-10 0-16,-14 3 0 15,-7 7 0-15,-10 6-7 16,-15-7 0-16,-10 10 0 16,-11 0 1-16</inkml:trace>
  <inkml:trace contextRef="#ctx0" brushRef="#br0" timeOffset="43073.95">24966 940 87 0,'11'-53'43'0,"6"-41"-44"0,-10 78 48 15,-3 7-47-15,-4 3 0 16,-4 12 0-16,-3 13 0 15,-3 9 2-15,-4 6 0 16,0 20 0-16,-1 2 1 16,12 23 0-16,6 18 1 15,8 13-1-15,0 12 1 16,3 22-2-16,-4-9 0 16,-3-10-1-16,-7 13 0 15,-7-12-6-15,0 2 0 0,-7-15-10 16,4-6 1-16,-1-26-1 15,7-18 0-15</inkml:trace>
  <inkml:trace contextRef="#ctx0" brushRef="#br0" timeOffset="44007.73">25082 664 80 0,'-31'-56'40'0,"38"9"-44"0,3 41 59 15,1 6-55-15,3 0 1 0,4 0-1 16,6 9 1-16,5 7-2 15,9 3 1-15,12-4 0 16,17 4 1-16,28-6-1 16,22-17 1-16,17-5 1 15,21-10 0-15,7 4 0 16,-3-14 1-16,0 4 0 16,-18 6 1-16,-7 1-2 15,-25 8 1-15,-17-5-2 16,-15 15 0-16,-13 0-1 15,-8 9 1-15,-10 0-1 16,-7 1 0-16,-7-1 0 16,-4 7 0-16,-3 9 0 15,-8 13 1-15,-3-1 0 16,-3 23 0-16,-7 2-1 16,-1 11 1-16,-6 18 0 15,-4 34 0-15,-8 16-1 16,-2 28 1-16,-1 10-1 0,1-16 0 15,2 13-1-15,12-16 1 16,3-16-1-16,0-19 1 16,3-18-1-16,1-19 1 15,-8-7 0-15,-3-2 0 16,-7-13-1-16,-3-7 1 16,-8-12 0-16,-10 0 0 15,-15-12 0-15,-6-13 0 0,-8-13 0 16,-13-6 0-16,-12-6 0 15,-6-3 0-15,-18-13 0 16,-10 0 0-16,3 4 0 16,0-1 0-16,0 3 0 15,-3-5 0-15,10 5 0 16,10 4 0-16,12-4 0 16,10 4 1-16,3-1-1 15,4-5 0-15,10-1 0 16,8 3 0-16,3-6 0 15,4 10 1-15,3 3-1 16,0 6 0-16,7 3-4 16,0 0 0-16,15-3-10 15,9 3 1-15,15-9-1 16,18-16 0-16</inkml:trace>
  <inkml:trace contextRef="#ctx0" brushRef="#br0" timeOffset="44783.41">25421 2634 87 0,'-39'18'43'0,"8"-2"-51"0,27-16 64 15,1 0-53-15,3 0 0 0,7-16 0 16,7-2 1-16,10-23-6 16,12-12 1-16,10-16 3 15,6-7 1-15,1-5-2 16,0 2 1-16,0-15-1 16,4-12 1-16,3 9-1 15,0-4 1-15,3 4-1 16,11-16 1-16,-7 3-2 15,0 7 1-15,-7 9-1 16,0 6 1-16,-14 6-1 16,-7 20 1-16,-4-7 0 15,-7 12 0-15,-3 13 0 16,-7 0 0-16,-1 13 0 16,-6 9 0-16,0 3-1 15,-8 4 0-15,1 5 0 16,-8 1 0-16,-3-1 0 15,-4 14 0-15,-6 2 0 0,-11 3 0 16,-11 7-1-16,-14 6 1 16,-7 3 0-16,-4 9 0 15,-3 10 0-15,4-3 0 16,3 3 0-16,3 6 0 16,8-6 0-16,10-13 0 15,18 1 0-15,10-4 0 16,8-25 0-16,6-6 0 0,8-13 0 15,3 4 0-15,4-13 0 16,6-3 1-16,5-7-1 16,10 1 0-16,10-4 0 15,7-6 0-15,8 0 0 16,3-3 1-16,0-3-1 16,0 12 0-16,-7 10 0 15,-4 9 0-15,-13 13 0 16,-8 6 1-16,-7 16-1 15,-7 12 0-15,-10 16 0 16,-4 9 0-16,-3 4 0 16,-4 21 0-16,-4 10-10 15,0 6 0-15,1 0 0 16,-1-19 0-16</inkml:trace>
  <inkml:trace contextRef="#ctx0" brushRef="#br0" timeOffset="46340.65">25273 1834 95 0,'0'-75'47'0,"7"15"-50"0,4 51 59 0,3-4-56 16,7-2 0-16,11 5-1 15,10 1 1-15,14-1 0 16,4 10 0-16,7 0 0 15,4 3 0-15,0 4 0 16,6 2 0-16,1 1 0 16,10 15 0-16,-10 3 0 15,-1 16 0-15,-6 0 0 16,-8 3 1-16,-3 3-1 16,-10-3 1-16,-8 6-1 15,-3-9 0-15,-4 0 0 16,-10-9 1-16,-4-4-1 15,-3-3 0-15,-4-3 0 0,-4 0 0 16,-3-12 0-16,0-1 1 16,-3-8-2-1,-4-4 1-15,-4-4-1 0,1-8 1 16,-4-7-1-16,0-3 1 16,-4-3-1-16,-7-10 1 15,-3 1 0-15,-3-7 1 16,-8-3-1-16,-7 4 1 15,-3-14-1-15,-4 7 1 16,-4-3-1-16,-2 12 1 0,-5 1-1 16,1-1 1-16,-1 7 0 15,-3 9 0-15,0-3-1 16,4 6 1-16,-8 3-1 16,1 7 1-16,-1 9-1 15,-3 3 0-15,0 10 0 16,0-4 1-16,0 3-2 15,4 4 1-15,6 3 0 16,4 9 0-16,4-3 0 16,7 10 0-16,3-10 0 15,7 3 0-15,4-9 0 16,0 6 1-16,3-16-1 16,4 1 0-16,3-10 0 15,8 0 0-15,3-16 0 16,10-3 1-16,8-9-1 15,13 0 0-15,12-7 0 16,9 1 1-16,12-4-1 0,6 7 0 16,4 9-1-16,-3 0 1 15,10 9 0-15,11 7 0 16,-8 6 0-16,-3 6 0 16,-3 4 0-16,3 6 0 15,0-4 0-15,4 13 0 16,3 0 0-16,-4 13 0 15,-2-4 0-15,-1 10 0 16,-7-6 0-16,-4 6 0 16,-6-10 0-16,-8 4 0 0,-7-10 0 15,-6 7 0-15,-5-10 0 16,5 3 0-16,-12-3 0 16,1-6 0-16,-7-10 0 15,-1 4 0-15,-13-7 0 16,-4-6 1-16,-4-6-1 15,-6 6 0-15,-4-13 0 16,-8 4 1-16,-2-1-1 16,-1-5 0-16,-3-4 0 15,-4 0 1-15,-3-6-1 16,-4 6 0-16,-7-15 0 16,4 6 0-16,-11-20 0 15,0 8 0-15,-3 2 0 16,-4 0 0-16,0 13 0 15,3 0 0-15,1 6 0 16,-4 1 0-16,-7 2 0 0,0 13 0 16,0-3 0-1,-4 2 1-15,8 4-1 0,-1 4 0 16,4 5 0-16,0 7 0 16,7-7 0-16,14 0 0 15,-6 17 0-15,-1-8 0 16,7 1 0-16,4-3 0 15,6 3-1-15,5-7 1 16,6-5 0-16,4-7 0 16,7-10 0-16,7 10 0 15,10-19 0-15,12-3 0 0,6 0 0 16,11 4 0-16,7 2-1 16,6 6 1-16,8-8 0 15,4 2 0-15,6 7 0 16,1 2 0-16,3 7 0 15,0-3 0-15,4 3 0 16,3 3 0-16,0 4 0 16,0 8 0-16,-10 4 0 15,-8 16 1-15,-10 2-1 16,-7 10 0-16,-4-6 0 16,-6-3 0-16,2-1 0 15,1 4 0-15,11-13-7 16,6-3 1-16,11-6-1 15,4-9 1-15</inkml:trace>
  <inkml:trace contextRef="#ctx0" brushRef="#br0" timeOffset="62118.19">6533 3277 74 0,'46'0'37'0,"78"25"-36"0,-71-22 38 15,24-10-38-15,12-14 0 16,16-17 0-16,15-12 0 0,14-26-2 15,0-8 1 1,15-13 0-16,-8-7 1 0,-4-21-1 16,-10 2 1-16,-7 1-1 15,-21 3 1-15,-11-16 1 16,-21 3 0-16,-24 7 0 16,-12 3 1-16,-31-16-1 15,-21 12 0-15,-7 4 0 16,-25 12 0-16,-25 7-1 15,-10 2 0-15,-11 1 1 16,-13 6 0-16,-19 3 0 16,4 22 1-16,-14 13 0 15,3 2 0-15,-17 17-1 16,14 12 0-16,3 6-2 16,4 19 1-16,-7 28-1 15,14 28 0-15,18 29-1 16,-1 15 1-16,19 45 0 15,13 11 0-15,11 26-1 16,25 6 1-16,-1-3 0 0,26 22 0 16,6-12 0-16,11-26 0 15,14 13-1-15,7-16 1 16,8-28 0-16,17-12 0 16,3-20-1-16,22-12 1 15,6-28 0-15,4-16 0 16,11-28 0-16,14-12 1 15,3-13-1-15,4-16 1 16,4-25-1-16,2-9 1 0,5-20-1 16,3 1 1-16,-4-12-1 15,-10 2 1-15,-10-15-1 16,6-13 1-16,-14 4-1 16,-10 5 1-16,-15-24-1 15,-6-7 0-15,-18-3 1 16,-18 13 0-16,-10 6 0 15,-8 12 0-15,-13-2-1 16,-8 12 1-16,-10 18 0 16,-11 14 0-16,-3 12-1 15,0 12 1-15,3 0-1 16,4 4 0-16,-8-1 0 16,5 7 0-16,6 3 0 15,0-3 0-15,1 3 0 16,-5 15 0-16,8-5 0 15,4 12 0-15,6-7-4 16,-3 4 0-16,10 3-7 0,4 3 0 16,11-7 0-16,7 4 0 15</inkml:trace>
  <inkml:trace contextRef="#ctx0" brushRef="#br0" timeOffset="63420.7">7800 2831 56 0,'-32'-59'28'0,"-3"2"-12"0,24 42 18 15,-3-4-28-15,0-3 0 16,0 0 2-16,0 0 1 15,7-6-12-15,7 12 1 16,0-3 7-16,10 3 0 16,5 7-4-16,2 3 1 0,4 12-2 15,8 0 1-15,9 13-1 16,1 9 0-16,18 7 0 16,10-1 0-16,3 13 0 15,8-3 1-15,10 3-1 16,21 13 1-16,4-7-1 15,4-6 0-15,3 3 0 16,17 1 1-16,8-11-1 16,-1 4 0-16,15-3 0 15,3 0 1-15,4-7-1 16,11 1 0-16,-1-4 0 16,4-3 0-16,10 13 0 15,5-16 0-15,-1-3 0 16,17-6 1-16,1-13-1 15,7-3 0-15,6-9 0 16,12-4 0-16,-1-15 0 16,11 3 1-16,0-10-1 0,-4-6 0 15,1-6 0-15,-8 4 1 16,-3-5-1-16,-14-11 0 16,-15-4 0-16,-3 7 1 15,-17-7-1-15,-11 0 0 16,-15-6 1-16,-2 3 1 15,-12-18-1-15,-10-1 1 16,-14 4 0-16,-14 21 0 16,-7-3-1-16,-7 13 1 0,-22 13-1 15,-10 8 0-15,-17 1-1 16,-8 9 1-16,-10 7-1 16,-4-1 1-16,-4 4-1 15,-3-1 0-15,-3 1 0 16,0 0 1-16,-4 2 0 15,0-2 0-15,-4-1 0 16,-3 10 0-16,-3-6 0 16,-8 12 0-16,-3-6-1 15,-11 4 1-15,-3 2-1 16,-7 10 0-16,-8 2 0 16,-2-8 0-16,-8 2-1 15,3 4 1-15,-10-7-1 16,0 1 1-16,7-4 0 15,4 3 0-15,7-9 0 16,6 10 0-16,5-10 0 16,6 3 0-16,7 3 0 0,11-6 0 15,7 0 0-15,14-9 0 16,15-1 0-16,9 1 1 16,8-7-1-16,7-2 0 15,4 2 0-15,-1 3 0 16,1-2 0-16,-12 5 0 15,5 1 0-15,-4 3 1 16,-8 12-1-16,-6 3 1 16,-4 7-1-16,-3 6 1 15,-7 9 0-15,-4 23 0 0,0 8-1 16,-3 10 1-16,-8 1-12 16,-3-1 0-16,-10 0-1 15,-19-6 1-15</inkml:trace>
  <inkml:trace contextRef="#ctx0" brushRef="#br0" timeOffset="65973.34">17321 3186 46 0,'-88'18'23'0,"25"-5"-15"15,52-7 24-15,4 0-29 0,7 7 1 16,14-4 3-16,25 7 1 16,32-6-8-16,34-10 1 15,51 0 6-15,38-19 1 16,42-3-2-16,36 0 1 15,24-16-3-15,25 4 1 16,25-10-3-16,6-10 0 16,1-2-1-16,11 3 0 15,-15 6-1-15,-10 15 0 0,-33-2 0 16,-20 15 0 0,-46 0 0-16,-28 7 0 15,-43 5-1-15,-31 1 1 0,-36-3 0 16,-21-1 0-16,-35 10-1 15,-28-6 1-15,-25 6-1 16,-29-3 1-16,-31 3-1 16,-39 0 0-16,-35 9 0 15,-35-6 1-15,-39 7-1 16,-29 9 1-16,-31 6-1 16,-14 9 1-16,-15 7-1 15,-2 6 1-15,16-12-1 16,1-1 1-16,24 4-1 15,18-10 1-15,22-3 0 16,17-3 0-16,24 3 0 16,25 0 0-16,4-6-1 15,32 0 1-15,20-4 0 16,29 1 0-16,25-7-1 0,35-5 1 16,24-4-1-1,33-10 0-15,31 1 0 0,42-10 1 16,36-3 0-16,45 0 0 15,15-6 0-15,32-3 1 16,13-4 0-16,18-6 0 16,0 7-1-16,11-10 1 15,-4 16-1-15,-10-4 0 16,-11 4 0-16,-14 16 0 0,-21-10 0 16,-18 9 1-16,-18 4-1 15,-20 2 0-15,-29 4 0 16,-25-6 0-16,-20-1 0 15,-19 7 0-15,-17 0 0 16,-21-6 0-16,-18 2 1 16,-21 4 0-16,-25-6 0 15,-35 3 0-15,-38 12 0 16,-29-3 1-16,-32 6-1 16,-32 7 0-16,-27 0-1 15,-22 3 1-15,-14 3-1 16,-18 9 0-16,1-6 0 15,-12 6 0-15,8 1 0 16,-4-1 0-16,15 0 0 16,10-2 0-16,14-11 0 15,14 4 0-15,22 0 0 16,10-6 0-16,28 0-1 16,18-4 1-16,17 1 0 0,18-7 0 15,21 3-1-15,18-5 1 16,18-1-1-16,14 0 0 15,17 0 0-15,18 0 0 16,21 0 0-16,14-3 1 16,22-3-1-16,27 3 0 15,25-6 1-15,25-4 0 16,25 1 0-16,21-10 0 16,32 4 0-16,3-10 0 15,21-1 0-15,11-5 0 0,7 6 0 16,7-19 0-16,-4 6 1 15,8 1 0-15,-11 5 0 16,0 4 0-16,-25 0 0 16,-10 0 1-16,-18 6-1 15,-18 3 0-15,-28 0 0 16,-24 4 0-16,-22 5-1 16,-21 7 1-16,-14-6-1 15,-24 9 0-15,-22-10 0 16,-21 10 0-16,-29 0 0 15,-27 10 0-15,-32-7 0 16,-29 16 0 0,-193 21-1-1,7 7 1-15,3-6 0 16,7 12 0-16,0-6-1 16,14 7 0-16,-3-10 0 15,18-4 1-15,-1-5-1 0,25-4 0 16,11-3 0-16,17-12 1 15,18-3 0-15,35-4 0 16,22-3 0-16,24 4 0 16,32-4-1-16,24 0 0 15,29-6-1-15,21-3 0 16,21 0 0-16,29-3 0 16,24-4 0-16,28-5 0 15,21-4 1-15,25 0 0 0,32-9 0 16,32 3 1-16,17-7-1 15,29 1 1-15,6-7 0 16,15 4 1-16,-4-1-1 16,3 10 0-16,-13 3 0 15,-8 10 1-15,-27-1-1 16,-15-2 0-16,-25 5 0 16,-17 1 1-16,-18-1-1 15,-28 1 1-15,-18 0 0 16,-24 2 0-16,-14 4 1 15,-15-3 0-15,-17 3-1 16,-15 3 1-16,-6 0-1 16,-8 3 1-16,-6 3-1 15,-4-6 1-15,-4 0-1 16,4-6 0-16,0 3-1 16,0 0 1-16,0 0-1 15,0-4 1-15,0-2-1 16,-4 6 1-16,-3-4-1 0,-3 4 0 15,3-3-7-15,-1 3 1 16,1 3-1-16,4-10 1 16</inkml:trace>
  <inkml:trace contextRef="#ctx0" brushRef="#br0" timeOffset="68233.32">27369 1564 90 0,'-18'-37'45'0,"25"40"-45"16,4-3 45-16,3 6-45 15,17-6 0-15,5 6 0 16,10 7 0-16,6 3 0 15,8 2 0-15,11-8 1 16,14-1 0-16,6-2 0 0,15-4 1 16,11 3 0-16,6-12 0 15,1 6 0-15,-5-3 0 16,1-4-1-16,-10 1 0 16,-15-3-1-16,-7-1 1 15,-14-2-1-15,-7 2 0 16,-17-5 0-16,-8 5 0 15,-7-6 0-15,-6 4 0 16,-12-13 0-16,-6-3 1 0,-11-4-1 16,-4 4 0-16,-10-6 0 15,-3 12 1-15,-5-10-2 16,1 13 1-16,-4-3 0 16,1 7 0-16,3 5 0 15,-1 1 0-15,5 9-1 16,6 9 1-16,8-5 0 15,10 17 0-15,7-2 0 16,4 0 0-16,10-3-1 16,7 6 1-16,0 3 0 15,1 0 0-15,-5-6 0 16,-2 6 0-16,-12 6 0 16,-10 1 1-16,-10-4 0 15,-15 6 0-15,-17-2 0 16,-15-1 0-16,-10-3-1 15,-7 16 1-15,-10-6-10 16,-4 12 0-16,-8-9-1 16,-9-1 0-16</inkml:trace>
  <inkml:trace contextRef="#ctx0" brushRef="#br0" timeOffset="69016.39">30099 483 73 0,'-25'-19'36'0,"1"12"-35"15,20 14 36-15,1 5-36 16,10 4 1-16,0 3 1 16,7 6 1-16,3 12-3 15,1 17 0-15,3-4 4 16,-7 13 1-16,-3-7-1 15,-8 13 0-15,-3-3-1 16,-3 15 0-16,-1 4-2 16,1 6 1-16,-1-22-7 15,1-3 0-15,3-3-10 0,3-4 1 16,4-12-2-16,0-12 1 16</inkml:trace>
  <inkml:trace contextRef="#ctx0" brushRef="#br0" timeOffset="69442.53">30819 893 81 0,'-32'-53'40'0,"-7"6"-50"16,32 41 61-16,-7 12-52 16,-4-3 1-16,-6 13-1 15,-8 3 1-15,-3 6 0 16,-4 3 0-16,4 10-1 16,3-4 1-16,4 1 0 15,6-1 1-15,19 4 0 16,13 6 0-16,12-1 0 15,9-2 1-15,15-6-1 16,7-4 1-16,0-18-1 16,-4-13 0-16,-3-4 0 15,-10-5 0-15,-8-13 0 16,-11 0 1-16,-10-3 0 0,-10-13 1 16,-8 4-2-16,-10-1 0 15,-3 7-8-15,-1-6 0 16,-3 6-1-16,-1-4 1 15</inkml:trace>
  <inkml:trace contextRef="#ctx0" brushRef="#br0" timeOffset="69809.59">31030 536 75 0,'-24'-38'37'0,"-5"32"-35"15,26 6 41 1,-1 0-42-16,-3 6 0 0,7-3 0 16,0 4 0-16,11 2-1 15,3 10 0-15,7 0 1 16,7 6 0-16,8 19 0 15,6-7 1-15,-3 1 0 16,-4 3 0-16,-7-10 0 16,-10 10 0-16,-11 6-1 15,-14 6 1-15,-21-3-1 16,-18 13 1-16,-14 9-4 0,-7 0 1 16,-7 10-14-16,0-13 0 15,-4-3-1-15,8-13 1 16</inkml:trace>
  <inkml:trace contextRef="#ctx0" brushRef="#br0" timeOffset="70477.25">31746 517 73 0,'22'-25'36'0,"27"-66"-42"16,-24 66 56-16,-1-3-48 0,1-7 0 16,0 1 1-16,-4 5 0 15,-7 11-4-15,-3 8 1 16,-1 1 2-16,-10 9 1 15,0 3-2-15,-7 3 1 16,4 4 0-16,-1 2 0 16,1-2 0-16,3 12 1 15,-4-4-1-15,-3 11 1 16,-11 14 0-16,-10 30 0 0,-11 27 1 16,11-22 0-16,-32 101-1 15,-7 28 0-15,-3 16-1 16,-1 6 1-16,4-16-1 15,0 6 1-15,14-27-2 16,4-26 0-16,-1-9 0 16,8-13 0-16,0-9 1 15,-1-19 0-15,4-13 0 16,1-15 0-16,-1-16 0 16,4-9 1-16,6-13-2 15,1-9 1-15,11-7-1 16,-1-12 0-16,4-9-5 15,0-13 1-15,0-13-10 16,-4-18 0-16,7-4-1 16,11-24 1-16</inkml:trace>
  <inkml:trace contextRef="#ctx0" brushRef="#br0" timeOffset="70939.3">32145 1179 83 0,'14'-44'41'0,"-21"-19"-38"16,7 54 46-16,0-1-48 16,0 1 0-16,-3 3 0 15,-1 12 1-15,1-3-3 16,-4 13 0-16,-4 9 2 15,-3 15 0-15,-7 20 1 16,0 9 0-16,-1 3 1 16,-2 10 0-16,2 15 0 15,-13 0 1-15,11 3-1 16,-1-12 0-16,4-3-3 16,-1-10 1-16,8-9-7 15,4-3 0-15,3-16-11 0,7-6 0 16,3-16 0-16,18-16 1 15</inkml:trace>
  <inkml:trace contextRef="#ctx0" brushRef="#br0" timeOffset="71270.53">32523 1266 88 0,'0'-72'44'0,"0"60"-57"15,0 12 73-15,0 0-60 16,3 9 0-16,1 13 0 15,-4 0 1-15,0 9-2 16,0 10 1-16,-4 0 0 16,-3 12 0-16,0 4-1 15,-4 2 0-15,1 7-8 16,-1 3 1-16,-6 0 0 16,3-6 0-16</inkml:trace>
  <inkml:trace contextRef="#ctx0" brushRef="#br0" timeOffset="71704.17">32745 947 78 0,'-4'-51'39'15,"4"33"-41"-15,0 18 49 0,0 0-47 16,0 9 0-16,4 7-1 16,3 3 1-16,7 6 0 15,7 9 0-15,4-6 0 16,14 7 0-16,10-4 0 15,7 13 0-15,8 6 0 16,-8 7 1-16,-10 2 0 16,-10-2 1-16,-12 12 0 15,-20-7 0-15,-25 17 1 16,-29 5 1-16,-24-2-2 16,-21 3 0-16,-7-4-18 15,-15-2 1-15,-13-7-2 0,10-16 0 16</inkml:trace>
  <inkml:trace contextRef="#ctx0" brushRef="#br0" timeOffset="72654.83">30251 3051 91 0,'-14'-3'45'0,"7"-29"-41"0,7 35 45 16,0 7-52-16,0 12 1 15,-4 15-1-15,4 17 1 16,-7 30 4-16,-4 32 1 15,-6 10-2-15,-4 21 0 0,-1 4 1 16,8-1 1-16,0-12-1 16,4 6 1-16,3-15-6 15,7-19 1-15,3-19-16 16,8-13 1-16,-1-31-1 16,8-19 1-16</inkml:trace>
  <inkml:trace contextRef="#ctx0" brushRef="#br0" timeOffset="73054.5">30984 3750 67 0,'0'-44'33'0,"-21"-3"-33"16,14 35 48-16,-3-4-45 15,-4 3 0-15,-1 4 3 16,1 6 0-16,-3 6-8 0,-8 13 1 16,0 12 5-16,1 9 0 15,2 14-2-15,12 2 0 16,6 13-2-16,15-4 1 16,7-8-1-16,10-10 1 15,7-13-1-15,7-9 1 16,4-13 0-16,7-18 1 15,-7-19-1-15,-4-10 1 0,-10-6 0 16,-11-3 0-16,-10-3-1 16,-18-3 1-16,-11 3-6 15,-10-1 1-15,-11 7-14 16,-7 10 0-16,0 6-1 16,-10 0 1-16</inkml:trace>
  <inkml:trace contextRef="#ctx0" brushRef="#br0" timeOffset="73326.75">31260 3320 89 0,'-7'-40'44'0,"31"11"-60"16,-17 29 78-16,7 7-62 15,8-7 1-15,2 12 1 16,5-2 1-16,6 5-3 0,4 10 0 16,6 13 1-16,-2 12 1 15,-1 10-1-15,-3 3 1 16,-7 6-2-16,-8-1 1 16,-9-5-1-16,-12 9 1 15,-14 4-1-15,-10-1 1 16,-10-9-5-16,-12-7 0 15,-6-2 0-15,-8-7 0 16</inkml:trace>
  <inkml:trace contextRef="#ctx0" brushRef="#br0" timeOffset="74271.97">32053 3038 100 0,'-49'-84'50'0,"-103"-86"-54"16,96 136 60-16,-32-1-57 0,-36 10 1 16,-38 3-1-16,-22 10 1 15,-17 12 0-15,-14 22 0 16,-4 3-1-16,-6 31 0 16,-5 26 0-16,8 15 1 15,14 22 0-15,10 38 0 16,19 6 0-16,30 12 0 15,40 7 0-15,31-6 0 16,43-7 0-16,42 1 0 16,39-29-1-16,39 3 1 0,35-28-1 15,38-19 1-15,36-15-1 16,15-29 0-16,16-18-1 16,8-23 1-16,4-18-1 15,2-16 0-15,-9-19 1 16,-1-25 1-16,-10-25 0 15,-15-6 1-15,-13-10 1 16,-25-18 1-16,-32 9 0 16,46-122 4-1,-134 122-4-15,-32-13-2 16,-21 7 1-16,-32-7-2 16,-21-2 0-16,-21-11-1 15,-15 17 1-15,-20 6-1 16,-11 15 1-16,-25 4 0 15,-17 18 0-15,-25 17 0 16,-14 24 0-16,-22 19 0 16,-13 19 0-16,-14 18 0 0,3 17 0 15,7 18 0-15,17 28 0 16,26 16-1-16,27 19 1 16,26 25 0-16,20 29 0 15,32-8-1-15,32 30 1 16,32-17 0-16,31-6 0 15,36-3 0-15,32-6 0 16,31-28 0-16,43-16 0 16,27-29 0-16,47-18 0 15,28-28 0-15,28-10 1 0,7-19-1 16,0-9 0-16,-3-25 0 16,-18-9 1-16,-18-23-1 15,-13-2 0-15,-22-13 1 16,-18-22 0-16,-21-13 1 15,-31-6 0-15,-29-3 0 16,-31-9 1-16,-36-17-1 16,-38 4 0-16,-43-9-3 15,-46-7 1-15,-53 4-11 16,-49 21 0-16,-28 4-1 16,-28 12 1-16</inkml:trace>
  <inkml:trace contextRef="#ctx0" brushRef="#br0" timeOffset="75739.75">5528 9833 87 0,'-7'-3'43'0,"-35"-19"-40"0,42 19 44 16,-14 3-45-16,6 3 1 16,1 7 0-16,0 12 0 15,4 15-4-15,-8 36 0 0,4 27 5 16,-3 41 0-16,-1 41-1 16,-10 44 1-1,3 18 0-15,-3 7 0 0,10-9-1 16,1-39 1-16,10-21-7 15,3-38 1-15,15-27-20 16,3-42 1-16,7-44-1 16,-6-31 0-16</inkml:trace>
  <inkml:trace contextRef="#ctx0" brushRef="#br0" timeOffset="76013">7049 9786 112 0,'-36'0'56'0,"15"38"-79"0,14-7 104 15,-4 35-81-15,4 38 1 16,-7 43-1-16,-3 35 0 15,3 25 0-15,6 16 0 16,1-23-2-16,-3-15 1 16,6-25-7-16,4-31 1 15,-10-26-13-15,3-24 0 16,-4-32 0-16,-7-32 1 16</inkml:trace>
  <inkml:trace contextRef="#ctx0" brushRef="#br0" timeOffset="76404.2">6276 10006 99 0,'-57'-9'49'0,"15"2"-61"16,32 10 86-16,-8 10-73 15,4 21 0-15,7 17-1 16,-4 18 1-16,4 18-2 16,4 20 1-16,6 15 0 15,15 1 0-15,-1-10-1 16,19-10 1-16,13-15 0 16,18-16 0-16,-7-13-1 15,7-24 1-15,4-19 0 0,-1-13 1 16,1-19-1-16,6-12 1 15,-6-13 0-15,-11-6 1 16,-7-22-1-16,3-12 1 16,-13-10-1-16,-1 3 1 15,-7 6-4-15,-3 1 0 16,-4-4-12-16,-7 16 1 16,-3 13-1-16,-7 15 0 15</inkml:trace>
  <inkml:trace contextRef="#ctx0" brushRef="#br0" timeOffset="76819.35">7648 9514 104 0,'-67'-4'52'0,"0"1"-62"16,53 6 77-16,0 7-66 16,10 9 0-16,11 3-1 15,25 15 1-15,-4 7-2 0,25 3 1 16,11 10 0-16,10 9 1 15,11 21-1-15,-1 11 0 16,-17 5 0-16,-14 16 1 16,-21 16 0-16,-25 12 0 15,-32 4 0-15,-28 6 1 16,-10 0-3-16,-22-7 0 16,-6-21-15-16,-19-17 1 15,1-21-2-15,-4-22 1 0</inkml:trace>
  <inkml:trace contextRef="#ctx0" brushRef="#br0" timeOffset="77116.24">9444 10279 111 0,'-14'0'55'0,"60"6"-72"15,-22 0 89-15,26 7-73 0,13-1 0 16,18 1-3-16,15-1 0 15,20 1 0-15,0-4 1 16,-3-5-11 0,-7-11 1-16,-14 1 0 0,-18 6 0 15</inkml:trace>
  <inkml:trace contextRef="#ctx0" brushRef="#br0" timeOffset="77365.35">9264 10972 100 0,'-71'22'50'0,"-10"-3"-59"16,71-16 76-16,6 6-66 16,15 0 0-16,17 1 0 15,21-1 1-15,18-6-3 16,29-6 1-16,17-3 0 15,10-7 1-15,8-12-6 16,17 0 0-16,7-3-16 16,-7-3 1-16,-3 3-1 15,-4-1 1-15</inkml:trace>
  <inkml:trace contextRef="#ctx0" brushRef="#br0" timeOffset="111279.17">14224 9652 75 0,'-46'-63'37'0,"-10"-19"-35"15,38 67 37-15,0-4-39 16,-3 3 0-16,-3 1 1 16,-5 5 1-16,-6 10-2 15,-4 6 1-15,-3 13 1 16,3 19 0-16,-3 28 0 15,3 9 1-15,4 16-1 16,3 41 1-16,7 9-1 16,8 25 0-16,6 16-1 15,4 6 1-15,3 9 0 16,4-2 0-16,0-13 0 16,0 0 0-16,0-10 0 15,4-25 0-15,-4-18 0 16,4-19 1-16,-1-13-1 0,1-19 1 15,3-15-1-15,3-13 0 16,4-9-1-16,7-13 1 16,11-9-2-16,18-16 1 15,17-12-4-15,17-7 0 16,8-9-13-16,3 0 1 16,-3 0-1-16,7-3 0 15</inkml:trace>
  <inkml:trace contextRef="#ctx0" brushRef="#br0" timeOffset="111700.71">14439 10520 98 0,'-32'-31'49'0,"4"-19"-63"0,28 43 79 16,-3 7-66-16,3 10 1 16,0 2-1-16,3 17 1 15,1 24 0-15,3 32 1 16,-4 24 0-16,1 23 0 16,3 15 0-16,-4 7 0 15,1-3 0-15,3-1 0 16,4-21-9-16,-8-16 0 0,1-19-1 15,-4-22 0-15</inkml:trace>
  <inkml:trace contextRef="#ctx0" brushRef="#br0" timeOffset="112346.48">11991 9953 83 0,'-35'-57'41'0,"24"23"-38"16,8 31 46-16,3-1-48 15,0 4 0-15,3 10 2 16,1 15 1-16,-1 16-4 16,1 34 0-16,3 10 2 15,0 12 1-15,0-3-1 16,0 9 1-16,0 4-2 0,0-10 0 15,0-12-5-15,4 0 0 16,-1-7-1-16,1-12 1 16</inkml:trace>
  <inkml:trace contextRef="#ctx0" brushRef="#br0" timeOffset="113908.97">15374 10950 87 0,'-49'-50'43'0,"24"47"-44"0,21-1 45 0,1 8-45 16,-4-1 1-16,-4 3 0 15,-3 3 0-15,-7 10 0 16,-4 9 0-16,1 10 2 16,2 18 0-16,8 7 1 15,4 9 0-15,10-3 0 16,17-3 1-16,8-3-1 16,3-16 0-16,4-9-2 15,7-10 1-15,0-19-2 16,7-9 1-16,-4-19-1 15,0-9 1-15,-3-22 0 16,-11-3 0-16,-10-7-1 16,-11 7 0-16,-11 3 0 15,-10 3 0-15,-7 9-5 0,-7 3 0 16,-4 10-16-16,0 3 0 16,11-3 0-16,4 10 1 15</inkml:trace>
  <inkml:trace contextRef="#ctx0" brushRef="#br0" timeOffset="114271.15">16323 10906 83 0,'-35'-19'41'0,"-15"35"-58"0,43-10 75 0,-7 3-58 15,0 4 0-15,-7-4 2 16,-4 10 0-16,-3 6 0 16,0 4 1-16,0 11 1 15,3 14 0-15,7-1 0 16,8 0 0-16,10-6-2 16,7-3 1-16,14-3-2 15,7-16 0-15,11-9-1 16,7-10 0-16,3-15 0 15,-3-4 1-15,-7-21 0 16,-7-7 0-16,-11-3-1 16,-7 0 1-16,-11-3-6 0,-6 0 0 15,-11 3-18-15,-14 0 1 16,-8 0-1-16,-3-3 1 16</inkml:trace>
  <inkml:trace contextRef="#ctx0" brushRef="#br0" timeOffset="114582.81">16535 10574 90 0,'3'-29'45'0,"1"26"-66"0,-4 3 87 0,7-3-66 15,0 6 0-15,3 0 3 16,5 4 1-16,2 5-3 15,4 7 0-15,4 12 2 16,10 16 1-16,8 7 0 16,-5 8 1-16,1 10-2 15,-14 16 1-15,-7 22-1 16,-11 0 0-16,-21-4-1 16,-8 4 0-16,-13-9-2 15,-7-1 1-15,-1-12-6 16,-2-22 0-16,2-13-18 15,4-19 1-15,11-15-1 16,14-16 1-16</inkml:trace>
  <inkml:trace contextRef="#ctx0" brushRef="#br0" timeOffset="114893.74">17692 11426 112 0,'-4'-21'56'0,"75"17"-83"0,-39 4 107 0,21 4-84 16,21-4 1-16,10-13-8 15,8 0 1-15,0-5 5 16,-4 2 1-16,-3-19-20 16,-4 1 0-16,-14-7 1 15,-11 0 0-15</inkml:trace>
  <inkml:trace contextRef="#ctx0" brushRef="#br0" timeOffset="115108.96">17833 10831 106 0,'-7'-29'53'0,"-14"11"-80"0,21 18 110 16,10 9-84-16,11 7 1 16,15 9-1-16,6 12 0 15,4 14 1-15,0 8 0 16,-4 32 0-16,0 0 0 15,-3 3-5-15,0 6 0 16,3-5-19-16,4-8 1 16,11-15-1-16,6-15 0 15</inkml:trace>
  <inkml:trace contextRef="#ctx0" brushRef="#br0" timeOffset="115811.94">19562 10517 85 0,'-36'9'42'0,"-3"-49"-52"16,32 37 80-16,0-4-70 16,0 4 1-16,4 6 1 15,6 7 0-15,4 2-2 16,4 7 1-16,-1 12 2 15,8 16 0-15,3 7 0 16,-3 12 0-16,0 3-1 16,-1 3 1-16,-3 6-2 15,0 13 1-15,-3-6-5 16,0-1 1-16,-1-8-10 16,1-1 1-16,-1-15-1 0,4-10 1 15</inkml:trace>
  <inkml:trace contextRef="#ctx0" brushRef="#br0" timeOffset="116226.34">20362 10846 104 0,'-28'-12'52'0,"-46"-4"-65"0,60 19 77 0,-4-3-66 15,1 10 1-15,-1 2-1 16,-7 10 0-16,1 3 2 16,2 7 0-16,1 5-1 15,0 4 0 1,18 44 1-1,6-7 0-15,18-15 1 16,8-7 0-16,6-12 0 16,14-16 0-16,1-15 0 15,6-13 0-15,0-19-1 16,-6-15 1-16,-1-7 0 16,-14-3 0-16,-10 0 0 0,-11-3 0 15,-14 0-1-15,-10 3 1 16,-11 3-3-16,-11 10 0 15,-11 6-11-15,-6 9 0 16,0 0 0-16,-1 1 0 16</inkml:trace>
  <inkml:trace contextRef="#ctx0" brushRef="#br0" timeOffset="116502.21">21033 10611 102 0,'0'-25'51'0,"3"25"-63"0,1 3 77 0,6 7-65 16,4 8 0-16,4 14 1 16,3 9 0-16,-3 9-1 15,-1 3 1-15,1 7 0 16,-4 2 1-16,-7 4-1 15,0 13 0-15,0-10-3 16,4 0 1-16,-8-13-11 16,8-9 0-16,-4-9-1 15,0-13 1-15</inkml:trace>
  <inkml:trace contextRef="#ctx0" brushRef="#br0" timeOffset="116910.26">21340 10451 101 0,'-25'-44'50'0,"21"41"-61"0,8 6 72 0,6 0-61 15,5 4 0-15,6 5 0 16,7 1 0-16,4 3 0 16,10-1 0-16,4 7 0 15,3 6 0-15,8 10 0 16,6 12 1-16,1 3-1 15,-4 1 1-15,-11 8 0 16,-10 7 1-16,-14 4-1 16,-18 14 1-16,-18 11-1 15,-10-11 0-15,-18 1-3 16,-14-6 1-16,-7-13-11 16,4-10 1-16,6-12-1 15,8-15 1-15</inkml:trace>
  <inkml:trace contextRef="#ctx0" brushRef="#br0" timeOffset="117412.14">21855 10163 96 0,'-11'-88'48'0,"43"44"-58"0,-15 38 66 0,12-4-59 16,13 4 1-16,7 0 0 15,8 9 0-15,6 9 4 16,1 20 0-16,-1 5-2 16,4 23 1-16,-3 3 2 15,-8 18 0-15,-10 35 0 16,-7 22 1-16,-11 10-1 16,-3 27 0-16,-8-9-1 15,-2-18 1-15,-5-10-1 16,1-13 0-16,-8-12-1 15,-6-16 1-15,-8-18-1 0,-10-13 0 16,-14-13-3-16,-8-12 1 16,-13-10-19-16,-15-18 1 15,-3-13-1-15,-7-10 1 16</inkml:trace>
  <inkml:trace contextRef="#ctx0" brushRef="#br0" timeOffset="120047.56">11539 11655 86 0,'-42'-18'43'0,"-21"21"-40"0,48 0 44 0,-16 0-47 15,2 0 1-15,-2 3 2 16,-5 4 0-16,1 5-3 16,0 1 0-16,3 3 2 15,7 0 1-15,8-7-1 16,10 1 0-16,17-7 0 16,22-9 0-16,21-6 0 15,21-10 1-15,25-6-1 16,28 0 0-16,10-4 0 15,5 1 0-15,9-3-1 16,-13 9 0-16,-11 3-1 16,-18 0 1-16,-7 7-1 0,-13-1 0 15,-15 4-3-15,-11-1 0 16,-6 1-13-16,3 6 1 16,-14-3-1-16,-8-1 1 15</inkml:trace>
  <inkml:trace contextRef="#ctx0" brushRef="#br0" timeOffset="129279.58">11652 12132 66 0,'-21'3'33'0,"14"-3"-26"15,7 0 33-15,0 0-39 16,0 0 0-16,4-6 0 16,3 3 0-16,7 3-1 15,3-7 0-15,12 1 2 16,20-3 1-16,14-7-1 0,15-12 1 31,88-32 0-31,-25 1 0 16,-18 2-1-16,-6 10 0 15,-18 10-2-15,-15 2 0 16,-10 13-8-16,-10 3 0 16,-15 7-1-16,-17 2 1 15</inkml:trace>
  <inkml:trace contextRef="#ctx0" brushRef="#br0" timeOffset="129749.15">11846 12176 72 0,'-49'-35'36'0,"31"13"-33"15,15 19 43-15,-1 0-45 16,4 3 0-16,0 3 0 15,0 4 1-15,4 11-3 16,-4-2 1-16,3 31 0 0,1 25 1 16,-4 19-1-16,0 13 1 15,-4 27 1-15,-3 1 0 16,0 6 0-16,0-9 0 16,0-1 0-16,0-9 0 15,-4-12-1-15,-6-16 1 16,-4-13-1-16,-4-9 0 15,-3-9-1-15,-4-19 0 16,-3-10-3-16,-8-12 0 0,8-16-15 16,3-12 0-16,11-13 0 15,0-22 1-15</inkml:trace>
  <inkml:trace contextRef="#ctx0" brushRef="#br0" timeOffset="130452.98">12802 12555 75 0,'-21'29'37'0,"-28"-33"-46"15,42 4 64-15,-4 4-54 16,1-1 0-16,-5 0 1 16,-2-3 1-16,-8 0-4 0,-3-6 1 15,-4-1 2-15,-7-2 0 16,-7-4 0-16,4-5 0 16,7-4-1-16,0-7 0 15,13 1-1-15,8 0 1 16,7 3-1-16,4 3 1 15,6 0-1-15,8 6 0 16,10 4 0-16,4 5 1 0,3 7-1 16,0 10 1-16,0 6 0 15,4 15 1-15,-4 10 0 16,-3 12 0-16,-7 13-1 16,-8 9 1-16,-10 10-1 15,-3 9 1-15,-8-3-2 16,-7-10 1-16,-10-5-1 15,-14-7 1-15,-4-13-1 16,-7-12 1-16,4-13-1 16,3-12 1-16,0-10-1 15,7-9 0-15,0-12-1 16,11-7 1-16,3-3-1 16,11 0 1-16,4-6-1 15,10 6 1-15,7-9 0 16,3 6 0-16,5-1 0 15,6 1 1-15,3 3-1 16,8 10 1-16,7 3 0 16,14 15 1-16,0 0-1 0,0 13 1 15,3 6-1-15,-6 9 1 16,-1 10-1-16,-3 0 1 16,-4 3-1-16,-3 0 1 15,0-6-3-15,-4 3 1 16,0-6-21-16,11-7 1 15,-4-9-1-15,-3-53 1 16</inkml:trace>
  <inkml:trace contextRef="#ctx0" brushRef="#br0" timeOffset="134386.18">3020 918 45 0,'-57'-84'22'0,"-27"-61"-12"16,59 120 23-16,-14 3-28 16,-14 4 0-16,-24 8 2 15,-8 10 0-15,-3 22-9 16,-18 28 0-16,-18 4 6 15,5 18 1-15,-1 12-3 16,-7 20 0-16,-25 12-2 16,7 13 1-16,15 18-1 15,10 13 1-15,10-16 0 16,1 7 1-16,28 12 0 16,21 15 1-16,42 36 1 15,36 11 0-15,14 26 0 16,38-3 0-16,47-19-2 0,20-47 1 15,47-32-3 1,13-71 1-16,43-48-1 0,-4-43 1 16,26-32-2-16,-33-44 1 15,-10-13 0-15,-22 1 0 16,-28-3 1-16,-20-13 0 16,-40-4 1-16,-14 8 0 15,-21-14 0-15,-28-18 0 16,-11-7 0-16,-13-24 1 15,-22-35-2-15,-11-22 1 0,-17-10-2 16,-32 20 0-16,-11 8-1 16,-10 54 0-16,-3 44-4 15,-29 54 1-15,-7 55-1 16,0 42 0-16</inkml:trace>
  <inkml:trace contextRef="#ctx0" brushRef="#br0" timeOffset="140902.67">30110 4750 73 0,'-36'0'36'0,"5"-62"-33"0,31 52 36 16,7 1-37-16,14 9 0 0,18 0 2 15,17 0 0-15,36 9-4 16,35 1 0-16,39-1 3 16,24-3 1-16,18-6 0 15,11 3 0-15,-11-9-1 16,-10-6 0-16,-33-7-1 16,-27 0 1-16,-32-3-1 15,-39 6 0-15,-35 1-1 16,-36-1 0-16,-31 3-1 15,-36 7 0-15,-42 0 0 16,-35 15 0-16,-39-9-1 16,-39 13 1-16,-35 6 0 15,-28 3 0-15,0 9 0 16,24-3 0-16,32-3 0 16,50 4 0-16,45-11 0 15,40 7 0-15,34-12 1 16,39 0 0-16,50-1-1 15,42-6 1-15,35-3-1 16,43-3 1-16,21-9-1 0,17 0 1 16,4-10-1-16,-3 3 0 15,-15-9 0-15,-7 3 0 16,-17-12 0-16,-22 9 0 16,-20 3 0-16,-26 9 1 15,-27-3-1-15,-29 13 0 16,-25 6 0-16,-31 10 1 15,-32-1-1-15,-28 14 0 16,-25-1 0-16,-21 3 0 0,3-3 0 16,8 9 0-16,17-12 0 15,18 0 0-15,24-3 0 16,25-3 0-16,25 0 0 16,28-4 1-16,32 1-1 15,35-4 0-15,32-3 0 16,21 1 0-16,24-7 0 15,8 6 0-15,0-9-1 16,-18 3 1-16,-21-3-1 16,-32-4 1-16,-21-2 0 15,-35-1 0-15,-32-8-1 16,-35-1 1-16,-46 3 0 16,-36-6 0-16,-27 10 0 15,-22-1 0-15,-11 1 0 16,4 8 0-16,4-2 0 15,14 12 0-15,24-6 0 0,29 10 0 16,21-10 0-16,17 3 0 16,22 3 0-16,21 4 0 15,21-7 0-15,35 0 0 16,25-3 0-16,28-6 0 16,36-4 0-16,28 1 0 15,20-1 0-15,15 4 0 16,0-13 0-16,-7 10 0 15,-25 3 0-15,-28 3 1 16,-31-4 0-16,-26 4 0 0,-41-6 0 16,-33-1 0-16,-35 10-1 15,-42 10 0-15,-35-1-6 16,-15 1 1-16,15 8-2 16,27-8 1-16</inkml:trace>
  <inkml:trace contextRef="#ctx0" brushRef="#br0" timeOffset="145646.41">5320 12800 82 0,'14'-25'41'0,"60"-28"-42"15,-32 37 42-15,29-12-41 0,35-4 0 0,28-12 0 16,46-12 0-16,14-10 0 15,28 3 0-15,4 1 0 16,0-4 0-16,-8 3 0 16,-34 4 1-16,-25 2-1 15,-25 13 0-15,-32 10 0 16,-28 5 1-16,-28 11 0 16,-29 2 0-16,-20 10-1 15,-36 6 0-15,-31 9-1 16,-29 10 1-16,-21 9-1 15,-49 13 0-15,-8 9-1 16,-35 13 1-16,-3 15 0 16,-10 1 0-16,9-1 2 15,15 0 0-15,0-2 0 16,25-14 0-16,35-5 0 16,17-10 0-16,32-10-1 15,22-5 1-15,21-7-1 16,27-13 0-16,22-12 0 0,43-9 1 15,34-19 0-15,33-4 0 16,52-8 1-16,21-14 0 16,40-5 0-16,2-10 0 15,19-3-1-15,-8 6 1 16,-7-3-2-16,-10 0 1 16,-35 6-1-16,-19 10 1 15,-16 12-1-15,-36 10 0 16,-29 6 1-16,-38 9 0 0,-32 10-1 15,-28 9 1-15,-35 9 0 16,-36 13 0-16,-35 10 0 16,-21 9 0-16,-35 19-1 15,-11 2 0-15,-25 1 0 16,11 3 0-16,-14 7 0 16,6-1 0-16,22-6-1 15,18-7 1-15,14-5 0 16,35-13 0-16,21-7 0 15,29-15 1-15,20-12-2 16,43-16 1-16,25-16 0 16,31-16 0-16,39-6 0 15,25-12 0-15,18-7 0 16,38-12 0-16,-3-1 0 16,3 7 0-16,11 7 0 15,-10 5 0-15,-26 1 0 16,-10 2 0-16,-21 14 0 0,-18 5 0 15,-10 13 0-15,-25 3 1 16,-25 7-1-16,-24 9 0 16,-22 9 0-16,-17 13 0 15,-32 12-1-15,-35 7 0 16,-18 12 0-16,-25 6 0 16,-24 4 0-16,-7 3 0 15,-22-1 0-15,1 1 1 16,13 0 0-16,-10-7 0 0,25-5 0 15,25-4 0-15,20-10 0 16,32-5 0-16,26-7-1 16,20-10 0-16,21-5 0 15,29-10 1-15,35-10-1 16,13-5 1-16,23-14 0 16,34-8 0-16,15-7 0 15,6-9 1-15,29-7 0 16,3-3 0-16,4-9 0 15,18 6 1-15,-18 0-1 16,-8 1 1-16,-20 2-1 16,-7 13 0-16,-22 6-2 15,-24 9 0-15,-15 4-14 16,-17 12 0-16,-21 13-1 16,-25-4 1-16</inkml:trace>
  <inkml:trace contextRef="#ctx0" brushRef="#br0" timeOffset="147733.76">29538 4926 80 0,'14'-47'40'0,"-3"38"-37"0,-8-1 41 16,-3 4-44-16,0 9 1 16,-17-6-1-16,-19 6 1 0,-31 6-2 15,-24 16 1-15,-33 1 0 16,-38 14 1-16,-39 14-1 16,-28 15 0-16,-40 0 0 15,-34-7 1-15,-25-2-1 16,-14-7 1-16,-15-6-1 15,-2-9 1-15,-5-22-1 16,11-4 1-16,11-12-1 16,11-12 1-16,31 5 0 15,3-2 0-15,33-4 1 16,28 1 1-16,17-4 0 16,25 4 0-16,39-10 0 15,24 3 0-15,18-9 0 16,32 6 0-16,14-10-2 15,18 13 1-15,13-3-2 16,8-3 1-16,10 0-1 16,4 7 0-16,4-1 0 15,3 3 0-15,0 3 0 0,0 1 0 16,3-4 0-16,0 4 1 16,-3-4-1-16,0 3 0 15,-3 1 0-15,-1-1 0 16,-3 4 0-16,0 9 0 15,-4-3-1-15,1 9 1 16,-8 4-9-16,7 11 1 16,4 8-1-16,7 8 1 0</inkml:trace>
  <inkml:trace contextRef="#ctx0" brushRef="#br0" timeOffset="148027.06">26208 4377 105 0,'-11'-28'52'0,"-42"22"-63"16,43 18 73-16,-11 7-63 15,-15 28 0-15,-6 25-2 16,-4 3 1-16,-3 7 1 16,3-7 1-16,4-6-5 15,-8-6 0-15,1-3-9 16,-4-7 0-16,0-3 1 0,-4-19 0 16</inkml:trace>
  <inkml:trace contextRef="#ctx0" brushRef="#br0" timeOffset="148236.68">25142 4684 76 0,'11'-62'38'0,"38"18"-38"0,-31 41 51 0,7 9-49 16,10 19 0-16,14 10 0 15,22 12 0-15,7 6-4 16,10 3 1-16,7-9-5 15,7-6 0-15,1-6-2 16,-8-10 1-16</inkml:trace>
  <inkml:trace contextRef="#ctx0" brushRef="#br0" timeOffset="148626.51">26342 4126 79 0,'-99'-106'39'0,"-42"24"-41"16,95 70 50-16,-17 2-48 0,-22 7 1 15,-14 9-1 1,-7 13 1-16,-3 22-1 16,0 19 0-16,-4 5 2 0,10 17 0 15,12 9 0-15,10 28 0 16,17 10 0-16,18-1 1 15,22 10-1-15,27-6 1 16,29-19-2-16,24-4 1 16,22-24-1-16,21-19 1 15,24-19-1-15,15-22 0 16,-1-25 0-16,8-22 1 0,0-31-1 16,-8-19 0-16,-6-13 1 15,-18-9 1 1,-11-3-1-16,-21-19 1 0,-28 9-1 15,-28 4 1-15,-29 9-2 16,-28 6 1-16,-35 6-8 16,-35 10 1-16,-18 25-2 15,-25 9 1-15</inkml:trace>
  <inkml:trace contextRef="#ctx0" brushRef="#br0" timeOffset="152082.12">25238 8187 99 0,'-60'-44'49'0,"42"38"-48"15,15 9 49-15,-1 7-51 0,1 15 1 0,-1 19-1 16,4 43 1-16,0 33 1 16,0 46 1-16,4 25-1 15,-4-53 0-15,14 85 0 16,3-16 0-16,8-35-5 16,3-18 1-16,7-29-18 15,1-34 1-15,-1-44-1 16,-3-37 0-16</inkml:trace>
  <inkml:trace contextRef="#ctx0" brushRef="#br0" timeOffset="152327.6">26303 8106 113 0,'21'-13'56'0,"-28"-40"-82"15,11 56 110-15,3 13-85 0,7 12 1 16,-3 25 0-16,-1 41 0 16,1 35 0-16,-8 24 0 15,1 23-1-15,-4-7 1 16,0-9-2-16,3-6 1 16,1-13-3-16,-8-25 1 15,4-25-9-15,-3-16 0 16,-4-21-14-16,-7-26 0 15,-11-22 1-15,-10-31 0 16</inkml:trace>
  <inkml:trace contextRef="#ctx0" brushRef="#br0" timeOffset="152653.96">25728 8457 102 0,'-42'-72'51'0,"49"50"-77"15,-4 25 107-15,8 16-82 16,10 22 0-16,-3 24 0 16,3 26 1-16,7 25 0 15,11 10 0-15,7-10 0 16,10-13 0-16,18-18 0 16,0-22 1-16,4-19 0 15,3-26 1-15,4-24-1 16,7-32 1-16,3-21 0 15,-7-20 0-15,-3-8-2 16,-15-1 0-16,-13-6-5 0,-15 6 0 16,-10 3-13-16,-18 13 1 15,-4 13-1-15,-20 8 1 16</inkml:trace>
  <inkml:trace contextRef="#ctx0" brushRef="#br0" timeOffset="152970.48">27093 7861 110 0,'-38'-38'55'0,"38"64"-77"16,7-8 96-16,7 17-75 15,10 12 1-15,5 9 0 16,2 20 0-16,5 18 0 16,-5 19 0-16,-6 6 0 15,-11 0 1-15,-10 13-1 16,-15-7 1-16,-10-9 0 16,-11-3 0-16,-10-16-3 15,3-12 1-15,0-10-18 16,-3-25 1-16,3-18-2 15,0-32 1-15</inkml:trace>
  <inkml:trace contextRef="#ctx0" brushRef="#br0" timeOffset="153187.92">28035 8369 118 0,'-10'-31'59'0,"63"12"-86"0,-25 19 105 0,14 0-82 15,18 0 1-15,7 0-9 16,4 0 1-16,-8-10 6 16,1 4 1-16,-8-3-20 15,-6-1 0-15,-15 4 2 16,-14 9 0-16</inkml:trace>
  <inkml:trace contextRef="#ctx0" brushRef="#br0" timeOffset="153364.82">27866 8849 97 0,'-116'37'48'0,"31"-5"-63"16,74-26 95-16,8 4-79 15,13-1 0-15,19-3 0 16,20-3 0-16,18-6-3 15,11-9 0-15,20-13-4 16,12-1 0-16,3-8-9 16,3-1 0-16,-3-8 0 15,0-11 0-15</inkml:trace>
  <inkml:trace contextRef="#ctx0" brushRef="#br0" timeOffset="153679.57">29182 7670 105 0,'-18'-60'52'0,"8"41"-70"0,13 19 88 0,4 0-71 16,0 13 1-16,0-1 0 15,0 17 1-15,-7 15-1 16,-3 43 1-16,-11 20 0 15,-4 25 1-15,-3 28 0 16,0 9 0-16,3 3 0 16,4 4 0-16,3-16-1 15,1-13 0-15,-1-15-1 16,4-3 1-16,0-16-2 16,-3-19 1-16,-1-13-8 15,-3-18 1-15,7-19-1 16,-4-13 1-16</inkml:trace>
  <inkml:trace contextRef="#ctx0" brushRef="#br0" timeOffset="154351.85">30367 8049 112 0,'-35'-110'56'0,"14"26"-67"0,14 65 72 16,-4-3-63-16,-10-3 0 16,-7 3-1-16,3 3 1 0,-35 3 3 15,-7 16 1-15,-4 13-3 16,-3 15 0-16,0 29 1 15,11 18 1-15,6 0-1 16,11 7 1-16,15-4-2 16,13 7 1-16,15-10 0 15,17-12 0-15,7-16-1 16,14-19 1-16,11-12 0 16,3-19 0-16,8-13 0 15,3-9 0-15,0-10 0 16,0-18 1-16,-4 3-1 15,1-10 1-15,-5-2 0 16,-2 5 0-16,-11 10 0 16,-8 3 1-16,-6 13-1 15,-7 6 0-15,-11 6 0 0,-7 13 1 16,-7 12-1-16,-11 16 0 16,0 19-1-16,-13 21 1 15,-5 4-1-15,-6 13 0 16,3 18 0-16,-7 3 0 15,8-3 0-15,2-6 0 16,8-3 0-16,7-13 0 16,3-12 0-16,8-6 0 15,3-14 0-15,7-8 1 16,3-13 0-16,8-16 0 0,10-6 0 16,7-12 1-16,11-7-1 15,0-16 1-15,3 4-2 16,4-4 1-16,0 1-4 15,0-7 0-15,-4 7-6 16,-3-4 0-16,-7 7-1 16,-4-4 1-16</inkml:trace>
  <inkml:trace contextRef="#ctx0" brushRef="#br0" timeOffset="154562.66">30798 8589 104 0,'-15'-7'52'0,"19"36"-58"16,-8-20 64-16,8 16-59 15,-4 3 1-15,3 16-1 16,-6 19 1-16,-1 15 0 16,-6 13 0-16,-1-6-3 0,1 0 0 15,-1-7-13-15,4-6 1 16,-4-16-1-16,1-15 1 15</inkml:trace>
  <inkml:trace contextRef="#ctx0" brushRef="#br0" timeOffset="155346.17">31888 8093 113 0,'31'-50'56'0,"-66"-72"-79"16,32 106 99-16,-8 0-78 16,-3 7 0-16,-11 12-4 15,-7 16 1-15,-6 6 6 16,-8 16 0-16,-4 6-4 15,1 9 0-15,7-6 1 16,10-6 1-16,14-6 1 16,11-7 1-16,18-9-1 15,10-6 1-15,14-13 0 16,11-3 0-16,11-16 0 0,-1-3 0 16,-3-2 0-1,-4 2 0-15,-6-3 0 0,-12 6 0 16,-9 7 0-16,-12 12 0 15,-10 13-1-15,-10 12 1 16,-12 12 0-16,-6 20 0 16,0 12-1-16,3-3 0 15,1-6 0-15,2 3 1 16,1-10-1-16,4-2 0 16,2-11 0-16,1-8 0 0,4-4 0 15,3-6 1-15,0-3-1 16,3-3 0-16,8-6 0 15,6-4 0-15,8-3 0 16,10-6 0-16,11-6-1 16,7-6 1-16,7-7-1 15,0-3 1-15,-1-6 0 16,-2-4 1-16,-11 4 0 16,-4 3 1-16,-10 0 0 15,-8 3 0-15,-10 3-1 16,-3 13 1-1,-25 31-1 1,3 9 0-16,7 4-1 16,8 3 0-16,10-4 0 15,7-2 0-15,7-7-1 16,8-6 1-16,6-6-1 0,4-10 1 16,-1-9 0-16,-2-7 1 15,-8-8-1-15,-3-11 0 16,-4-2-3-16,-11 0 1 15,-13-4-10-15,-1 1 0 16,-3-1-1-16,-3-2 1 16</inkml:trace>
  <inkml:trace contextRef="#ctx0" brushRef="#br0" timeOffset="155722.26">32914 7610 108 0,'-46'-56'54'0,"18"37"-64"16,18 16 78-16,6 0-68 15,-7 3 0-15,4 6 1 16,7 6 0-16,7 7-1 15,4 10 0-15,17 11 1 16,11 14 0-16,14 27-1 16,14 7 1-16,0 12-1 15,-7 4 0-15,-7 2 0 16,-11 1 0-16,-21-4 0 16,-17-2 0-16,-29-7 0 0,-24 3 0 15,-22 10-4-15,-20-7 0 16,-26 0-18-16,-13-2 1 15,-12-11-1-15,12-14 1 16</inkml:trace>
  <inkml:trace contextRef="#ctx0" brushRef="#br0" timeOffset="156680.35">29580 6378 90 0,'-7'-57'45'0,"11"92"-60"0,-4-10 75 0,-4 13-61 16,1 15 1-16,-1 16-1 16,1 19 0-16,-1 3 1 15,4-4 1-15,7-2-2 16,0-13 0-16,0-6-3 16,0-6 0-16,-3 6-11 15,-4-13 0-15,-7-9 0 16,-4-16 1-16</inkml:trace>
  <inkml:trace contextRef="#ctx0" brushRef="#br0" timeOffset="157057.79">29686 6497 95 0,'-42'-44'47'0,"35"41"-67"16,7 12 87-16,0 7-69 0,0 15 1 15,3 13-1-15,8 0 0 16,3 13 2-16,4-4 1 16,3-6-2-16,7-9 0 15,7-7 1-15,1-3 0 16,2-12 0-16,8-10 0 16,-3-3 0-16,3-12 0 15,-8-19 0-15,-6 3 0 16,-4-4 0-16,-10 1 0 15,-4 0 1-15,-7 9 0 0,0 3 1 16,0 4 0-16,-3 6 0 16,-4 9 1-16,0 6 0 15,0 22 0-15,-4 17-1 16,4 2 0-16,0 6-2 16,0 4 0-16,0-4-9 15,0-3 0-15,4-5 0 16,3-14 0-16</inkml:trace>
  <inkml:trace contextRef="#ctx0" brushRef="#br0" timeOffset="157402.57">30642 6588 72 0,'-21'-57'36'0,"-28"14"-31"0,42 33 33 15,0-6-36-15,0 1 0 16,0 2 2-16,-1 4 0 16,1 9-5-16,4 9 1 15,-1 10 5-15,4 16 0 16,4 12-1-16,-1 25 1 0,4 6-2 15,1 4 1-15,-8-1-1 16,0-9 0 0,-4-6-2-16,-3-13 0 0,-7-9-2 15,-7-9 1-15,-8-13-9 16,-6-6 0-16,0-10 0 16,-4-12 1-16</inkml:trace>
  <inkml:trace contextRef="#ctx0" brushRef="#br0" timeOffset="158067.28">30695 6726 82 0,'46'-28'41'0,"21"28"-45"16,-49 6 49-16,10 6-46 15,0 14 1-15,-7 14-1 16,-3-8 1-16,-11 27 1 15,-14 1 0-15,-7 3 0 0,-4-1 0 16,1 4 1-16,-1 3 1 16,0-12-1-16,4-10 1 15,7-10-2-15,0-5 1 16,4-14-2-16,3-11 1 16,0-17-3-16,3-12 1 15,1-9-1-15,3-7 1 16,3-12-1-16,1-13 1 15,3-12 0-15,4 0 0 16,3 0 1-16,0 6 1 16,-3 0 0-16,-4 9 0 0,0 4 0 15,0 6 1-15,-4-1 0 16,1 11 1-16,0 2 0 16,-1 10 0-16,4 3-1 15,0 9 1-15,4 3-2 16,3 7 1-16,0 6-1 15,4 3 0-15,3 7-1 16,-3 2 0-16,3 4 0 16,-7 3 0-16,-3 0 0 15,-7 9 0-15,-8 0 0 16,-6 0 0-16,-8 4 0 16,-7 8 0-16,-3-5 0 15,0 2 1-15,3-2-1 16,11 6 0-16,4-13-1 15,10 0 1-15,4 0-1 16,-1-3 1-16,1-6 0 0,-8 9 0 16,-6-6 0-16,-22 10 0 15,-17 2 1-15,-22 1 0 16,-17-1-1-16,-18 1 0 16,-7-10-8-16,1-3 1 15,13-7-15-15,18-8 0 16,17-10-1-16,33-10 1 15</inkml:trace>
  <inkml:trace contextRef="#ctx0" brushRef="#br0" timeOffset="158469.94">31729 6635 98 0,'-25'-60'49'0,"8"20"-75"16,24 36 102-16,0 8-77 15,0 11 1-15,3 7-2 16,-3 10 1-16,0 15 1 15,-3 3 1-15,-4 9-2 16,3-2 1-16,1 2 0 0,3-5 0 16,-3-4 1-1,3-6 0-15,0-3 0 0,0-4 0 16,0-2 0 0,3-4 0-16,1-3-1 0,0 0 1 15,-1-6-1-15,4 4 0 16,4-17-3-16,3-3 1 15,7-6-9-15,8-9 1 16,6-4 0-16,0-6 0 0</inkml:trace>
  <inkml:trace contextRef="#ctx0" brushRef="#br0" timeOffset="158789.16">32484 6626 90 0,'-18'-32'45'0,"-35"-37"-49"16,43 57 61-16,-4-1-57 15,-8 1 0-15,-9-1-2 16,-5 10 1-16,1 3 1 16,0 6 0-16,0 4-1 15,3 12 1-15,11 6 0 16,10 13 0-16,11 6 2 15,4 22 0-15,3 0 0 16,0 0 0-16,-4-4 0 16,-3-2 0-16,-3-10-2 15,-8-6 1-15,-3-9-5 0,-7-7 0 16,-7-9-11-16,3-9 1 16,0-16-1-16,8-10 1 15</inkml:trace>
  <inkml:trace contextRef="#ctx0" brushRef="#br0" timeOffset="159417.5">32660 6695 95 0,'0'-29'47'0,"-10"39"-63"15,6 2 78-15,-7 16-65 16,-6 20 0-16,-4 8-1 15,-4 4 1-15,-3 2 4 16,0-8 1-16,3-4-4 16,7-13 0-1,4-5 2 1,11-7 0-16,3-6-1 16,3-10 1-16,4-3-1 15,4-9 0-15,-4-3 0 16,3-13 0-16,1-9 0 15,0-10 1-15,6-12 0 16,4-6 1-16,4-4 2 16,0 4 1-16,-1 5-1 15,1 1 1-15,3 0-1 0,4 9 0 16,-4 1-1-16,1 5 0 16,-5 4-1-16,1 2 0 15,0 8-1-15,-4 2 1 16,7 0-1-16,4 9 1 15,-4 4-1-15,4 3 0 16,-8 6 0-16,-2 7 1 16,-8 2-1-16,-11 10 1 0,-6-3-1 15,-15 6 0-15,4 6 0 16,0-2 1-16,3-4-1 16,4 9 0-16,4-6 0 15,10 7 0-15,7-1 0 16,11 4 0-16,10 0-1 15,4 6 1-15,-1-7 0 16,-6 4 0-16,-11 3 0 16,-14-3 1-16,-17-7-1 15,-18-6 0-15,-22 4-2 16,-24-7 1-16,-18-10-14 16,-13-2 1-16,-8-7-1 15,-18-9 0-15</inkml:trace>
  <inkml:trace contextRef="#ctx0" brushRef="#br0" timeOffset="160516.4">310 624 68 0,'-35'-44'34'0,"21"34"-29"0,14 10 35 15,0 0-40-15,0 3 1 16,0 16-1-16,0 3 1 15,4 16-2-15,3 6 1 16,-7 3 0-16,0 3 1 16,0-3-1-16,0 9 0 15,-7 4 0-15,3-4 0 16,-3 10 0-16,-4-3 1 0,1 3 0 16,-1-7 0-16,1-2-1 15,3-13 1-15,7-16-1 16,10-9 1-16,18-13-1 15,11-22 1-15,11-21-2 16,10-10 0-16,-7-7-8 16,10 1 0-16,-10-10-1 15,7 4 1-15</inkml:trace>
  <inkml:trace contextRef="#ctx0" brushRef="#br0" timeOffset="160802.01">991 432 69 0,'-49'-3'34'0,"-25"-3"-37"16,56 12 48-16,1-6-45 0,2 3 1 16,5 4-1-16,-1 8 1 15,4-2-1-15,7 3 0 16,7 2 0-16,4 7 0 15,3 10 0-15,4 12 1 16,3 6 0-16,-14 4 0 16,3-4 0-16,1 7 1 15,-11-4-1-15,-7-6 1 16,3-3-2-16,-6-6 0 16,-8-10-11-16,8-6 0 15,-1-9-1-15,-7-16 1 0</inkml:trace>
  <inkml:trace contextRef="#ctx0" brushRef="#br0" timeOffset="161546.63">1136 573 74 0,'-7'-28'37'0,"17"3"-42"15,-2 25 57-15,2 6-52 16,1 4 0-16,6 9 0 15,-3 6 0-15,-3 19-1 16,7 3 1-16,-8 0-2 16,1-3 1-16,-1-4-1 15,-3-2 1-15,-3-13-1 16,3 6 0-16,-7-9 1 16,0 7 0-16,-7-17 0 0,3 4 1 15,4 0-1-15,-7-4 1 16,4-3-2-16,-4-2 1 15,3-14 0-15,-3-5 0 16,7-7 0-16,0-6 0 16,0-13 1-16,0-12 0 15,7-6 0-15,-3 2 1 16,6 4-1-16,-10 3 0 16,7 0 1-16,-7-3 0 0,4 6 0 15,3 10 0-15,-7 2 0 16,11-2 0-1,-8 6 0-15,11 6 0 0,-3 0-1 16,-1-3 1-16,12 9-1 16,-1 3 1-16,7 7 0 15,-7 3 0-15,-3-3-1 16,3 12 1-16,-3-3-1 16,-8 7 0-16,4-1 0 15,-7 7 1-15,-7-7-1 16,0 7 0-16,-10 2 0 15,3 8 0-15,-4-8 0 16,1 11 1-16,10-4-1 16,-8-3 0-16,16 3-1 15,-8 0 1-15,10-6-1 16,8-4 1-16,-4 4-1 16,4-6 0-16,-1-1 1 15,4-2 0-15,1-1 0 16,-5 0 1-16,-6 4 0 0,-1 3 0 15,1-1 0-15,-1 7 0 16,-10 0-1-16,0 6 1 16,-3-6-1-16,-4 10 0 15,-4-4-2-15,1 0 0 16,-11 13-2-16,-8-3 0 16,-20 15-10-16,-11 19 0 15,-11 16 0-15,1-3 1 16</inkml:trace>
  <inkml:trace contextRef="#ctx0" brushRef="#br0" timeOffset="162120.57">621 6792 68 0,'-39'-16'34'0,"18"54"-43"16,21-29 59-16,0 16-50 15,0 13 1 1,18 59 0-1,-4 3 1-15,14 1-5 16,0-17 1-16,4-11-6 16,10-11 1-16,-3-15-1 15,-4-15 0-15</inkml:trace>
  <inkml:trace contextRef="#ctx0" brushRef="#br0" timeOffset="162491.97">723 7071 55 0,'-32'-107'27'0,"-6"32"-17"0,34 56 33 16,-3 3-38-16,-4 1 1 15,1 5 1-15,-1 10 0 16,11 10-10-16,0 15 0 16,0-3 6-16,11 6 1 15,7 0-4-15,-4-6 0 0,14-9 0 16,0-4 0-16,14-12 0 15,8-6 0-15,-11-10 0 16,-1-9 0-16,-6-1 0 16,-4 4 1-16,-6 3-1 15,-12 4 0-15,1 8 0 16,-1 7 1-16,1 16 0 16,3 12 0-16,-3 9 0 15,-1 1 0-15,1 12 0 16,3-3 0-16,0 3-1 15,-10-4 0-15,6 1-2 16,-3-3 1-16,4 6-5 16,-1-9 0-16,1 6 0 15,-4-10 0-15</inkml:trace>
  <inkml:trace contextRef="#ctx0" brushRef="#br0" timeOffset="162841.87">1528 6641 84 0,'-32'-47'42'0,"4"22"-48"0,28 25 55 15,-8-3-50-15,5 0 1 16,3 0-1-16,0 6 0 0,-7 6 1 15,3-2 0 1,4 18-1-16,0 6 1 0,11 10-1 16,0 6 1-16,6 6 1 15,4 0 0-15,-3-2 1 16,-4 2 0-16,-7 0 1 16,4-6 0-16,-8-3 0 15,-3-9 0-15,-3-7-3 16,3-3 1-16,-11-6-12 15,4-7 1-15,4-5-2 16,-15-7 1-16</inkml:trace>
  <inkml:trace contextRef="#ctx0" brushRef="#br0" timeOffset="163436.26">1834 6751 89 0,'-28'-13'44'0,"28"20"-49"0,7-4 66 16,-3 6-61-16,6 16 0 15,8 10 0-15,10 15 0 16,-7 0-2-16,1 13 1 16,-12-4-1-16,-3-2 1 15,-7-13-1-15,-7-3 0 16,4-16 0-16,-4-10 0 15,-4-12 1-15,4-6 0 0,3-9 0 16,-6-7 0-16,10-6 0 16,-11-10 0-16,4-2 0 15,7-13 1-15,-3-7-1 16,3-12 0-16,0 0 0 16,3-6 1-16,8 9-1 15,6-6 1-15,5 6 0 16,-5 7 1-16,4 11 0 15,1 1 0-15,-1 10 0 16,-4 12 1-16,1 9-1 16,-7 7 0-16,-1 9 0 15,1 12 0-15,-8 4 0 16,4 6 0-16,-14 0 0 16,7 6 0-16,-3 0 0 15,6 0 0-15,4 4-1 16,4-7 1-16,7 6-1 15,3-6 0-15,0-3-1 16,7 0 1-16,0 3-1 0,-3 4 1 16,3 2 0-16,-7 3 0 15,-10 1 1-15,-11 6 1 16,-11 6-1-16,-10-3 0 16,-11 6-1-16,-17-6 1 15,-18-4-9-15,14-8 0 16,4-10-1-16,10-13 0 15</inkml:trace>
  <inkml:trace contextRef="#ctx0" brushRef="#br0" timeOffset="167094.42">16792 7438 90 0,'-77'-16'45'0,"52"-47"-46"16,39 54 45-16,39-4-45 15,39-5 0-15,59-4 0 16,54-10 0-16,63-5 1 16,60-4 0-16,43-9-2 15,27-13 1-15,15-6 0 16,-7-9 0-16,-11 9 0 15,-21 0 1-15,-25 9 1 16,-49 7 0-16,-36 12 0 16,-52 10 1-16,-39 6-1 15,-46 9 1-15,-49 10-1 16,-50 9 0-16,-56 6-2 16,-64 13 0-16,-74 13-1 15,-67 8 1-15,-60 20-1 0,-38 9 1 16,-40-3 0-16,-20 0 1 15,-11 0 0-15,17-3 0 16,15 3 0-16,24-3 1 16,43-6-1-16,38-13 1 15,29-10-1-15,38-12 0 16,43-6 0-16,38-6 0 16,40-10 0-16,34 0 1 15,43-3-1-15,46-9 1 0,53-17 1 16,56-5 1-16,61 0-1 15,52-4 0-15,42-6 0 16,36-2 1-16,17-4-1 16,8-7 0-16,-8 1-2 15,0 0 1-15,-24-7-1 16,-18 10 0-16,-42 0 0 16,-25 12 1-16,-29 13-2 15,-27 3 1-15,-29 6-9 16,-24 7 0-16,-25 6-1 15,-25 0 1-15</inkml:trace>
  <inkml:trace contextRef="#ctx0" brushRef="#br0" timeOffset="167810.75">29439 4989 96 0,'92'-16'48'0,"81"7"-54"15,-106 5 48-15,42-2-46 16,36 6 0-16,21-6-5 16,24-4 1-16,8-2 10 15,-1-4 0-15,-17-3-5 16,-17 1 1-16,-36-1 2 0,-32 3 0 15,-28 7 2-15,-32-4 0 16,-38 13 0-16,-36 13 1 16,-39-4-4-16,-28-3 1 15,-35 7-1-15,-35 0 1 16,-15-1-1-16,-13-3 1 16,-11 1 0-16,10-4 1 15,18 0 0-15,35 4 1 16,39-4 1-16,36 0 0 0,41-9 0 15,40 3 1-15,45-9-1 16,43-1 0-16,49-2-1 16,29 2 0-16,13-8-1 15,7 2 1-15,1 0-2 16,-18 7 0-16,-14-7-2 16,-18 7 1-16,-32 3-12 15,-28 6 1-15,-24 3-1 16,-47-3 1-16</inkml:trace>
  <inkml:trace contextRef="#ctx0" brushRef="#br0" timeOffset="171917.93">20242 10608 75 0,'-21'-50'37'0,"7"12"-29"16,11 26 38-16,3-1-42 16,0 1 0-16,-4-1 4 15,1 4 0-15,-1 6-10 16,0 6 1-16,1 9 6 15,-4 20 0-15,3 27-3 16,4 20 1-16,-3 8-2 16,-1 4 0-16,-3 0-1 15,7 3 1-15,0-6-1 16,4-10 1-16,-1-15-1 0,1-16 1 16,-1 0-1-16,4-9 1 15,-3-13-2-15,3-6 0 16,0-13 0-16,0-6 0 15,-3-12 0-15,-1-26 1 16,-3-15-1-16,7-13 1 16,4-6 0-16,3-7 1 15,0-15-1-15,4 6 1 16,-1 4-1-16,1 8 1 16,-4 11 0-16,-3 8 0 0,-1 7 0 15,-3 12 0-15,0 10 0 16,0 6 1-16,0 10-1 15,1 15 1-15,-1 22-2 16,-4 28 1-16,4 19-1 16,0 16 1-16,-7 6-1 15,0 6 0-15,-3 7 0 16,-1-13 1-16,1-12-1 16,-1-13 1-16,1-13-1 15,-1-18 0-15,4-13 0 16,-3-16 0-16,3-21-1 15,-4-26 1-15,4-18 0 16,0-10 0-16,0-6 0 16,-4-7 0-16,-3 1 0 15,0-1 0-15,0 7 0 0,0 6 0 16,0 4 1 0,0 8 0-16,0 11 0 0,4 8 0 15,-1 13 0-15,0 10 1 16,-3 15-1-16,4 19 0 15,-1 28-1-15,-3 13 1 16,0 9-2-16,4 9 1 16,3 1 0-16,-4 2 0 15,4-2-1-15,0-13 1 32,0-9-1-32,0-13 1 0,-3-16-1 15,3-15 0-15,-4-20 0 16,4-27 0-16,0-16 0 15,4-19 1-15,-1-12 0 16,4-16 0-16,-3 6 0 16,-1 10 0-16,-3 9 0 15,0 3 1-15,0 12 0 16,-3 17 0-16,3 9-1 16,-4 12 1-16,4 16-1 15,-3 12 1-15,-1 29-1 16,1 19 1-16,-1 9-1 15,1 15 0-15,-1 4 0 16,-3 9 0-16,0-3 0 16,0-15 0-16,3-10 0 15,1-16 0-15,-4-6 0 16,3-15 0-16,4-17-1 16,0-15 1-16,4-19-1 0,3-24 1 15,7-26-1-15,0-4 1 16,-3-2-1-16,3 0 1 15,-4 9-1-15,-3 13 1 16,0 9 0-16,1 12 0 16,-8 11-1-16,0 11 1 15,0 13-1-15,0 19 1 16,3 6-6-16,4 10 1 0,0 0-13 16,4 2 1-1,3 1 0-15,7-6 0 0</inkml:trace>
  <inkml:trace contextRef="#ctx0" brushRef="#br0" timeOffset="172849.7">21064 10900 79 0,'-10'-16'39'0,"-29"-19"-45"0,35 23 57 16,-3-1-51-16,0-5 0 15,0-8 0-15,0-2 1 16,-3 0 0-16,-1-3 0 16,0 2 3-16,1 8 0 15,-8 5 0-15,1 10 1 16,-8 12-1-16,0 22 1 16,1 16-2-16,-1 12 0 15,0 7-2-15,7 9 0 0,4 7-1 16,7 8 0-16,7-11 0 15,7-7 0-15,4-16-1 16,10-6 1-16,4-9 0 16,10-10 0-16,4-12-1 15,3-7 1-15,8-9-1 16,-8-6 1-16,0-7-1 16,4-12 1-16,-7-13-1 15,-4-2 1-15,-7-7 0 16,-6-4 0-16,-5 1 0 15,-6 0 0-15,-11 0 0 16,-11-3 1-16,-6-4 0 16,-5 4 0-16,-2 3 0 15,-1 3 1-15,0 3-1 16,1 9 0-16,-1 7 0 16,0 6 0-16,4 6-1 15,0 7 1-15,3 9-1 0,1 16 1 16,-4 15-1-16,-4 19 0 15,7 7 0-15,4 5 0 16,4 11 0-16,2 11 0 16,5-5 0-16,10-7 0 15,4-6 0-15,3-7 0 16,0-12-1-16,7-3 1 16,0-9 0-16,0-10 0 15,4-7-1-15,0-5 0 0,3-10-1 16,11-9 1-16,-4-13 0 15,0-6 0-15,-3-16 1 16,0-15 0-16,-4 9 0 16,-3-10 1-16,-8 4 0 15,-3 3 1-15,-7-4-1 16,1-2 1-16,-12 6-1 16,0 9 0-16,-10-9-1 15,4 9 1-15,-26 0-1 16,-2 10 0-16,-5 0-4 15,1 12 0-15,7 6-17 16,3 4 0-16,14 0 0 16,8-20 0-16</inkml:trace>
  <inkml:trace contextRef="#ctx0" brushRef="#br0" timeOffset="173952.8">20309 10539 67 0,'7'-9'33'0,"-17"-13"-26"16,10 22 51-16,0 0-54 15,0 3 0-15,0 6 3 16,0 16 0-16,0 22-9 16,0 16 1-16,-4 12 5 15,4 7 0-15,0-1-2 16,0 7 0-16,0-3-1 16,0-10 0-16,0-15-1 15,0-13 0-15,0-13-1 16,0-6 1-16,0-12 0 15,4-13 0-15,-4-25-1 0,3-6 1 16,-3-16 0-16,0-12 0 16,4-10 0-16,3-6 0 15,0-13 0-15,-7 7 1 16,4 9-1-16,-4 6 1 16,0 3 1-16,0 17 0 15,-4 5 0-15,4 10 1 0,0 6-1 16,0 15 0-1,0 14 0-15,0 15 0 0,-3 28-2 16,-5 16 1-16,1 15-1 16,-3 7 1-16,-4 12-1 15,3 1 0-15,1-17-1 16,2-15 1-16,1-6 0 16,4-10 0-16,3-18-1 15,3-13 0-15,-3-13-1 16,4-15 1-16,-4-25 0 15,0-16 1-15,0-16-1 16,7-16 1-16,-3-5 0 16,3-10 0-16,-4 9 0 15,4 13 1-15,-3 9 0 16,-4 7 0-16,0 12 0 16,0 13 0-16,0 9 0 15,0 12 0-15,-4 13 0 16,1 22 0-16,-4 26-1 15,-4 14 0-15,4 14 0 0,0 9 0 16,0 3 0-16,3-1 0 16,1-11 0-16,-1-13 0 15,4-13-1-15,0-12 1 16,0-10-1-16,7-15 1 16,-3-13-1-16,3-22 0 15,0-25 0-15,7-22 1 16,0-12-1-16,4-22 1 0,3-13 0 15,-3 9 0-15,-1 13-1 16,-3 13 1-16,-7 12 0 16,-3 13 1-16,-4 15-1 15,-4 13 1-15,-6 9 0 16,-1 29 0-16,-3 21-1 16,0 32 1-16,0 10-3 15,3 14 0-15,1 8-15 16,3 5 1-16,3-2 0 15,1-23 0-15</inkml:trace>
  <inkml:trace contextRef="#ctx0" brushRef="#br0" timeOffset="175020.72">21117 10900 69 0,'-24'-22'34'0,"6"-97"-27"0,18 84 34 0,-4-3-38 16,1 4 0-16,-8 9 3 16,-3 6 0-16,-3 3-7 15,-1 7 1-15,-7 9 5 16,-3 12 0-16,-11 23-2 16,4 18 1-16,-4 13-2 15,-7 16 0-15,7 5-1 16,8 11 0-16,6-4-1 15,7-10 0-15,8-8-1 16,17-7 1-16,7-13 0 16,11-12 0-16,6-9-2 15,12-10 1-15,3-7-1 16,3-8 0-16,4-10 0 16,-4-6 0-16,8-7 0 15,-4-9 0-15,-11-6 1 16,-3-10 1-16,-7-9 1 15,-8-3 0-15,-6-6 1 16,-1 2 1-16,-9 1-1 0,-1 3 1 16,-7 3 0-16,-4-3 0 15,-3 3-1-15,-7-1 0 16,-4 1-1-16,1 7 0 16,-5 2 0-16,-2 4 0 15,-1 2-1-15,-3 4 1 16,3 6 0-16,0 6 0 15,1 7 0-15,-1 3 0 16,0 12-1-16,1 16 1 0,-1 9-1 16,-3 10 0-16,10 0-4 15,1 6 1-15,9-6-22 16,12-7 1-16</inkml:trace>
  <inkml:trace contextRef="#ctx0" brushRef="#br0" timeOffset="181046.82">17949 15252 107 0,'-46'-25'53'0,"-17"-13"-54"16,56 35 53-16,0 6-53 16,0 7 1-16,3 9 0 15,1 9 1-15,-1 19 0 16,4 28 0-16,0 35 1 15,0 18 0-15,4 20 1 16,-1 9 1-16,1 3-1 16,3-4 1-16,0-11-2 0,4-14 0 15,3-18-3-15,10-16 0 16,1-28-8-16,7-18 0 16,-4-23-15-16,4-31 0 15,-1-29 1-15,8-30 0 16</inkml:trace>
  <inkml:trace contextRef="#ctx0" brushRef="#br0" timeOffset="181326.65">18877 15127 107 0,'-32'6'53'0,"18"35"-76"16,14-16 100-16,4 9-77 15,3 20 1-15,0 15 1 16,0 22 0-16,4 21-2 16,-1 11 1-16,1 12 1 15,-1-4 1-15,1 1-2 16,-1-3 1-16,1-13-4 16,10-10 1-16,-3-21-11 15,7-26 1-15,3-21 0 16,4-29 0-16</inkml:trace>
  <inkml:trace contextRef="#ctx0" brushRef="#br0" timeOffset="181649.65">19819 15594 105 0,'-32'-22'52'0,"-10"-25"-60"0,28 50 71 15,0-3-63-15,-7 3 0 16,-8 7 1-16,-2 12 0 16,-1 15-1-16,0 23 0 15,4 18 1-15,7 23 0 0,10 8-1 16,11 7 1-16,21 0-1 16,11-12 0-16,7-10 0 15,10-16 0-15,4-28-1 16,11-21 1-16,-1-26-1 15,8-19 1-15,-4-21 0 16,-11-23 0-16,-13-18-1 16,-8-13 1-16,-18-10-3 15,-13-15 0-15,-15 6-8 16,-6 16 0-16,-11 7 0 16,-8 14 0-16</inkml:trace>
  <inkml:trace contextRef="#ctx0" brushRef="#br0" timeOffset="181991.6">20405 15403 89 0,'49'9'44'0,"4"-6"-52"0,-35 3 57 16,3 4-49-16,0 6 0 15,-3 12 1-15,-8 16 0 16,-6 12 0-16,-8 16 1 15,-3 4 1-15,-3 11 0 16,-1 1 1-16,4-6 0 16,3-10 0-16,11-10 0 15,8-18-2-15,13-15 0 0,7-23 0 16,4-16 0 0,7-24-1-16,3-16 0 0,-7-13 0 15,-6-9 1-15,-8-6 0 16,-10-1 0-16,-8-5-1 15,-17 11 0-15,-11 4-7 16,-13 4 1-16,-12 14-2 16,-10 11 1-16</inkml:trace>
  <inkml:trace contextRef="#ctx0" brushRef="#br0" timeOffset="182393.23">17568 16964 97 0,'-60'47'48'0,"71"-47"-56"0,14 0 52 16,24 3-41-16,50-3 0 0,35-3 1 15,56-6 0-15,33-13-6 16,41-9 1-16,33-16 3 15,9-10 1-15,-6-9-3 16,-17 7 1-16,-22 2-2 16,-36 10 0-16,-34 6-11 15,-36 1 0-15,-38 8 0 16,-36 7 1-16</inkml:trace>
  <inkml:trace contextRef="#ctx0" brushRef="#br0" timeOffset="182718.6">17459 17410 85 0,'-60'6'42'0,"74"-12"-48"0,0 2 56 15,18 1-44-15,14 0 1 16,31-3 2-16,33-7 0 16,27-5-11-16,43-4 0 15,21-7 8-15,36-8 0 16,3-1-4-16,21-3 1 0,-18 1-2 16,-17 2 1-16,-11-3-2 15,-35-3 0-15,-18 4-4 16,-28-4 1-16,-24 3-20 15,-22 0 1-15,-25 3 0 16,-20 1 0-16</inkml:trace>
  <inkml:trace contextRef="#ctx0" brushRef="#br0" timeOffset="183743.61">21488 15352 106 0,'-21'10'53'0,"21"-29"-78"0,0 19 100 16,14-12-75 0,10-7 1-16,15 0 0 0,18 0 0 15,6-6-2-15,15 0 1 16,3 0 0-16,14-3 1 15,7 3-2-15,-3 3 1 16,-7-4-8-16,-7 5 0 16,-15 2 0-16,-10 3 0 15</inkml:trace>
  <inkml:trace contextRef="#ctx0" brushRef="#br0" timeOffset="184030.35">21505 15644 98 0,'-3'-9'49'0,"56"-29"-55"15,-29 29 60-15,8-7-54 16,21-3 1-16,7 0-1 16,7-3 1-16,4-3-6 15,6 0 0-15,15 0-13 16,0-3 0-16,-4-7 0 16,0 1 0-16</inkml:trace>
  <inkml:trace contextRef="#ctx0" brushRef="#br0" timeOffset="184271.39">21495 16105 108 0,'-21'44'54'0,"17"-53"-84"0,18-4 103 15,18-3-73-15,28-18 1 0,18-4 0 16,13-12 0-16,19-13-2 16,20-3 1-16,-3 7-7 15,-7-1 0-15,-7 13-1 16,-11 7 1-16</inkml:trace>
  <inkml:trace contextRef="#ctx0" brushRef="#br0" timeOffset="202306.84">23308 14484 97 0,'-18'-25'48'0,"-13"25"-47"0,27 9 48 15,1 10-50-15,3 12 1 16,3 13 1-16,4 13 0 15,4 5 1-15,6 23 0 16,1 25 1-16,3 12 0 0,-3 7 0 16,-1 6 1-16,5 6-2 15,-5-6 1-15,-3-13-3 16,-3-12 1-16,0-10-9 16,3-19 1-16,3-15-19 15,4-28 1-15,4-26-1 16,7-27 1-16</inkml:trace>
  <inkml:trace contextRef="#ctx0" brushRef="#br0" timeOffset="202710.5">23961 14587 105 0,'-50'-56'52'0,"4"-13"-77"0,46 50 107 16,4-3-83-16,10-6 1 15,25 3 0-15,10 3 0 16,11-3 0-16,7 12 1 16,4 16-1-16,-1 16 1 15,-3 19 0-15,-7 28 0 16,-10 18 0-16,-15 20 1 15,-24 6-1-15,-15 12 1 0,-17 10-1 16,-11-13 0 0,-7-3-1-16,-3-10 1 0,-4 4-1 15,0-22 1-15,8-16 0 16,6-15 0-16,11-10 0 16,14-16 1-16,7-12-2 15,14-10 1-15,14-9-4 16,21-9 0-16,22-10-11 15,13 0 1-15,8-3-1 16,-4 0 0-16</inkml:trace>
  <inkml:trace contextRef="#ctx0" brushRef="#br0" timeOffset="202999.91">23266 16616 106 0,'-78'0'53'0,"36"-41"-68"0,42 29 75 16,14-10-61-16,18-9 0 16,24-10 0-16,22-9 0 15,10-4 1-15,21 7 1 16,11 3-2-16,7 7 1 15,7 5 0-15,7 1 0 16,-7 3-1-16,-14 6 1 16,-10 9-14-16,-15 7 0 0,-25 6 0 15,-17 6 0-15</inkml:trace>
  <inkml:trace contextRef="#ctx0" brushRef="#br0" timeOffset="203192.11">23767 16610 104 0,'148'-19'52'0,"74"-40"-102"16,-151 40 83-16,34-6-58 15,33-7 1-15,17-15-1 16,11-9 1-16</inkml:trace>
  <inkml:trace contextRef="#ctx0" brushRef="#br0" timeOffset="204452.38">20338 14315 82 0,'-14'-13'41'0,"-11"-6"-53"15,21 13 75-15,4 0-64 16,4 3 1-16,-1-4 0 16,8 1 0-16,-4 3 0 15,0 3 0-15,0 9 1 16,-3 10 0-16,-4 12 1 15,0 10 1-15,-4 12 0 16,1 10 0-16,-4 3 1 16,7-6 0-16,0-4-1 15,0-9 0-15,10-6-1 16,4-7 0-16,4-12-2 0,7-9 1 16,6-13-2-16,8-10 0 15,-4-8-6-15,4-7 0 16,0-1-10-16,-4-2 1 15,-3-3-1-15,-4 0 1 16</inkml:trace>
  <inkml:trace contextRef="#ctx0" brushRef="#br0" timeOffset="204737.56">20888 14098 49 0,'-21'-16'24'0,"-4"-18"9"15,15 25 24-15,-5-4-51 16,1 4 0-16,-3-1 3 16,3 1 0-16,3 9-12 15,4 16 0-15,3 9 7 16,4 12 1-16,4 7-4 16,3 9 1-16,4 7-1 15,-1 3 0-15,-3 6-1 16,0 0 1-16,-3-10 0 15,-4-5 0-15,0-11-1 16,0-5 1-16,-4-16-7 16,1-9 0-16,-1-4 0 15,4-9 0-15</inkml:trace>
  <inkml:trace contextRef="#ctx0" brushRef="#br0" timeOffset="205457.71">21276 14117 98 0,'-21'0'49'0,"21"28"-57"0,0-15 59 0,7 2-52 16,0 4 1 0,-7 25 0-1,0 0 1 1,0 3-1-16,0-6 1 0,-11-4 0 15,1-2 0-15,-4-4 0 16,0-6 0-16,-1-9 0 16,5-6 1-16,-1-7-2 15,1-10 1-15,3-8-1 16,0-10 1-16,3-13-1 16,1 0 0-16,3-12 0 15,3 0 1-15,4-16-1 16,4 3 1-16,-1 4-1 15,8 2 1-15,-4 4-1 16,4 3 1-16,-4 9 0 16,0 7 0-16,-4 5 0 15,1 11 1-15,3-1-1 16,0 0 1-16,-3 6-2 0,-1 4 1 16,8 0-1-16,0 2 1 15,3 7-1-15,0 4 1 16,-3 5-2-16,-1 3 1 15,-3 1 0-15,-3 6 0 16,0 0 0-16,-4-1 0 16,-4 1 0-16,1 0 0 15,-4 0 0-15,-4 3 1 16,1 6-1-16,-4 7 0 0,-7 2 0 16,-4 1 0-16,-7-4 0 15,4-2 0-15,3-7 0 16,8-3 0-16,3-3 0 15,10-7 0-15,15-6 0 16,7-3 0-16,17-9 0 16,7 3 0-16,1 0 0 15,6 6 0-15,-10 6 0 16,-7 4 0-16,-14 0 0 16,-15 9 0-16,-13 6-1 15,-19 3 1-15,-13-3-6 16,-11 1 0-16,-10-4-15 15,-4-7 0-15,-14-5 0 16,3-19 0-16</inkml:trace>
  <inkml:trace contextRef="#ctx0" brushRef="#br0" timeOffset="205975.73">17247 14346 90 0,'0'-22'45'0,"-46"-22"-57"16,43 44 81-16,-1 3-70 15,4 10 1-15,4 12 0 16,3 9 0-16,4 23 0 16,-1 18 0-16,1 7 0 0,-1 5 0 15,4-2 0-15,1-7 0 16,-1-5-1-16,10-4 0 15,1-16-12-15,0-16 0 16,-4-24 0-16,0-13 1 16</inkml:trace>
  <inkml:trace contextRef="#ctx0" brushRef="#br0" timeOffset="206376.06">17406 14239 98 0,'-14'-9'49'0,"-46"6"-65"0,53 6 79 0,0 6-64 16,3 7 1-16,4 9-1 15,7 10 0-15,4-1 1 16,7 1 1-16,3-4-2 16,3-6 1-16,5-12 0 15,6-7 1-15,0-9-1 16,1-10 1-16,-1-3-1 15,0-6 1-15,-3 1-1 16,-4-5 1-16,-3 1-1 16,-8 0 0-16,-3 0 1 15,-3 10 0-15,-4 8 0 16,0 10 1-16,-7 10 0 16,-7 18 1-16,-3 7-1 0,-1 12 0 15,0 10-1-15,4-1 1 16,4-2-2-16,3-1 0 15,3-12-5-15,4-3 1 16,7-7-12-16,4-2 1 16,0-7-1-16,-4-10 0 15</inkml:trace>
  <inkml:trace contextRef="#ctx0" brushRef="#br0" timeOffset="206686.38">18200 14186 82 0,'-35'-16'41'0,"-8"10"-50"16,36 0 59-16,-3 3-49 16,-1-7 1-16,0 10 1 15,4-3 1-15,0 0-5 16,4 6 0-16,3 6 3 15,3 13 0-15,1 7 0 16,-1 11 1-16,4 14 0 16,-3 21 0-16,-8-6 0 15,4 0 0-15,-3-9 0 16,-1-4 1-16,1-12-3 16,-1-10 1-16,1-9-10 15,-1-9 0-15,1-13-1 0,-1-18 0 16</inkml:trace>
  <inkml:trace contextRef="#ctx0" brushRef="#br0" timeOffset="207261.7">18288 14246 90 0,'7'-19'45'0,"14"-9"-49"0,-10 24 54 15,3 8-51-15,7 2 1 0,7 3 0 16,1 4 0-16,-1 9 0 15,-7 6 0-15,-7 10 0 16,-3-4 0-16,-4 1 1 16,-4-7 1-16,1-3-1 15,-1-3 1-15,-3-7 0 16,0-2 0-16,0-4-1 16,-7-2 0-16,0-7-1 15,0-7 0-15,-4-2-1 16,1-7 1-16,3-6-1 15,7-6 1-15,0-9 0 16,10-11 1-16,5-17-1 16,2 2 0-16,1 6 0 15,-1 1 0-15,-2 6 1 16,-5 3 0-16,1 9 0 16,-1 16 1-16,1-3 0 15,0 6 0-15,-4-3 0 16,3 7 0-16,4 2-1 0,-3 4 0 15,6-1 0-15,1 7 0 16,0 9-1-16,-4 7 0 16,-4 3 0-16,-3 9 1 15,-7 6-1-15,-3 10 1 16,-1-3-1-16,1 2 0 16,-1-5 0-16,1-1 0 15,3-2 0-15,7-4 0 16,3 0-1-16,5-3 1 0,6 3 0 15,0 4 0-15,-3 2 0 16,-11-6 1-16,-11 7 0 16,-10 3 0-16,-18 9-7 15,-14-10 1-15,-17 4-1 16,-8-6 0-16</inkml:trace>
  <inkml:trace contextRef="#ctx0" brushRef="#br0" timeOffset="208222.68">18048 17733 91 0,'-49'-4'45'0,"-25"-21"-46"0,60 19 46 16,-4 0-45-16,0 0 0 16,-3 2 0-16,0 8 0 15,-4 2 0-15,1 6 1 16,2 4 0-16,5 6 1 31,17 25 0-31,14 3 0 0,7 3 0 16,21 1 0-16,1-1-1 15,-1-3 1-15,0 4-2 16,-10 2 1-16,-7 4-1 16,-11-7 1-16,-7 0-1 15,-7-3 0-15,-14-3 0 16,-7-12 1-16,-4-10-2 15,0-12 1-15,1-13-1 16,6-19 1-16,7-16-1 16,8-15 1-16,17-6-1 15,4-7 1-15,3-3 0 16,0-3 0-16,-3 10 1 16,-1 5 0-16,-6 4 0 15,-4-6 1-15,-7 2-1 16,-4-5 0-16,-3-4-4 15,4-3 0-15,3-6-19 0,3 9 0 16,1 19-1-16,-4 29 1 16</inkml:trace>
  <inkml:trace contextRef="#ctx0" brushRef="#br0" timeOffset="208914.96">19145 17491 91 0,'-24'16'45'0,"2"34"-68"0,22-34 86 0,-3 18-63 15,6 13 1-15,1 10 0 16,3 8 1-16,0 8-3 16,0 2 1-16,0-6 1 15,0-10 1-15,0-8-3 16,-3-14 1-16,-1-9-13 16,1-9 0-16,-4-19 0 15,0-22 1-15</inkml:trace>
  <inkml:trace contextRef="#ctx0" brushRef="#br0" timeOffset="209226.47">19212 17353 87 0,'0'-16'43'0,"-35"16"-52"0,28 0 68 16,-4 7-60-16,-6 2 1 15,-4 10 0-15,-4 6 1 16,-7 0 0-16,-3 6 0 15,0 4 1-15,-1 3 0 16,-6 2 1-16,3 4 0 16,4-6 0-16,3 0 0 0,7-4-1 15,4-6 1-15,7-6-3 16,7-3 1-16,11-10-1 16,6-2 0-16,11-10-1 15,15-4 1-15,6 1-1 16,11-3 1-16,3-7-2 15,-3 3 1-15,0 4-9 16,0-4 0-16,4 1 0 16,-1-4 1-16</inkml:trace>
  <inkml:trace contextRef="#ctx0" brushRef="#br0" timeOffset="210006.25">19692 17588 82 0,'-21'-31'41'0,"21"-66"-47"0,10 72 48 16,5-4-41-16,6-2 0 15,3 3 1-15,1 3 1 16,3 6-2-16,1 6 0 15,-1 7 3-15,-3 9 0 16,-4 10 0-16,-4 15 0 16,-6 16-1-16,-11 9 1 0,-11 10-3 15,-6 6 1 1,-4 6-2-16,-8-6 1 0,1 0-1 16,0-12 0-16,3-4 0 15,7-15 0-15,8-10 0 16,6-6 1-16,11-13-1 15,15 1 0-15,6-14 0 16,11-2 0-16,10-6-2 16,15-10 0-16,-8-3-8 15,4-10 1-15,3-9 0 16,-6 3 0-16</inkml:trace>
  <inkml:trace contextRef="#ctx0" brushRef="#br0" timeOffset="210696.41">20768 17024 95 0,'-4'6'47'0,"-13"-15"-55"0,17 9 66 15,0-7-59-15,7 4 0 16,0 6 2-16,4 1 0 16,-1 8 0-16,1 20 1 15,3 27 1-15,0 32 0 0,4 13 1 16,-1 8 0-16,-3 8-3 16,0 2 1-16,4-16-25 15,3-18 1-15,7-19-2 16,-10-28 0-16</inkml:trace>
  <inkml:trace contextRef="#ctx0" brushRef="#br0" timeOffset="-213934.19">27746 12744 98 0,'-11'-79'49'0,"-31"-2"-48"16,28 68 49-16,-7 4-51 15,-4 9 1-15,-10 9-1 16,-8 13 0-16,-16 16 1 16,-12 18 1-16,-3 29-1 15,7 9 0-15,3 0 0 16,15-3 0-16,17-7 0 15,29-15 1-15,24-18-1 16,28-20 0-16,18-18-1 16,14-20 0-16,8-15 0 15,9-12 0-15,-16-7 0 0,-19-3 0 16,-17-12 1-16,-21 6 0 16,-22-1-2-16,-17 7 1 15,-11 7-14-15,-6 5 0 16,-1 4 0-16,14 0 0 15</inkml:trace>
  <inkml:trace contextRef="#ctx0" brushRef="#br0" timeOffset="-213644.21">28480 12988 108 0,'-53'-22'54'0,"32"63"-78"0,28-32 96 0,14-2-73 16,21-14 1-16,22-11 0 15,27-11 0-15,22-5 0 16,14-7 1-16,14-3-1 16,-3 0 0-16,-4 0 1 15,-14 13 0-15,-14 3-1 16,-18 6 0-16,-17 6-9 15,-15 7 0-15,-14 6-1 16,-17 3 1-16</inkml:trace>
  <inkml:trace contextRef="#ctx0" brushRef="#br0" timeOffset="-213318.44">30275 12223 114 0,'-10'-31'57'0,"10"31"-70"16,3 12 83-16,1 26-71 16,-1 24 1-16,1 11-1 15,-8 11 0-15,-3 13 1 16,-7 7 0-16,-3-1-3 16,-1 4 1-16,7-19-8 15,4-3 1-15,4-13-1 16,3-19 1-16</inkml:trace>
  <inkml:trace contextRef="#ctx0" brushRef="#br0" timeOffset="-213007.89">30819 12593 88 0,'-39'-16'44'0,"7"-15"-44"0,36 28 47 16,10 0-47-16,7 3 1 15,11 9 2-15,6 7 0 16,8 9-3-16,-3 16 1 0,-1 6 2 16,-3 15 0-16,-14 4 0 15,-11 0 0-15,-18-6-2 16,-14-1 1-16,-13-9-5 15,-12-6 1-15,-13-9-10 16,-1-16 1-16,5-13 0 16,-8-12 0-16</inkml:trace>
  <inkml:trace contextRef="#ctx0" brushRef="#br0" timeOffset="-212820.18">30854 12239 98 0,'-25'-35'49'0,"61"16"-63"16,-8 19 72-16,14-3-61 16,29-3 1-16,13 0-25 0,12 6 1 15,6-3 27-15,0 3 0 16</inkml:trace>
  <inkml:trace contextRef="#ctx0" brushRef="#br0" timeOffset="-212201.15">27030 14283 99 0,'-180'-22'49'0,"71"-19"-65"16,94 35 81-16,23-6-66 16,20-7 1-16,32-13-1 15,42 1 1-15,39 3 0 16,39 6 0-16,35 0 0 15,43 6 0-15,20 1 1 16,26-4 0-16,24-6 0 16,14-10 0-16,11-18 0 15,7 0 0-15,-7-38 0 16,-15-22 0-16,-6-13-1 16,-11-27 1-16,-28-10-1 0,-25-10 0 15,-35-12-1-15,-25 6 1 16,-42 10 0-16,-32 0 0 15,-39 9 0-15,-28 6 0 16,-50 1 0-16,-41 2 0 16,-57 7 0-16,-60 18 0 15,-53 4 0-15,-64 22 1 16,-42 15-1-16,-56 19 1 16,-43 7-1-16,-28 34 1 0,-24 25-1 15,-22 37 1-15,-14 51-1 16,-3 44 0-16,35 37 0 15,35 19 0-15,71 10 0 16,74 6 0-16,84-29 0 16,82-9 0-16,70-3-1 15,85 0 1-15,67-6-1 16,77-3 1-16,85-4-5 16,71-21 0-16,42-29 0 15,32-31 0-15</inkml:trace>
  <inkml:trace contextRef="#ctx0" brushRef="#br0" timeOffset="-203855.64">5849 12430 98 0,'4'-22'49'0,"70"72"-50"0,-43-34 50 0,22 0-50 15,36 9 0-15,16-13-3 16,26-9 1-16,28-18 3 16,-1-29 1-16,8-13-3 15,0 4 0-15,-25 0 1 16,-21 2 0-16,-25 14 1 15,-31 12 1-15,-32 18 0 16,-36 17 0-16,-38 18 0 16,-22 13 0-16,-31 3 0 15,-39 9 0-15,-18 0 0 16,-42 1 0-16,-3 2-1 16,-22 4 1-16,18-4-1 15,14 1 1-15,7 2 0 16,25 1 1-16,31-26-1 15,18-2 0-15,36-14-1 16,27-5 0-16,26-16 0 16,34-13 0-16,15-9 0 0,28-9 0 15,28-13 0-15,32 3 0 16,7-7 1-16,36-2 0 16,9-10 0-16,-6 1 1 15,7-4-1-15,0 9 1 16,-21 4-1-16,-15 3 0 15,-13 6 0-15,-15 0 1 16,-17 13-2-16,-18 6 1 16,-14 3-3-16,-21 9 1 0,-8 4-17 15,-6-1 1-15,7-5-1 16,-7-10 1-16</inkml:trace>
  <inkml:trace contextRef="#ctx0" brushRef="#br0" timeOffset="-202103.53">25248 10595 86 0,'-127'-28'43'0,"29"-9"-40"0,87 27 43 15,4-5-45-15,7-1 0 16,21-3 0-16,14 3 0 16,18 1-1-16,11 2 1 0,20-3 2 15,29 10 0-15,18-6 0 16,21 5 0-16,27-5 1 16,23-1 0-16,27 7-2 15,21 6 1-15,22 0-1 16,24 3 1-16,15 0-2 15,24-3 0-15,7-3 0 16,-10-6 0-16,-8-4-1 16,-3-12 1-16,-10-3-1 15,-11-7 1-15,-22-2-1 16,-6 2 0-16,-22 1 0 16,-17-4 1-16,-14 10-1 15,-7 0 0-15,-22-4 0 16,-14-2 0-16,-24 3 0 15,-18-1 0-15,-10 1 0 16,-11-1 0-16,-11-5 0 0,-10-4 1 16,-1-6-1-16,1 3 0 15,-7 0 0-15,-4 7 1 16,-4-1-1-16,-2-6 0 16,-5 0 0-16,-6 3 0 15,-4-9 0-15,-4-13 0 16,4-15 0-16,0-7 0 15,-4-6 0-15,1-3 1 16,-8 0-1-16,-6 0 0 16,-5 0 0-16,-13 6 0 15,-11 4 0-15,-10 5 0 0,-8 10 0 16,-3-9 0-16,-3-4 0 16,-1 4 1-16,0 0-1 15,1 2 0-15,-1 7 0 16,1 0 0-16,-1 7 0 15,0-4 0-15,-3 6 0 16,-3 4 0-16,-4 9 0 16,-1 3 1-16,-2 6-1 15,-5 4 0-15,-2 9-1 16,-8 6 1-16,-7 13 0 16,-14-7 0-16,-3 0 0 15,-19 1 0-15,-13 3 0 16,-18-1 0-16,-17 1 0 15,-22-1 0-15,-14 1 0 16,-17 3 0-16,-18-1 0 16,-14 1 0-16,-15 6 0 0,-3-3 0 15,-10 3 0-15,-7-6 0 16,-4 6 0-16,0-3 0 16,-8 6 0-16,1-6 0 15,-7 9 0-15,0 0 0 16,-3 16 0-16,2-6 0 15,1 9-1-15,11 0 1 16,-1-3 0-16,8-3 0 16,6-4-1-16,19 7 1 15,6-12-1-15,14-1 0 0,11 4 0 16,4-10 0-16,13-6 0 16,15 3 1-16,25 3-1 15,17 3 1-15,14-3 0 16,10-3 0-16,26 0 0 15,10-3 0-15,14 6 0 16,11 7 0-16,7 5 0 16,-1 10 0-16,-2 13 0 15,-8 22 1-15,-11 34-1 16,-2 31 1-16,-8 22-1 16,7 20 1-16,14-1-1 15,14-6 1-15,18 9-1 16,11-15 1-16,10-10-1 15,7-9 1-15,7 3-1 16,4-6 1-16,-4-13-1 16,0-6 1-16,8-16-2 15,9-9 1-15,15-4-8 16,18-24 0-16,38-16 0 0,40-29 0 16</inkml:trace>
  <inkml:trace contextRef="#ctx0" brushRef="#br0" timeOffset="-200157.61">14633 12571 88 0,'-63'-13'44'0,"162"45"-44"15,-57-23 45-15,35 4-45 16,65 2 1-16,59-2 0 16,49-10 0-16,61-9-2 15,52 0 1-15,36-7 0 16,20-6 1-16,8-12-1 15,14-4 0-15,7-8 2 16,7-5 0-16,-14 5 0 16,-24-1 1-16,-29 6 0 15,-46 7 0-15,-39 6-1 16,-56 9 1-16,-42 7-3 16,-50 5 1-16,-42 1-2 0,-39 3 1 15,-39 0-1 1,-35 3 1-16,-46 7-1 0,-52 5 1 15,-58 1-1-15,-48 15 1 16,-50-5 0-16,-57-1 0 16,-34 3-1-16,-33 10 1 15,-21 2-1-15,-10 4 1 16,0 0-1-16,24-3 1 16,5-4-1-16,16-5 1 0,36-4 0 15,28-6 0 1,11-6 0-16,38-7 1 0,19-3-1 15,34 1 1-15,32-1-1 16,32 0 1-16,32 0-1 16,24 1 0-16,29-4 0 15,28 3 0-15,35-3 0 16,46 0 0-16,42-6 0 16,53 0 1-16,57-9-1 15,42-10 0-15,56-10 0 16,43 1 1-16,39-13-1 15,14-6 1-15,17-3-1 16,4 6 1-16,0 6-1 16,-32 9 1-16,-32 10-1 15,-28 13 1-15,-35-4 0 16,-42 4 0-16,-36 3-1 16,-35 12 1-16,-43-9-1 15,-31 9 1-15,-25-6-1 16,-24-3 0-16,-22-3-16 0,-31 0 1 15,-29-4-1-15,-42-21 1 16</inkml:trace>
  <inkml:trace contextRef="#ctx0" brushRef="#br0" timeOffset="-184237.89">1898 3731 59 0,'-32'10'29'0,"22"5"-23"0,10-8 29 0,0-1-34 15,10 0 0-15,29-6 1 16,10 0 0-16,11-6-1 15,11-7 0-15,31-2 2 16,15-4 1-16,13-3-1 16,1 0 0-16,24-9 0 15,-14-1 0-15,7-5-2 16,4-7 0-16,-15 9-1 16,-2-2 1-16,-19 2-1 15,-7 7 1-15,-20 3-1 16,-8 0 1-16,-14 6-1 15,-18 3 1-15,-14 7-1 16,-13 6 1-16,-15 3-1 16,-18 3 1-16,-17 6-1 15,-15 7 0-15,-27-4 0 16,-15 4 0-16,-10 0 0 0,-14-4 0 16,-18 4 0-16,-15 9 0 15,-2 10 0-15,-8-4 1 16,0 7-1-16,15 5 0 15,-4-2 0-15,3 3 1 16,-3-3-1-16,14 0 0 16,18-7 0-16,21 4 0 15,13-4 0-15,8-9 0 16,18-6 0-16,17 0 0 0,11-13 0 16,11 0 0-16,13-6 0 15,25-3 0-15,22-3 0 16,27 3 1-16,4-6 0 15,22-10 0-15,24-3 0 16,10-6 0-16,4-4-1 16,18 1 1-16,-7-7-1 15,-4-3 0-15,-17 4 0 16,-12 2 1-16,-2 4-1 16,-25 12 0-16,-11 3 0 15,-14 1 0-15,-18 15 0 16,-17 0 0-16,-14 6 0 15,-18-3 1-15,-18 3-1 16,-21 4 1-16,-10 6-1 16,-15 6 0-16,-20-7 0 15,-19 4 1-15,1 6-1 16,-18 3 0-16,-7 7 0 16,-14-4 0-16,14 1 0 15,0-4 0-15,3-3 0 0,4-6 0 16,11-1 0-16,10-2 0 15,18-6 0-15,21-7 0 16,4 3 0-16,24-6 1 16,11 0-1-16,14 0 0 15,17 0-1-15,29 0 1 16,21-6 0-16,11 3 0 16,17-16 0-16,32-13 1 0,10-2 0 15,11-7 1-15,15-9 0 16,2-3 0-16,-16-4 0 15,-12 4 0-15,-13 9-1 16,-8 9 1-16,-17 7-5 16,-15 9 0-16,-17 4-16 15,-10 5 1-15,-19 4-1 16,-13 3 0-16</inkml:trace>
  <inkml:trace contextRef="#ctx0" brushRef="#br0" timeOffset="-183036.84">1697 6638 79 0,'-21'-3'39'0,"49"-16"-51"15,-14 19 68-15,21-3-56 16,18-3 1-16,18-7-1 16,17 4 1-16,4-4-2 15,17-2 1-15,11-7 0 16,7-3 1-16,-7-7-1 15,10 1 0-15,-3-7 0 16,-3-6 1-16,-15 4 0 16,-3 2 1-16,-18 3-1 15,-7 4 1-15,-6 9 0 16,-8 6 0-16,-25 4-1 16,-7 6 1-16,-24 2-2 15,-11 8 1-15,-18 2-1 0,-10 0 1 16,-14 10-1-16,-11-1 0 15,-25-2 0-15,-3 6 0 16,-18 12 0-16,0 4 0 16,-10-4 1-16,-11 4 0 15,11-1-1-15,-1 4 1 16,12-4-1-16,9-6 0 16,8 1 0-16,14-4 0 15,14-10-1-15,11 1 0 0,14-7 0 16,10 1 1-16,15-7-1 15,24-6 1-15,7-7 0 16,14 1 0-16,25-7 0 16,14 1 0-16,18-7 0 15,11 0 0-15,-1-3 0 16,14 3 1-16,-3-3-1 16,-14 3 0-16,-3-3 1 15,-12 3 0-15,-6 0 0 16,-11 0 1-16,-7-3-1 15,-18 3 0-15,-17 0 0 16,-14 0 0-16,-18 6-1 16,-18 4 1-16,-14 5-1 15,-17 7 0-15,-22 7 0 16,-24 2 0-16,-7 7-2 16,0 12 1-16,-15-6 0 15,-3 6 0-15,0 3 0 0,11 4 0 16,7-1 0-16,-4 1 0 15,14-1 2-15,0 1 0 16,8-4 0-16,20-6 1 16,15-6-2-16,10-3 1 15,18-4 0-15,14-5 0 16,24-1-1-16,15 0 1 16,18-3-1-16,6 1 1 15,15-4-1-15,10 0 1 0,10-4 0 16,8-5 0-16,-11-4 0 15,4-5 0-15,3-11 0 16,1 7 1-16,2-9-1 16,-2 6 0-16,-15-3 0 15,-7 6 1-15,0 0-1 16,-14 6 0-16,-11 7-1 16,-6 6 0-16,-5 3-1 15,-16 3 1-15,-12 0-5 16,-3-3 1-16,-3-3-17 15,-4-13 0-15,-4-15 0 16,4-48 1-16</inkml:trace>
  <inkml:trace contextRef="#ctx0" brushRef="#br0" timeOffset="-180485.75">6516 3233 24 0,'-18'-7'12'0,"-10"10"2"0,21-9 13 0,0 0-24 16,-11-7 0-16,-10 4 6 16,3 0 0-16,-6 2-9 15,13 1 0-15,-10 3 7 16,10 6 1-16,4 3 0 15,-4 1 0-15,8 2-2 16,6 0 0-16,8 1-1 16,13-7 1-16,15-3-2 15,17-13 0-15,11 4-1 16,7-16 0-16,15-3-1 16,20 3 0-16,4-4-1 15,0-2 0-15,6 0-1 16,1-4 1-16,-3 10 0 15,-4 3 0-15,-11 0-1 0,-14 3 0 16,-10 4 0-16,-8-1 1 16,-17 10-1-16,-11-4 1 15,-7 1-1-15,-14 0 0 16,-6 2 0-16,-8 4 1 16,-11 0-1-16,-14 6 0 15,-10 0 0-15,-25 4 0 16,-7 5 0-16,-11 13 0 15,-6 0 0-15,-4 7 0 16,-18-7 0-16,3 9 1 0,5-9-1 16,6 3 0-16,7-12 0 15,11 3 1-15,4 0-1 16,10-7 0-16,-11 1-1 16,22-1 1-16,3 4 0 15,18-7 0-15,13-2-1 16,23 2 1-16,6-3 0 15,14-2 0-15,14-8 0 16,15 1 0-16,13-3 0 16,22 0 0-16,7-10 0 15,3 0 1-15,-3-6 0 16,0 7 0-16,-1-4 0 16,-6 3 0-16,-7-3-1 15,-4 1 1-15,-18-4-1 16,-6 6 1-16,-8 3-1 15,-17 1 1-15,-7 3-1 16,-15 12 0-16,-10 3 0 16,-17 13 0-16,-19-10 0 15,-20 10 0-15,-11 6 0 0,-4-6 0 16,-13 6 0-16,10-6 0 16,-8-7-1-16,-6 4 1 15,7 3 0-15,3 0 0 16,11-1 0-16,4 4 0 15,6-6-1-15,8 0 1 16,3-1-1-16,18-5 0 16,0 6 0-16,17-16 0 0,11 0 0 15,11 0 0-15,17-10 1 16,11 1 0-16,21-10 0 16,10 3 0-16,8-3 0 15,-4 1 0-15,4-1 0 16,-8 3 1-16,4-3-1 15,0 4 0-15,-14 2 0 16,0-3 1-16,-10 7-1 16,-8-4 0-16,-14 1 0 15,-10 2 1-15,-8 1 0 16,-13 3 0-16,-18 3 0 16,-15 3 0-16,-13 3-1 15,-11 12 1-15,0-2-1 16,-7 9 1-16,-10-9-1 15,-1 5 1-15,4 4-2 16,3-9 1-16,4-4 0 16,14 10 0-16,-3-6 0 15,14 5 0-15,-1-2-1 16,15-7 1-16,3 1-1 0,15-1 1 16,6-6 0-16,11-3 0 15,14-3-1-15,11-12 0 16,21 2 0-16,7-3 1 15,4 1-1-15,6-1 0 16,-6-3-4-16,-4 7 1 16,-4 2 0-16,-10 10 0 15</inkml:trace>
  <inkml:trace contextRef="#ctx0" brushRef="#br0" timeOffset="-174884.18">1993 4032 45 0,'-10'-15'22'0,"-29"-1"-14"15,32 13 22-15,-4 0-28 16,1-1 0-16,-1 8 3 16,-10-1 1-16,10 6-5 15,-6-9 1-15,-1 0 4 16,4 10 1-16,3-7-1 15,-6-3 1-15,6 6-2 16,0-6 0-16,1 0-3 16,3-9 1-16,7 9-2 0,7-7 0 15,3 4 0-15,1-6 0 16,10 2 0-16,-3 1 0 16,21 0 0-16,3 0 1 15,0-1-1-15,4-2 1 16,4-4-1-16,-1-2 0 15,11-1-1-15,3 4 1 16,19-14-1-16,6 1 1 16,11 0-1-16,-1-3 0 0,12 0 0 15,-1 3 0-15,-10-3 0 16,-7 2 1-16,-4 4-1 16,-18-3 0-16,-3 7 0 15,-7-1 0-15,-17 3 0 16,-5 10 0-16,-9-7 1 15,-5 4 0-15,-13 3 0 16,-11 6 0-16,-11 0 0 16,-13 12 0-16,-12-2 0 15,-13 2 0-15,-22 4-1 16,-6 3 0-16,-8-7 0 16,-3 10 0-16,-14 3 0 15,-8 13 0-15,1-7 0 16,3 10 0-16,14-7-1 15,1 4 0-15,6-3 1 16,4-4 0-16,10 0 0 16,15-12 0-16,14 0-1 15,13-3 0-15,8-13 1 0,21 3 0 16,7-3-1-16,18-6 0 16,10-13 0-16,15 1 0 15,10-4 2-15,21-3 0 16,7 0 0-16,21-6 0 15,1-7 0-15,10-6 0 16,-1 7 0-16,-6-7 0 0,-14 0-1 16,-11 7 1-1,-10 3-1-15,-18 9 0 0,-11 3 0 16,-17 3 0-16,-11 10 0 16,-10 9 0-16,-15 0 0 15,-10 7 0-15,-21 5 0 16,-25 4 1-16,-14 0-1 15,-11 9 0-15,-14 3 0 16,-21 4 0-16,0-4 0 16,4 4 0-16,14-1-1 15,3 13 1-15,0-12 0 16,29-1 0-16,-1-6-1 16,11-2 1-16,21-8-1 15,29-5 1-15,10-13-2 16,14-6 1-16,14-16-4 15,18-10 1-15,17-2-14 16,29-10 1-16,14 3 0 16,-4-15 1-16</inkml:trace>
  <inkml:trace contextRef="#ctx0" brushRef="#br0" timeOffset="-173891.96">1976 6654 74 0,'-43'-16'37'0,"64"35"-46"0,-10-19 62 15,10-6-53-15,11 6 1 16,7-7 0-16,10 1 0 15,18-3-1-15,14-1 0 16,11-2 1-16,14-1 1 16,-7-2 0-16,-4-1 1 15,21-6 0-15,-13 6 0 0,-5-3 0 16,-9 1 1-16,-8-1-2 16,-4 3 1-16,-17 7-2 15,-7-4 1-15,-7 4-2 16,-18-1 1-16,-14 4-1 15,-14 6 0-15,-14 3 0 16,-21 3 0-16,-7 1 0 16,-36 2 0-16,-3 1 0 15,0 5 0-15,-18 7 0 16,0 3 1-16,-14 10-1 16,7 2 0-16,8 1 0 15,9 6 0-15,15-3-1 16,4-4 1-16,10-5-1 15,21-10 0-15,11-7 0 16,7-2 0-16,21-10 0 16,3-9 1-16,15-10 0 15,14-6 0-15,13 0 0 0,19 0 1 16,7 0 0-16,3 0 0 16,-4 3 0-16,4-2 0 15,4-1-1-15,3 0 1 16,-3-3-1-16,-1 3 1 15,-17 0-1-15,0 6 1 16,-10-3-1-16,-1 3 0 16,-17 1 0-16,-4 2 1 15,-3 4-1-15,-8 6 1 16,1 3-1-16,-8 3 1 0,-10 3-1 16,4 3 1-16,-4-5-1 15,-4 2 0-15,-3-3-1 16,4 0 1-16,-8 0-4 15,4-9 1-15,-3 9-15 16,-8-3 0-16,7 3 0 16,1-15 1-16</inkml:trace>
  <inkml:trace contextRef="#ctx0" brushRef="#br0" timeOffset="-172990.36">6466 3402 49 0,'-45'-9'24'0,"-8"-10"-17"16,39 9 28-16,-1 10-32 15,1-6 1-15,-3 3 2 16,6 3 0-16,-10 3-6 15,10-3 1-15,-3 0 5 16,7 0 1-16,7 0-3 16,11-3 1-16,13 0-1 15,12 0 0-15,10 0-3 16,14-4 1-16,7-2-1 16,10-1 0-16,22-8-1 15,10-4 0-15,-6-7 0 0,6 4 0 16,4 3 0-16,-11-9 1 15,-10 9-1-15,-11-3 0 16,-10 6 0-16,-18 4 0 16,-15 2 0-16,-9 4 1 15,-12 2-1-15,-24 4 1 16,-10 3-1-16,-19 0 0 16,-24 6 0-16,-7-2 0 0,-7 5 0 15,-21 0 0-15,-7 7 0 16,-8 12 0-16,-10 0 0 15,14 1 0-15,-3-1 0 16,17-3 0-16,15 3 0 16,17-6 0-16,7-3 0 15,21-6 0-15,14-4 0 16,18-6 1-16,22-3-1 16,16-6 1-16,12-13 1 15,-1-6 0-15,15-3 0 16,20-4 1-16,-2 4-1 15,2 3 1-15,-6-6-2 16,-4 2 1-16,-11-2-4 16,-10 3 0-16,-7 3-12 15,-7 3 1-15,-11 12-1 16,-7 14 1-16</inkml:trace>
  <inkml:trace contextRef="#ctx0" brushRef="#br0" timeOffset="-171932.72">6301 6033 80 0,'63'-25'40'0,"61"6"-49"0,-89 6 58 16,21-2-49-16,22-10 0 15,14 0 0-15,6-4 1 16,8-18-1-16,-3 3 1 16,6 1 0-16,-3 5 1 0,-15 7-1 15,-9-4 1-15,-22 10-1 16,-11 6 1-16,-14 7 0 15,-17 2 1-15,-18 4-1 16,-14 3 1-16,-25 6-1 16,-14 3 0-16,-14 10-1 15,-11 9 0-15,-6 6-2 16,-15 7 0-16,-7 3 1 16,4 3 0-16,-4-7 0 15,4 4 0-15,-11 3 0 16,7 3 0-16,14-3 0 15,8-10 0-15,20-5-1 16,15-7 1-16,10-4-1 16,14-5 0-16,11-7 1 15,14-6 0-15,18 0 0 16,21-3 0-16,13-10 0 16,15-2 1-16,8-4 0 15,2-6 0-15,11-3 0 0,11 3 1 16,-11-10-1-16,-3 4 1 15,-7 3-1-15,-8 6 1 16,-3-10-1-16,-14 13 0 16,4-3 0-16,-15 0 0 15,-3 4-1-15,-8 2 0 16,-2 3 0-16,-1 4 0 16,-14 0 0-16,0 2 0 15,-7 1 0-15,-7 6 0 0,0 0 0 16,-3 13 0-16,-4-13 0 15,0 9 0-15,-4-6 0 16,4 3 0-16,-4 4 0 16,4-1 0-16,0-2 0 15,0-4 0-15,0-3-1 16,0 3 0-16,4 3-15 16,-8-9 0-16,0 3 0 15,4-9 1-15</inkml:trace>
  <inkml:trace contextRef="#ctx0" brushRef="#br0" timeOffset="-171307.78">10241 3107 67 0,'-88'0'33'0,"21"0"-23"16,56 3 33-16,1-3-41 15,3-3 0-15,7 3 1 16,14-9 0-16,10 3-4 16,19-4 0-16,17-2 4 15,14-7 0-15,21-6 1 16,32 0 0-16,7-13 0 0,14 3 1 15,22-2-1-15,-5 2 1 16,8-5-1-16,0 8 0 16,-11-9-2-16,-42 19 0 15,14-9-1-15,-10 9 0 16,-18 10-1-16,-22 2 1 16,-16 7-3-16,-16 3 1 15,-16 3-10-15,-15 10 0 16,-14 6 0-16,-14 3 0 15</inkml:trace>
  <inkml:trace contextRef="#ctx0" brushRef="#br0" timeOffset="-170401.72">10809 6544 98 0,'11'-6'49'0,"38"9"-59"0,-24 0 68 0,14-6-59 16,14-7 1-16,24 1-1 15,11-10 1-15,8-6 0 16,9-6 0-16,12-7 0 16,3-6 0-16,0 4 0 15,-11-1 0-15,0 0 0 16,-13 10 1-16,-1 6-1 15,-14-1 1-15,-10 8-1 16,-11 2 1-16,-15 7-1 16,-13 5 1-16,-11-5-1 15,-24 6 1-15,-25 6-2 16,-15 10 1-16,-24 9 0 16,-14 12 0-16,-25 4 0 15,-10 12 0-15,-11-3-1 16,-4-3 1-16,-3 0 0 15,7 0 0-15,4 3-1 16,10-7 1-16,7-5 0 0,14-10 1 16,18-6-1-16,14-7 0 15,14-2 0-15,15-4 1 16,17-3-1-16,14-3 1 16,14-3-1-16,17-10 0 31,72-21 1-31,10 3 1 15,3-10-1-15,8-3 0 0,13-6 0 16,-3 0 1 0,-7 3-1-16,-7 3 1 0,-7 3-2 15,-18 9 1-15,-7 7 0 16,-17 7 0-16,-15 5-1 16,-10 1 1-16,-14 5-3 15,-7 1 0-15,-8 0-16 16,-3-1 1-16,8-8-1 15,6-29 0-15</inkml:trace>
  <inkml:trace contextRef="#ctx0" brushRef="#br0" timeOffset="-168606.09">15177 2339 65 0,'-68'-28'32'0,"19"6"-31"15,39 19 32-15,-1 3-32 16,-3-7 0-16,3 7 0 16,4 7 0-16,4-7 0 15,3 3 1-15,7 3 2 16,7-6 0-16,14 0 1 15,14 0 1-15,15-9-1 16,10-1 1-16,18-9-2 16,20 1 0-16,5 2-2 15,6-3 0-15,1-3-1 16,-5 3 0-16,5 7-1 0,-22-7 0 16,-10 6 1-16,-8 4 0 15,-10-4-1-15,-10 7 1 16,-8-3-1-16,-3 6 1 15,-14-7 0-15,-7 4 0 16,-4 0-1-16,-7 6 0 16,-4 0 0-16,-3 6 0 15,-7-6 0-15,-3 3 1 0,-1 3-1 16,-6 1 0-16,-1-14-1 16,-6 14 1-16,2-7-1 15,-6 0 1-15,0 0-1 16,-4-7 0-16,-13 7 0 15,-8 10 0-15,-4-4 0 16,-6 7 1-16,-8 2 0 16,-3 1 0-16,-7 3 1 15,-14 0 0-15,-7-4 0 16,7 4 0-16,3 0 0 16,0-3 0-16,8 2 0 15,6-5 1-15,-3-4-2 16,11 10 1-16,10-13-1 15,10 1 1-15,12 2-1 16,9-6 1-16,15-3-1 16,18 0 0-16,17-3 0 15,18-6 0-15,14-7 0 16,14-3 0-16,21 4 0 0,8-1 0 16,3 3 0-16,-1-6 0 15,8 1 0-15,-7 2 1 16,-14-3-1-16,-11 10 0 15,-11-1 0-15,-6-2 1 16,-15 2-1-16,-6 7 0 16,-5 3 0-16,-9 0 0 15,-8 0-6-15,-3 0 0 16,-8 3 0-16,-3-3 0 0</inkml:trace>
  <inkml:trace contextRef="#ctx0" brushRef="#br0" timeOffset="-167379.03">14774 5914 61 0,'-3'15'30'0,"-1"-33"-22"0,8 18 15 16,3 0-23-16,0 3 1 0,4 0 2 15,6-3 1-15,1-3-2 16,-1-7 1-16,5 4 3 15,6-3 1-15,11 2 0 16,6-8 0-16,12-1-1 16,6 3 1-16,8-5-3 15,0-1 0-15,6-3-2 16,8 9 0-16,3 1-1 16,-3-1 0-16,-4 1-1 15,-4-4 0-15,-2 0 0 16,-5 4 1-16,-3-4-1 15,-10 4 1-15,-15-1 0 16,-10 7 0-16,-11 0 0 16,-14 2 0-16,-18 8-1 15,-13-1 1-15,-19 12-1 16,-13 1 0-16,-25-3 0 0,-8 12 1 16,-2-3-1-16,-5 3 0 15,-13-10-1-15,0 14 1 16,10-4 0-16,14-3 1 15,11 0-2-15,14-4 1 32,21-2 0-32,15-3 1 15,17-7-1-15,17-3 1 16,26-3-1-16,13-6 1 0,7-4-1 16,8-5 1-16,6-4 0 15,8-3 0-15,14-3-1 16,-11 6 1-16,-3-6-1 15,-4 3 0-15,-11 3-1 16,-10 7 1-16,-7-1-11 16,-7 13 0-16,-4-6 0 15,-10 6 0-15</inkml:trace>
  <inkml:trace contextRef="#ctx0" brushRef="#br0" timeOffset="-164914.35">17053 3393 57 0,'-14'0'28'0,"11"-19"-23"16,3 19 29-16,7 0-32 15,3-7 0-15,4 4 1 16,11-3 1-16,10 0-4 15,8 0 1-15,13 2 3 0,8-2 1 16,10 0-1-16,10-4 0 16,12 1 0-16,20-4 0 15,8 1-2-15,10-4 0 16,14 4-1-16,7-7 0 16,0 3 0-16,22 7 1 15,2-1 0-15,1 1 0 16,22-4 1-16,-1 1 0 15,14-7 0-15,-11-6 1 16,-6-3-2-16,7 0 1 0,-11-7-2 16,0-3 1-16,0 4-2 15,-11-1 1-15,4-2 0 16,-4 12 0-16,-10 0 0 16,-14 6 0-16,-7 3 0 15,-11 4 0-15,-11-10 0 16,-20 12 1-16,-15 7-2 15,-14-6 1-15,-14 2-1 16,-14 4 1-16,4 3 0 16,-8 0 0-16,-7 3 0 15,-3-3 0-15,-7 0 0 16,0 7 0-16,-8-7-1 16,-3 0 1-16,-6 3-2 15,-5 3 0-15,-3-6-5 16,-3 3 0-16,-4 0-15 15,0 1 1-15,3-4-1 16,-3 0 1-16</inkml:trace>
  <inkml:trace contextRef="#ctx0" brushRef="#br0" timeOffset="-163505.12">16485 7469 58 0,'-14'-6'29'0,"4"31"-34"0,10-22 40 0,3 3-35 16,-3 4 0-16,4-4 1 15,-1 0 0-15,4 1 0 16,0-4 1-16,4-3 3 16,-1 0 0-16,1-3 1 15,3-4 0-15,7 7 0 16,8 0 1-16,2-6-2 15,12 6 0-15,10 3-2 16,7 3 0-16,3-6-2 16,4 0 1-16,14 0-2 15,11-3 1-15,7 0-1 16,3-6 1-16,0-7-1 16,15-3 1-16,10-3 0 15,0-9 1-15,3 3-1 16,22-1 1-16,-4 4 0 15,-3 3 0-15,10 0 0 16,4 10 0-16,-4-1-1 16,4 1 0-16,7-4-1 0,-1-3 0 15,5 1 0-15,6-4 1 16,-3-7-1 0,0-2 0-16,3 3 1 0,-3 0 0 15,-4-1 0-15,-13 7 0 16,2 4 0-16,-10 5 1 15,-24-3-1-15,-15 1 1 16,-6 5-1-16,-8-2 0 16,-7 5-1-16,-7 1 1 15,-3 0 0-15,-4-3 0 0,-7-4-1 16,-7 10 0-16,-7-3 0 16,-4-4 1-16,-3 4-1 15,-11 6 0-15,-6-3 0 16,-5 3 0-16,-6 0 0 15,0 6 0-15,-4-6-1 16,0 3 1-16,0-6-7 16,4-10 1-16,3-5-1 15,0-4 1-15</inkml:trace>
  <inkml:trace contextRef="#ctx0" brushRef="#br0" timeOffset="-162289.95">24846 821 69 0,'14'-81'34'0,"39"-17"-28"0,-35 80 35 16,3 2-38 0,0-3 0-16,7 3 3 0,-6 13 1 15,-5-6-7-15,-3 9 1 16,-7 9 5-16,4 10 1 15,-4 16-1-15,0 5 0 16,0 14-1-16,0 8 0 16,-3 17-3-16,-11 34 1 15,0-4-2-15,-11 23 1 16,-3 6-2-16,-4 19 1 16,-3-7-1-16,0-12 1 0,-1-12-2 15,12 6 1-15,3-16 0 16,0-10 1-16,-1-5-1 15,1-14 0-15,4 1 0 16,-4-6 0-16,3-1 0 16,0-2 1-16,1-17-1 15,3-8 0-15,0-7-1 16,3-10 1-16,1-15-3 16,3-12 1-16,0-35-3 15,3-13 0-15,1-12-14 16,-1-7 1-16,-3-5 0 15,-3-20 0-15</inkml:trace>
  <inkml:trace contextRef="#ctx0" brushRef="#br0" timeOffset="-161011.12">24832 652 96 0,'4'-72'48'0,"56"53"-63"0,-39 13 82 0,21 6-67 15,4 0 0-15,0 6 0 16,3 3 1-16,4 1-1 16,4-1 0-16,10 1 0 15,17-7 1-15,1 3-1 16,14-12 1-16,-1-7 0 16,12-3 0-16,10 4-1 15,3-4 1-15,-6 1-1 16,-4 5 1-16,-11-2-1 15,4 5 0-15,-8 4 0 16,-6-9 0-16,-4 9 0 16,-3 3 0-16,0-7 0 15,10 4 0-15,-10-3 0 16,-11 3 1-16,-11-4-1 16,-13 4 1-16,-12 3 0 15,-9 0 1-15,-12 3 0 0,-10 4 0 16,-10 5-1-16,-8 4 1 15,-3 0-1-15,0 12 0 16,3 0-1-16,1 16 1 16,3 0-1-16,0 0 0 15,0 9 0-15,3-6 1 16,-3 13-1-16,0 6 0 16,-7 15 0-16,-4 23 0 0,-10 5 0 15,-4 14 1 1,1 21-1-16,2-3 1 0,1-12-1 15,3-4 0-15,8-3 0 16,3 1 0-16,3-20 0 16,8-9 0-16,-5-3 0 15,1-13 1-15,0-5-1 16,0-1 1-16,0-6-1 16,0-16 0-16,0-3 0 15,7-13 0-15,-7-6 0 16,0-9 1-16,-7 3-1 15,-7-12 0-15,-15-10 0 16,-9 9 1-16,-12-9-1 16,-10 3 0-16,-3-3 0 15,-8-3 0-15,-14-6 0 16,1-1 0-16,-5-2 0 16,5 2 0-16,2 1 0 15,-9-1 0-15,-1 7 0 0,4-6 0 16,3 0-1-16,11 2 1 15,3 1 0-15,4 3 0 16,3 0-1-16,4-4 1 16,4 7 0-16,6-6 0 15,5 6 0-15,-1-3 0 16,3 3 0-16,1 0 0 16,7 0 0-16,-1 0 0 15,11 0 0-15,4-6 0 16,7-4 0-16,3-5 1 0,4-14-1 15,7-5 0 1,7-70-1 0,4 7 1-16,3 0 0 15,-4-10 0-15,4 7 0 16,-3-7 0-16,3 1-1 16,4 9 1-16,-1-4 0 15,1-5 1-15,-1 2-1 16,1 4 0-16,-1 3 0 15,1 9 0-15,-4 3 0 16,0 7 0-16,-3 6-1 16,-4 3 1-16,-4 12 0 15,-3-6 0-15,0 4 0 16,-4 12 0-16,4-3 0 16,0 12 0-16,4 0 0 15,3 4 1-15,3-4-2 0,4 7 1 16,4 9 0-16,0 3 0 15,-1 4-4-15,4 5 1 16,0 1-15-16,4 2 0 16,-7 14 0-16,-11-17 1 15</inkml:trace>
  <inkml:trace contextRef="#ctx0" brushRef="#br0" timeOffset="-158714.35">24881 570 65 0,'-17'-31'32'0,"10"37"-27"0,7-6 32 0,0 0-35 16,3 0 0-16,1 16 2 16,-1 31 1-16,1 6-4 15,-1 19 0-15,1 16 4 16,-4 38 1-16,3 5-2 15,-3 14 1-15,0 14-2 16,0-5 1-16,0-19-3 16,-3-13 0-16,-1-21-1 15,1-4 0-15,-4-9 0 16,3-4 0-16,-3-12 0 16,4-9 1-16,-4-10-1 15,0 1 1-15,-1-13-1 16,1-4 1-16,0 1 0 15,0-7 0-15,0-3-1 16,0 1 0-16,4-4 0 16,-1-7 0-16,4 8-2 0,0-14 1 15,4-6-2-15,-4-6 0 16,7-9-14-16,-4-10 1 16,-3 0-1-16,-3-21 0 15</inkml:trace>
  <inkml:trace contextRef="#ctx0" brushRef="#br0" timeOffset="-157947.77">24811 821 83 0,'-25'-59'41'0,"15"-17"-53"15,10 67 70-15,3 3-58 16,8-4 0-16,6 10 0 16,12-6 0-16,9 6 0 15,15 6 0-15,18-6 1 16,10-15 0-16,21 2 0 15,22-3 0-15,10 1 1 16,10 2 0-16,8-6 0 16,10 4 0-16,-3-4-2 0,-4 3 1 15,-6 4 0-15,-1-4 0 16,-21 0 0-16,-7 4 0 16,-14 2 0-16,3 10 0 15,-17-9 0-15,-11 9 1 16,-14-6-1-16,-7 12 1 15,-11-6-1-15,-10 9 0 16,-14 1 0-16,-8 9 0 16,-10-1 0-16,-7 26 0 0,-7 3-1 15,-7 13 1 1,-18 46 0 0,8-24 0-16,-5 53 0 15,5-3 0-15,3-7 0 16,-1 16 0-16,-2 3 0 15,3-18 0-15,-8-1-1 16,-2-9 0-16,-1-9 0 16,0 9 1-16,0 0-1 15,4-19 0-15,3-6 0 16,4-19 1-16,0-9-1 16,14-10 1-16,0-9-1 15,0-6 1-15,3-10-1 16,-3-3 1-16,0-6-1 15,0-7 1-15,-7-2-1 16,-3-1 0-16,-5-9 0 16,-2 0 1-16,-1 0-1 15,-3-6 1-15,-11 3-1 0,-7 0 1 16,-10 0-2-16,-11 6 1 16,-18 0-10-16,-21 6 1 15,-3 4 0-15,-1-7 0 16</inkml:trace>
  <inkml:trace contextRef="#ctx0" brushRef="#br0" timeOffset="-155898.77">18161 3355 58 0,'85'-35'29'0,"147"-27"-20"0,-150 43 11 15,48-3-21-15,32 0 1 16,50-3-1-16,10-3 0 16,205-13 0-1,-63-3 1-15,-40 3-1 16,-45 7 0-16,-36-10 1 15,-28 9 1-15,-31 10 2 16,-29 3 0-16,-35 7 0 16,-28 2 0-16,-29 4 1 15,-24 2 0-15,-32 7-2 16,-35 4 1-16,-36 5-2 16,-45 4 1-16,-50-1-1 15,-38 16 1-15,-26 4 0 16,-38-1 0-16,-10 10 0 15,-26-16 1-15,12 3-1 16,-1-3 1-16,21 3-1 16,15-12 0-16,28-3-1 15,24-4 1-15,32-3-2 16,11 4 1-16,28-10-1 16,25-7 0-16,21 4 0 0,21-3 0 15,21 0-1-15,25-1 1 16,28 1 0-16,25-9 0 15,31 2-1-15,43-6 1 16,35-6 0-16,53-9 0 16,32-10-1-16,35 6 1 15,29-6 0-15,10 10 1 16,10-1-1-16,-10 4 0 16,0-1 0-16,-32 10 0 0,-10-3 0 15,-36 16 1-15,-24-10-1 16,-33 7 1-16,-13 5 0 15,-28 7 0-15,-29 3 0 16,-24-3 0-16,-25 4 0 16,-25-1 0-16,-32 6-1 15,-31 1 1-15,-29-1-1 16,-38 0 1-16,-35 7-1 16,-40-3 1-16,-24 5-1 15,-39 8 0-15,-7 8 0 16,-31 10 0-16,-1 12 0 15,-25 4 0-15,12 3 0 16,-12-7 0-16,1 7 0 16,24-13 0-16,22 3 0 15,20-12 0-15,29-6 0 16,39-4 0-16,31-9 0 16,29-6 0-16,28 2-1 15,28-15 1-15,28-3-1 0,25-9 0 16,32-3 0-16,35 2 0 15,25-9 0-15,42-3 0 16,24-6 1-16,19-6 0 16,38-7 0-16,4-3 0 15,10 0 0-15,-17-3 1 16,-8-3-1-16,-10 12 1 16,-31-3 0-16,-22 7 0 0,-21 12-1 15,-18 6 0-15,-17 4-7 16,-15 6 1-16,-13 6-1 15,-11 0 0-15</inkml:trace>
  <inkml:trace contextRef="#ctx0" brushRef="#br0" timeOffset="-153925.09">31443 3176 90 0,'-28'-22'45'0,"-7"-81"-45"0,20 71 45 0,-2-12-45 16,-11-3 0-16,-22 0 0 16,-13 4 0-16,-15-1 0 15,-21 3 0-15,-28 3 1 16,-3 13 0-16,-8 13 0 16,-6 2 1-16,-5 20-1 15,8 8 1-15,0 17-1 16,-10 40 0-16,6 22-1 15,4 26 1-15,10 21-1 16,15 19 0-16,21 3 0 16,31 3 0-16,29-12 0 15,24 0 0-15,25 3 0 16,32-16 1-16,35-12-1 16,29-13 1-16,24-19-1 15,21-15 1-15,11-32-1 16,24-9 0-16,1-19-1 15,3-15 1-15,7-13-2 0,-4-10 1 16,-3-18-1-16,-7-1 0 16,-14-30 0-16,-3-1 0 15,-26-9 1-15,-6-7 0 16,-22-11 1-16,-20-17 0 16,-26 0 2-16,-21-6 0 15,-20 7 0-15,-19-4 1 16,-20-12-1-16,-19 18 0 15,-16-5 0-15,-19 18 1 16,-14 3-3-16,-17 3 1 0,-11-6-1 16,-14 13 0-16,-10 6 0 15,-15 9 0-15,4 10 0 16,-3 12 0-16,-1 10 0 16,-3 9 1-16,10 22-1 15,4 15 0-15,-7 23 0 16,10 15 1-16,8 16-1 15,3 13 0-15,4 12 0 16,13 19 0-16,12-10 0 16,13 13 0-16,11-6 0 15,11 22 0-15,10-4-1 16,14 1 1-16,18-4-1 16,14 1 1-16,21-10-1 15,21-7 0-15,15-21 0 16,20-13 1-16,26-12-1 15,13-16 1-15,18-6 0 0,18-10 0 16,7-6 0-16,6-6 0 16,12-9-1-16,-8-4 1 15,-3-9-2-15,-11-10 0 16,-3-6 0-16,-4-18 0 16,-10-23 0-16,-11-12 0 15,-15-6 1-15,-6-16 1 16,-14-13 2-16,-18-9 0 15,-17 6 0-15,-15 4 1 16,-14 5 0-16,-14-5 0 16,-17-4-1-16,-11 6 0 0,-15 4 0 15,-9 3 0-15,-8 9-1 16,-18 13 0-16,-20-13-1 16,-8 10 0-16,-18 12-4 15,-13 16 0-15,-1 12-9 16,-6 13 1-16,14 19 0 15,3 6 0-15</inkml:trace>
  <inkml:trace contextRef="#ctx0" brushRef="#br0" timeOffset="-151619.05">4801 12624 103 0,'-60'13'51'0,"60"25"-52"16,11-29 51-16,-1 7-50 15,19 6 0-15,13 3-1 16,11-3 1-16,35 0 0 16,29-1 0-16,13-11 0 0,32-10 1 15,18-19-1 1,25-12 1-16,14-13 0 0,-1-13 1 16,12-24-1-16,-1-26 1 15,4-9-1-15,-7-22 0 16,-8-19 0-16,5-12 0 15,-19-16-1-15,8-12 1 16,-25 2-1-16,-18-18 0 0,-14 6 0 16,-17-3 1-1,-22 9-1-15,-20 4 1 0,-33-1-1 16,-21 7 1-16,-24 6-1 16,-32-16 1-16,-18 7-1 15,-35 2 1-15,-28 10-1 16,-25 13 0-16,-39 22 0 15,-21 9 0-15,-21 25 0 16,-21 13 1-16,3 27 0 16,-14 17 0-16,11 25 0 15,-7 15 0-15,7 22-1 16,3 13 1-16,-14 19-1 16,14 15 0-16,-6 25-1 15,9 20 1-15,19 14 0 16,-18 26 0-1,-89 167-1 1,57-36 1-16,46-12 0 16,42-6 0-16,29-6 0 0,42-7 0 15,10-3 0 1,36-3 0-16,14-9 0 0,17-3 0 16,22-4 0-16,17-15 0 15,21-1 0-15,15-5 0 16,13-23-1-16,-6-9 1 15,21-15 0-15,24-17 0 16,0-18 0-16,15-19 0 16,10-22 0-16,7-12 0 15,-3-22 0-15,-1-20 0 0,5-5 0 16,-8-16 0-16,-21-13 0 16,-4-9 0-16,-3-9-2 15,-7-4 1-15,-4-6-1 16,-24 13 0-16,-15-7-2 15,-10 10 0-15,-10-3-17 16,-19-1 1-16,-6-2 0 16,-53 2 0-16</inkml:trace>
  <inkml:trace contextRef="#ctx0" brushRef="#br0" timeOffset="-142207.81">29136 10119 101 0,'-42'-32'50'0,"27"23"-50"0,19 6 50 15,7-3-50-15,6-4 0 16,11-2 0-16,18-1 0 15,25-3 0-15,21-5 1 0,45-1 0 16,43 0 0-16,42-10 0 16,39 4 0-16,25 3 0 15,14 3 1-15,-11 0-2 16,-24 6 1-16,-29 4-1 16,-35 2 0-16,-38 7 0 15,-33-3 0-15,-45 3-1 16,-36 3 1-16,-35-3 0 15,-31 0 0-15,-36 3-1 16,-46 0 1-16,-39 0 0 16,36 0 0-16,-131 12 0 15,60-2 0-15,-126 2 0 16,-12 4 0-16,15 9 0 16,24-6 1-16,25 0-1 15,46-1 1-15,39-2 0 16,35-13 0-16,42 7 0 15,39-4 0-15,36-3-1 0,41-3 1 16,44-9-1-16,55-4 0 16,53-6 0-16,47 4 1 15,31-7-1-15,21 3 1 16,0-6-1-16,-3 9 1 16,-29 0-1-16,-17 7 1 15,-35 3-1-15,-32 6 1 16,-29 0-1-16,-38 0 0 15,-28 3 0-15,-40 0 0 0,-31 3 0 16,-42 4 0-16,-43 2 0 16,-45 4 0-16,-43 6 0 15,-39 3 0-15,-24 0 0 16,-22-3 1-16,-3 6-1 16,-10 0 1-16,17 1-1 15,17-4 1-15,22 3-1 16,39 0 1-16,24-9-1 15,29-10 0-15,31-2 0 16,28-11 0-16,33-5 0 16,24-7 0-16,35-6 0 15,39-6 0-15,39-6 0 16,38-4 0-16,33 4 0 16,17-1 1-16,17 7-1 15,-3 0 0-15,-3 3 0 16,-18 6 0-16,-21 6 0 15,-14 1 0-15,-25-1 0 0,-25 7 0 16,-21 0 0-16,-14-1 1 16,-7 4-1-16,-18 0 0 15,-10-3-8-15,-11-7 0 16,-10 4 0-16,-22-7 1 16</inkml:trace>
  <inkml:trace contextRef="#ctx0" brushRef="#br0" timeOffset="-128853.86">758 5970 69 0,'-7'28'34'0,"-24"-12"-22"0,31-16 35 16,-7-3-41-16,3 0 1 16,4-3 2-16,0 2 0 0,-7-5-12 15,3 3 0 1,4 3 8-16,-7-4 0 0,-3-5-4 16,-1-10 1-16,1-3-1 15,-8-19 1-15,7-22-1 16,-6-9 0-16,3-16 0 15,-4-10 1-15,-3-8-1 16,0-7 0-16,3 0 0 16,-3 0 0-16,-7-10-1 15,7 1 0-15,-1-13 0 16,5 6 0-16,-4-22-1 16,10 1 1-16,0-4 0 15,11-3 0-15,0 0 0 16,4 13 0-16,-4 9 0 15,0-3 1-15,0 9-1 16,-4 16 1-16,-3 6-1 16,4 7 1-16,-4 9-1 15,3-4 1-15,4-2-1 16,11 12 0-16,-1 0 0 0,5 16 0 16,-8 0 0-16,3 9 0 15,-3 13 0-15,-3 6 0 16,-4 7 0-16,0 9 0 15,0 2 0-15,0 11 0 16,0-4 0-16,0 6 0 16,-11 4-1-16,11 0 1 15,-10 12 0-15,3 12 0 0,-15 4-1 16,-2 25 1-16,-12 9 0 16,-6 20 0-16,3 5 0 15,0 4 0-15,8-1 0 16,10-15 0-16,3-13 0 15,0-12 0-15,15-13 0 16,-8-9 0-16,11-13 0 16,0-6 0-16,0-15 0 15,0-7 1-15,0-13-1 16,0-18 0-16,0-10 0 16,0-6 0-16,21 0 0 15,8 3 0-15,-8-6 0 16,0 13 1-16,0 2-1 15,-3 13 0-15,3 16 0 16,-11 12 1-16,8 16-1 16,3 16 0-16,0 12 0 15,8 7 1-15,2 18-5 16,19 19 1-16,-1 19-1 16,11 19 1-16</inkml:trace>
  <inkml:trace contextRef="#ctx0" brushRef="#br0" timeOffset="-121100.62">1669 8774 83 0,'-39'-63'41'0,"-42"-9"-39"15,60 40 42-15,-11-5-43 16,-4-13 0-16,5-10 0 16,-1-6 1-16,0-3-2 15,4 3 0-15,0 7 3 16,7 12 0-16,-8 15-1 16,8 20 1-16,-7 12-1 15,-4 25 0-15,1 28-1 0,-5 41 1 16,1 29-2-16,-4 30 1 15,11 26-1-15,-4 9 0 16,4 22 0-16,7 10 0 16,14 21 0-16,3 10 1 15,4 19-1-15,4 6 0 16,3 15 0-16,3 10 1 16,1 7-1-16,7 18 0 15,-8-16 0-15,15 4 0 16,10-7 0-16,8-6 0 0,13-12 0 15,25-7 0-15,11-31 0 16,14-10 1-16,14-18-1 16,21-19 1-16,17-10 0 15,26 7 1-15,20-19 0 16,26-10 0-16,10-6-1 16,38-6 1-16,5-9-1 15,31-10 0-15,17 3 0 16,18-3 0-16,22-3-2 15,13-12 1-15,15-10 0 16,-7-13 0-16,-4-18-1 16,7-16 1-16,-18-10 0 15,-6-5 0-15,3-10 0 16,-15-10 1-16,1 7-1 16,-18-4 1-16,-3-5 0 15,3-4 0-15,-17 3-1 16,6-6 0-16,-6-3 0 0,-18 0 0 15,-7-6 0-15,-21 0 0 16,-22-4 0-16,-14 1 0 16,-24-4 0-16,-21 1 0 15,-22-1 0-15,-14 0 0 16,-17-2 0-16,-18-1 1 16,-7-3 0-16,-14-3 0 15,-11-9 0-15,-3 2 0 16,-11-5 0-16,-14-1 1 0,-7 4-2 15,-14-4 1-15,-11 4-1 16,-7 0 1-16,-3-1-1 16,-7 1 0-16,-8-7 0 15,-3 4 0-15,-7-7 0 16,-7-9 1-16,-10-4 0 16,-5 4 1-16,-6-3 0 15,-7 2 0-15,-4 4-1 16,-7 3 1-16,0 4-1 15,8 5 0-15,2 0-1 16,5 4 1-16,2 3-1 16,8 3 0-16,4-1-1 15,6 4 1-15,7 0-1 16,4 4 0-16,11 5-1 16,10 10 1-16,11 6 0 15,10 9 0-15,8 10 0 0,-1 10 0 16,4 15 2-16,-7 0 0 15,-4 3 0-15,-3 0 1 16,-11-3-1-16,0-3 1 16,-13-7-4-16,-8 1 1 15,-18-4-17-15,-28 13 1 16,-35 3-1-16,-49 10 0 16</inkml:trace>
  <inkml:trace contextRef="#ctx0" brushRef="#br0" timeOffset="-97563.11">15078 2270 75 0,'-50'-53'37'0,"57"40"-37"0,8 13 37 16,20-9-37-16,21 9 1 15,22 3 0-15,21-3 0 16,28 6-1-16,14-6 1 15,10 0 0-15,8 9 1 0,3-9-1 16,-10 0 1-16,-14 0 0 16,-22-6 0-16,-21-3-1 15,-21-1 1-15,-28 1-1 16,-28-7 1-16,-25 4-1 16,-28 2 0-16,-32 10-2 15,-36 0 1-15,-20 0-1 16,-8 10 0-16,-10-7 0 15,7 6 0-15,7-2 1 16,14 2 0-16,22 0 0 16,13-2 1-16,21 2-1 15,15-6 0-15,14 3 0 16,24-6 1-16,22 0-1 16,17-9 1-16,25 3 0 15,14-7 0-15,15-2 0 16,2-4 0-16,-6-3 0 15,-7 9 0-15,-18 7-1 0,-18 3 1 16,-14 3-1-16,-21 0 1 16,-24 9-1-16,-26 10 1 15,-17-3-1-15,-17 3 0 16,-5-7 0-16,5 1 0 16,6-1 0-16,11 4 0 15,14-13 0-15,11 3 0 16,18-3 0-16,9-3 0 15,16-3 0-15,16-3 1 16,15-3-1-16,17-1 0 0,8-2 0 16,10-4 1-16,0-9-1 15,0 12 0-15,-3-9-1 16,-1 10 1-16,-13-4-5 16,-8 13 0-16,-6 3-16 15,-12 0 1-15,-3 0 0 16,-6-9 0-16</inkml:trace>
  <inkml:trace contextRef="#ctx0" brushRef="#br0" timeOffset="-95663.99">10830 2966 48 0,'-17'-3'24'0,"13"-6"-21"15,4 9 24-15,0 0-27 16,0 9 1-16,0 10-1 16,-3-10 1-16,3 4-1 15,0 2 1-15,3-5 2 16,8-4 1-16,10-3 1 15,11-6 0-15,17-13 2 16,15-6 0-16,34-12 0 16,15-7 0-16,25 0-2 0,21 7 0 15,6-1-2-15,1-5 0 16,11 8-2-16,-15 4 1 16,-14-3-2-16,-7-4 1 15,-17 13-1-15,-15 3 0 16,-21 7 0-16,-14-1 0 15,-21 4 0-15,-11 9 1 16,-20-9-1-16,-15 9 0 16,-21 0 0-16,-15 3 0 15,-17 6 0-15,-10 7 0 0,-18 9 0 16,-21-6 0-16,-15 3 0 16,-10 3 1-16,-14-6-1 15,-7 2 0-15,-3 8 0 16,-5-1 1-16,-6 0-1 15,3 13 0-15,15 0-1 16,3-1 1-16,14-5 0 16,14 3 1-16,14-4-1 15,15-15 0-15,20 6 0 16,18-12 0-16,18-1 0 16,25-3 0-16,17-5 0 15,25-8 0-15,21-11 0 16,35-17 1-16,18-8-1 15,14-4 0-15,25-10 0 16,7 14 0-16,-7 8 0 16,-8-5 1-16,-3 12-1 0,-28 9 0 15,-21 3 0-15,-25 7 1 16,-21 6-1-16,-21-6 0 16,-36 12 0-16,-27-6 1 15,-22 0-1-15,-32 6 1 16,-31 4-1-16,-15 9 0 15,-17 6 0-15,-11 12 0 16,11-2 0-16,17 2 0 16,22-2 0-16,24-7 0 0,22-9 0 15,21-3 0-15,20-13-2 16,19-6 1-16,28-16-6 16,27 0 1-16,30-12-9 15,16 2 0-15,36-8 0 16,29 5 0-16</inkml:trace>
  <inkml:trace contextRef="#ctx0" brushRef="#br0" timeOffset="-94544">15261 2207 69 0,'-49'-63'34'0,"81"60"-41"0,-15 3 56 16,8-6-50-16,14 6 1 0,17-3 0 16,18 3 1-16,14 0-1 15,18 0 1-15,4-6-1 16,2 3 1-16,12 3 0 15,-8-7 1-15,-10 7-1 16,-18-6 0-16,-14 6 0 16,-14 0 0-16,-21 0-1 15,-21-3 1-15,-25 3-1 16,-21-6 1-16,-36 2-1 16,-21-2 0-16,-20 12 0 15,-22-2 1-15,-7 5-1 16,0 10 0-16,14-7-1 15,17 7 1-15,19-9 0 16,20-1 1-16,15 0-1 16,20 1 0-16,19-1 0 15,20-3 1-15,12-6-1 0,24-6 1 16,10 3-1-16,15 3 1 16,10-6 0-16,7 3 1 15,11-13 0-15,-4 7 0 16,0-7 0-16,-7 13 0 15,-14-7-1-15,-14 1 1 16,-14 3-2-16,-7 3 1 16,-14-1-1-16,-1 4 1 15,-2-3-1-15,-5 3 1 16,4-6-1-16,-10 6 1 16,3 6-1-16,0-6 1 0,-3 3-1 15,-4 1 1-15,0-4 0 16,-4 6 1-16,-3-6-1 15,7 0 0-15,-7 0 0 16,0 3 1-16,8-3-1 16,-1 0 0-16,0 3-1 15,0-3 0-15,0 6 0 16,0-3 1-16,0 4-1 16,0-7 0-16,-4 3 0 15,1 3 0-15,-4-6 0 16,0 0 1-16,0 0-1 15,4-6 0-15,-4 6 0 16,7 0 0-16,0 0 0 16,-4 6 0-16,1-6 0 15,-1 3 0-15,1 4 0 16,-4-7 1-16,0 0-1 16,3 3 0-16,-3-3 0 0,0 0 0 15,0-3 0-15,0 3 0 16,0 0-1-16,4-10 1 15,-4 10 0-15,0-6 0 16,0 3 0-16,0 3 0 16,0-7 0-16,0 7 0 15,0-3 0-15,0-6 0 16,0 3 0-16,0-1 0 16,0-2-3-16,0 6 1 0,-4-3-9 15,-3 12 1-15,0 3-1 16,4 7 1-16</inkml:trace>
  <inkml:trace contextRef="#ctx0" brushRef="#br0" timeOffset="-84453.75">5870 3872 63 0,'7'-59'31'0,"-3"15"-19"15,3 41 32-15,-7-7-40 16,0 10 1-16,3-6 1 15,8 6 1-15,0 0-8 16,6 3 1-16,1-3 6 0,10 0 1 16,7-6-2-16,15 0 1 15,20-10-1-15,15-3 0 16,7 0-2-16,14 0 0 16,10 1-1-16,11 5 0 15,0 4-2-15,0-1 1 16,0 7-1-16,7-6 1 15,-3-16-1-15,3-4 1 16,10-8 0-16,15 2 0 16,-7 1 0-16,21-1 0 0,10 1 0 15,4-1 0-15,14 13-1 16,0 0 1-16,11 4 0 16,-4 15 0-16,0-4-1 15,0 14 0-15,-3-7 0 16,3 3 0-16,4-3 0 15,-1-10 1-15,8-2-1 16,0-4 0-16,-1-6 0 16,5 0 1-16,2 3-1 15,5 0 1-15,-4 1 0 16,3-4 0-16,-3 3-1 16,-8-3 0-16,8-3 0 15,-7-19 0-15,7-3-1 16,3-3 1-16,-10 9-1 15,6 7 0-15,-9-10 2 16,-8 12 0-16,-7 4-1 16,-14 9 1-16,-7 0 0 15,-11 13 0-15,-14 3-1 16,1-16 1-16,-15 7-1 0,0 2 0 16,-7-2 0-16,-4-7 0 15,-6-3 0-15,-11 0 1 16,-11 6-1-16,-10 1 0 15,-18 5 0-15,-14 1 0 16,-11 9 0-16,-10-3 1 16,-7 3-1-16,-4 0 1 15,-3 0-1-15,-4-10 1 0,-4 10-1 16,5-9 1-16,-1 12-1 16,3-3 0-16,-6 6 0 15,0-6 0-15,-8 10 0 16,-3-7 1-16,-3 6-1 15,-1-3 0-15,-3 1 0 16,0 2 0-16,0-6 0 16,4 4 0-16,-4 2 0 15,0-6 0-15,0 3-6 16,0 7 0-16,-7-1 0 16,-7-8 1-16</inkml:trace>
  <inkml:trace contextRef="#ctx0" brushRef="#br0" timeOffset="-82744.73">10622 2687 66 0,'39'3'33'0,"-18"-12"-25"16,-14 6 34-16,-3-7-39 15,-4-2 0-15,-4-7 1 0,-6-19 0 16,-12 1-6 0,-13-17 1-16,-14 1 2 0,-22 0 1 15,-28 6-2-15,-10 12 1 16,-21 10-2-16,-19-3 1 15,-6 12-1-15,7 7 1 16,-4-1 0-16,8 10 0 16,6 3 0-16,8 13 0 15,3 19 0-15,-11 9 0 16,11 9 0-16,0 10 0 16,11-1-1-16,-4-8 1 0,14-1 0 15,18-9 0-15,17 0 0 16,8-7 1-16,17-15 0 15,3 0 0-15,15-3 0 16,3-3 0-16,11 3 0 16,-7-10 1-16,11 10-2 15,-1-7 1 1,4-2-1 0,7-4 0-16,0-6 0 15,0-3 1-15,3-3-1 16,1-1 1-16,-1 1-1 15,-3 0 1-15,-3 6-1 16,-1-7 0-16,1 4 0 16,3 3 1-16,-7 0-1 15,7 0 0-15,0 0 0 16,0 0 0-16,0 0 0 16,0 0 0-16,0-6 0 15,0 6 0-15,-4-3 0 0,-3 3 0 16,0 0 0-16,4 0 0 15,-1 0-1-15,1 0 1 16,3 3-2-16,0 3 0 16,3-6-10-16,4 3 0 15,7-3-1-15,-10-3 1 16</inkml:trace>
  <inkml:trace contextRef="#ctx0" brushRef="#br0" timeOffset="-73618.99">23072 1668 36 0,'-11'3'18'0,"-7"-12"-15"16,18 9 19-16,0 0-22 16,0 0 0-16,0 0 0 15,0 0 0-15,0 0-1 16,0 0 1-16,0 0 0 15,0 0 1-15,0-4 1 16,-3 1 0-16,-1 0 2 0,1-3 0 16,-1 3 0-16,4 3 1 15,-3 0-1-15,3 0 0 16,0 0-1-16,0 0 0 16,0 0-2-16,7-7 1 15,-7 7-1-15,3 0 1 16,1-3 0-16,3-3 0 15,0-3 1-15,4 6 1 16,3-7-1-16,3 4 1 16,8 0-1-16,7 2 0 0,10-5-1 15,15 3 0 1,10 3-1-16,17-7 0 0,15-5-1 16,7 8 1-16,7 4-1 15,7-13 0-15,0 13 0 16,-7-6 1-16,-1 0-1 15,-13 9 0-15,-7-7 0 16,0 4 0-16,-18 0 0 16,-7 3 1-16,-7 3-1 15,-7 7 0-15,-11-10 0 16,-7 0 0-16,-7 0-1 16,-3 0 1-16,-7 0 0 15,-4 0 0-15,-3 0 0 16,-4 0 0-16,0-10 0 15,-7 10 1-15,0 0-1 16,0-6 1-16,-4-4-1 16,1 4 1-16,-4 6-11 15,-4-3 1-15,0 3-1 0,4-9 0 16</inkml:trace>
  <inkml:trace contextRef="#ctx0" brushRef="#br0" timeOffset="-73153.71">24800 752 57 0,'-21'-22'28'0,"14"-28"-24"15,7 41 33-15,4-1-33 16,-1 1 0-16,4-1 2 16,0 10 0-16,4 0-8 15,-1 13 1-15,4 9 5 16,1 16 0-16,-1 9-2 15,0 6 1-15,0 6-1 16,0 23 0-16,0 25 0 16,0 2 1-16,4 7 0 15,0 16 0-15,-1 12-1 16,-3-18 1-16,4-4-2 0,-4-25 1 16,-7-6-1-16,0-3 0 15,-3-6-1-15,-4-20 0 16,0-8-12-16,0-17 1 15,-4-9 0-15,-3-15 0 16</inkml:trace>
  <inkml:trace contextRef="#ctx0" brushRef="#br0" timeOffset="-72713.32">24740 570 55 0,'-17'-6'27'0,"13"-13"-19"16,11 19 24-16,7-6-28 16,11 3 0-16,10-3 3 15,15 2 0-15,20-2-9 16,25-3 1-16,8-1 5 0,10 1 1 16,17 0-2-16,18-1 0 15,8 1-1-15,6-1 0 16,14-5-1-16,-10 8 1 15,-4 7-1-15,-6-9 0 16,-22 6 0-16,-21 3 0 16,-18 0-1-16,-14 0 1 15,-14 0-1-15,-18 9 0 0,-10-6-6 16,-11 10 1 0,-14 6-1-16,-6 0 1 0</inkml:trace>
  <inkml:trace contextRef="#ctx0" brushRef="#br0" timeOffset="-71102.95">19854 2668 88 0,'36'-34'44'0,"76"15"-50"0,-62 13 58 16,119-19-57-1,4-7 0-15,0-12-2 16,-4-6 1-16,-10 3 9 16,-11 0 0-16,-14 13-5 15,-17-7 0-15,-26 9 3 16,-13 7 0-16,-25 6 1 16,-21 10 1-16,-25 9-1 15,-21 0 0-15,-25 9-2 16,-35 1 1-16,-29 15-2 15,-24 13 0-15,-24 6 0 16,-19 9 0-16,-2-6 0 16,-5-6 0-16,4-1 1 15,22 1 1-15,17-3 0 16,14-10 1-16,21 0-1 0,28-6 1 16,18-3-1-16,32-10 1 15,21-9-2-15,28 0 1 16,22-9-1-16,31-16 0 15,25 6 0-15,17-19 0 16,18-2-1-16,18-7 1 16,14-7 0-16,3 10 0 15,-3 7 0-15,0-7 1 16,-14 16-1-16,-15 12 0 16,-13-3 0-16,-25 10 0 0,-32-1 0 15,-21 10 0-15,-25 0-1 16,-32 4 1-16,-27 11 0 15,-29 4 0-15,-32 16 0 16,-35 8 0-16,-28 4 0 16,-18 4 0-16,-10-1-1 15,-12 9 1-15,5-15 0 16,7 10 0-16,20-11 0 16,22-2 0-16,18 0 0 15,24-16 0-15,28 3 0 16,25-15 0-16,29-1 0 15,27-12 1-15,22-9-1 16,35-7 0-16,36-2 0 16,24-17 0-16,24-3 0 15,22 4 0-15,14-10 0 16,11-6 0-16,-1 0 0 0,-10 3 1 16,-3 6-1-16,-15-3 0 15,-21 0 0-15,-21 10 0 16,-28 5 0-16,-22 11 1 15,-27 2-1-15,-29 13 0 16,-28 3 0-16,-35 12 0 16,-43 13 0-16,-35 13 0 15,-42 3 0-15,-32 6 0 16,-21 6 0-16,-8-6 0 16,-3 3 0-16,22-15 0 0,20 6 0 15,29-7 0-15,25-6 0 16,24-3 0-16,25-6 0 15,28-3 0-15,25 0-1 16,28-16 1-16,21-10 0 16,35-6 0-16,39-2 0 15,29-17 0-15,35-3 0 16,28-15 1-16,17 0-1 16,4 0 0-16,8 2 0 15,-15 4 1-15,-14 3-1 16,-22 10 1-16,-23 3-1 15,-26 15 1-15,-21-3-1 16,-17 10 1-16,-15-4 0 16,-17 10 0-16,-11-6 0 15,-10 9 0-15,-11-7 0 16,-7 7 1-16,-3 7-2 0,-4-4 0 16,-4 3-1-16,-3 10 0 15,-3-7 0-15,-1 1 1 16,1-10-1-16,-1 9 1 15,0-6 0-15,1-3 0 16,3 0 0-16,0 6 0 16,3-6 0-16,4 3 0 15,0-3 0-15,0 0 0 16,4 4 0-16,3-1 0 0,0 0 0 16,0 0 0-1,-4 0 0-15,1-9 0 16,-1 0-1-16,1-1 1 0,-4-2-1 15,0 0 1-15,0-1-1 16,-4 1 1-16,-3-1-5 16,0 7 0-16,-3 3 0 15,-4 0 0-15</inkml:trace>
  <inkml:trace contextRef="#ctx0" brushRef="#br0" timeOffset="-56828.18">30226 4440 62 0,'-67'-3'31'0,"0"-32"-20"15,49 32 31-15,1-3-39 16,-1 6 0-16,7 0 1 16,8 6 1-16,17 0-6 15,18 7 0-15,17-4 5 16,22 1 0-16,20 2-2 15,19 4 0-15,20-7 0 16,8-2 1-16,10-4-1 16,7-3 1-16,1 0-2 15,-19 0 1-15,-17 0-1 0,-21 6 1 16,-32-6-1-16,-28 3 1 16,-29 0-2-16,-38 4 0 15,-32 5 0-15,-39-6 0 16,-28 1 0-16,-24 2 0 15,-22-3 0-15,0 4 0 16,7 2 0-16,7-5 0 16,25-1 0-16,25 6 1 0,28 4 0 15,31 0 1-15,29 3-1 16,32 9 1-16,31-13-1 16,32 4 1-16,32-6-1 15,25-4 0-15,24-9-1 16,4 7 1-16,3-14-1 15,0 10 1-15,-24-3-2 16,-15 4 1-16,-24-4 0 16,-21 6 0-16,-22-3-5 15,-24 0 1-15,-18 3-1 16,-18-3 1-16</inkml:trace>
  <inkml:trace contextRef="#ctx0" brushRef="#br0" timeOffset="-53492.59">30914 3355 100 0,'7'-25'50'0,"42"25"-50"0,-31 0 51 16,7 0-51-16,3 12 0 16,0 20 0-16,0 8 0 15,-3 8-1-15,-4 11 1 16,-10 7 0-16,-8 0 0 16,-6 12 0-16,-8 10 1 0,-3 3-1 15,-4-10 1-15,1-2 0 16,-1-13 0-1,1-4 0-15,-1-21 0 0,4-9-1 16,0-14 1-16,0-18-1 16,-4-15 1-16,-3-26-1 15,3-22 1-15,8-9-1 16,3 0 1-16,3 0-1 16,0-3 1-16,4 9 0 15,-3 19 0-15,3 12 0 16,0 7 1-16,0 19-1 15,-4 15 1-15,-3 16-1 16,-3 9 1-16,-1 22-1 16,1 26 0-16,3 9-1 15,-1-7 1-15,5 1-1 16,-1-13 0-16,4-16 0 0,0-9 0 16,4-16 0-16,-1-9 1 15,5-10-1-15,2-21 0 16,8-13 0-16,3-32 1 15,11-21-1-15,3-19 0 16,7-10 0-16,1-3 0 16,-1 1-1-16,-10 24 1 15,-8 13 0-15,-2 12 1 16,-12 23-1-16,-10 8 0 16,-3 14 0-16,-11 18 1 15,-29 81-1 1,1 1 1-16,3 9-2 15,0 13 1-15,11-10 0 16,0-15 0-16,7-10 0 16,3-19 0-16,4 0 0 15,0-24 0-15,3-14 1 16,1-5 0-16,3-23 0 16,3-25 1-16,4-27-1 15,7-4 0-15,11-13-1 16,3 1 1-16,4-7-1 15,3 9 0-15,-4 13 0 16,-2 7 0-16,-5 12 0 16,-3 6 0-16,-3 19 0 15,-4 3 0-15,-3 29 0 16,-8 9 0-16,-3 18 0 16,-7 13 0-16,0 13 0 0,-4 0 0 15,4 9 0-15,3 13 0 16,8-10 0-16,-1-12 0 15,4-20 0-15,0-2 0 16,0-9 0-16,4-23 1 16,-1-25-1-16,1-21 0 15,-1-13 0-15,1-16 1 16,0-6-1-16,-1-19 0 16,1-3 0-16,-1 9 0 15,1 16-1-15,-1 16 1 0,1 9 0 16,-1 6 0-1,1 16 0-15,3 3 0 0,0 7-1 16,-4 15 1-16,-6 25 0 16,-11 19 0-16,-11 19 0 15,-14 22 0 1,-24 84 0 0,6-18 1-16,8-26-1 15,14-21 0-15,10-16 0 16,4-28 0-16,7-19 0 15,7-26 1-15,7-14-1 16,7-17 1-16,7-18-1 16,7-32 0-16,4-22 0 15,-1-6 0-15,5 4 0 16,-8 5 0-16,0-3 0 16,-3 10 0-16,-1-3 0 15,-3 18 0-15,0 10 0 16,-3 6 0-16,0 13 0 15,-4 9 1-15,0 12-2 0,-7 20 1 16,-4 15 0-16,-6 16 0 16,-5 28 0-16,-2 0 0 15,-1 31 0-15,4 7 0 16,3-10 0-16,-3-3 1 16,4 0-1-16,3-19 0 15,0-12 0-15,3-10 0 16,1-12-2-16,-1-22 0 0,1-10-4 15,-4-9 0-15,-1-3-18 16,1-10 0-16,0-5-1 16,0-11 1-16</inkml:trace>
  <inkml:trace contextRef="#ctx0" brushRef="#br0" timeOffset="-47727.94">17928 3292 44 0,'-25'-12'22'0,"8"-1"-13"16,13 7 22-16,1 6-28 15,-1-3 0-15,1 3 3 16,-1-7 0-16,1 4-7 16,-1 3 1-16,1 0 5 15,-1 3 0-15,1-3-1 16,-1 7 0-16,4-7-2 16,0 9 1-16,4-6-2 15,-1 7 0-15,1-4 0 0,-1 0 0 16,1-3 0-16,3-3 0 15,-7 0 0-15,0 0 1 16,0 3 0-16,-4-3 0 16,1 4 0-16,-1-4 0 15,1 0-1-15,3 0 0 16,-4 3-1-16,4-3 0 16,-3 0 0-16,-1-3 1 15,1-4 0-15,-5 4 0 0,5-3 0 16,3 6 1-16,7-9 0 15,25-10 0-15,17 3 0 16,29-9 1-16,35-16-1 16,35 0 0-16,42-15 0 15,22 3 0-15,24-1-1 16,11 10 0-16,4 1-1 16,3 8 1-16,-14 10-1 15,7 3 0-15,-11-12 0 16,0 8 0-16,-24-2 0 15,-29 3 0-15,-31-3 0 16,-28 9 0-16,-29 0 0 16,-25 10 0-16,-34-7 0 15,-33 13 1-15,-31 3-1 16,-50 9 0-16,-28 1 0 16,-45 9 0-16,-19-4-1 15,-34 14 1-15,-18-7-1 0,-18 9 0 16,-7 7 1-16,-4 18 0 15,4 0-1-15,18 4 1 16,14-4 0-16,24-9 0 16,33-12 0-16,34-1 0 15,29-2 0-15,24-13 0 16,25-4 0-16,32 1 0 16,36-13 0-16,30 3 0 0,30-15-1 15,41-13 1 1,25-6 0-16,43-4 1 0,13-8-2 15,26-7 1-15,2-4 0 16,1 4 1-16,4 13-1 16,-15-1 0-16,-3 14 0 15,-25-1 0-15,-25 0 0 16,-28 12 1-16,-28-5-1 16,-25 5 0-16,-28 1 0 15,-28 2 0-15,-32 4 0 16,-39 3 0-16,-39 0 0 15,-41 10 0-15,-47 2-1 16,-32 13 1-16,-31 13 0 16,-22 12 0-16,-3 3 0 15,-3 4 0-15,-1-7 0 16,8 3 0-16,3 1-1 16,25-7 0-16,21-10 0 15,21-5 1-15,32-7-1 16,35-10 1-16,32-2-1 0,31-4 1 15,36-9 0-15,32 0 0 16,31-15 0-16,43-1 1 16,35-12-1-16,28 3 1 15,32-3-1-15,18-4 1 16,31-9 0-16,4 4 0 16,17-7-1-16,-13-3 0 15,-8 6 0-15,-21 10 0 0,-28 6 0 16,-31 0 0-16,-33 9 0 15,-31 13 0-15,-25-7-1 16,-21 10 1-16,-29 13-7 16,-17-1 0-16,-17 10 0 15,-15 7 0-15</inkml:trace>
  <inkml:trace contextRef="#ctx0" brushRef="#br0" timeOffset="-45311.73">30946 3988 76 0,'-7'-12'38'0,"-32"-1"-37"16,32 13 38-16,0 0-40 16,0 0 1-16,7-9 0 15,7-4 0-15,10 1 1 16,5-4 0-16,2-6 1 16,1-9 1-16,-11 3 1 15,0-4 1-15,-10-2 0 16,-8 2 1-16,-14-2-2 15,-10 2 1-15,0-8-2 16,-4 12 1-16,-3-4-3 16,3-5 1-16,4 5-1 0,3 4 0 15,4 3-1-15,0 6 1 16,-4-3 0-16,4 10 0 16,-4 5 0-16,-3 14 0 15,4 11 0-15,-1 17 0 16,0 18-1-16,0 0 1 15,4 13-1-15,7-6 0 16,7 3 0-16,7 6 0 16,4 12 0-16,3-15 1 0,3 3-1 15,1-16 0-15,10 1 0 16,0-7 0-16,0-7 0 16,4-2 1-16,-4-10-1 15,4-3 0-15,3-6 0 16,4-6 0-16,3-13 0 15,4-10 0-15,0-2 0 16,3-16 0-16,0-13 0 16,-3-16 1-16,0-5-1 15,-11 2 0-15,-3 4 0 16,-14 2 0-16,-4 1 0 16,-7 3 0-16,-7 3 0 15,-4-3 1-15,-7 3-1 16,-3 3 0-16,-4 3 0 15,-6-3 1-15,3 3-1 16,-4 10 0-16,-4 9 0 16,-2 9 1-16,-1 4-1 15,-7 12 1-15,4 16-1 16,-1 6 1-16,5 9-1 0,2 10 0 16,5 0 0-16,2 6 0 15,8-9 0-15,3 3 1 16,-3 3-1-16,11 13 0 15,3-4 0-15,7 1 0 16,3-1 0-16,8-3 0 16,10-9 0-16,4 3 0 15,3-6 0-15,4-3 0 0,6-10 0 16,5-6 0-16,-1-10 0 16,0-8 1-16,1-8-1 15,-1-8 0-15,4-10 0 16,0-13 0-16,-7-8 0 15,-1-17 0-15,-9-3 0 16,-8 10 0-16,-7-7 0 16,-3 4 0-16,-11-1 0 15,-8-2 1-15,-9 2-2 16,-15 1 1-16,-10 0-1 16,-8 5 0-16,1 7-11 15,0 10 0-15,-4 6-1 16,-4-16 1-16</inkml:trace>
  <inkml:trace contextRef="#ctx0" brushRef="#br0" timeOffset="-40823.92">5694 13129 65 0,'-131'-6'32'0,"22"3"-18"16,84 0 32-16,-14-10-42 15,4 10 0-15,10-3 2 16,25-1 1-16,11 4-8 16,21 3 0-16,28-9 6 15,46-1 0-15,17-8-1 16,53-17 0-16,18-9-2 15,32-9 1-15,11-13-2 0,-19-9 0 16,12 3 0-16,-36 3 1 16,-18-7-2-16,-14 11 1 15,-35 14 0-15,-24 14 0 16,-33 9 0-16,-38 12 0 16,-39 13-2-16,-35 25 1 15,-50 9-1-15,-42 13 1 16,-53 3-1-16,-18 6 1 15,-42 1-1-15,7 2 0 0,-7 1 1 16,25-1 1-16,28 4 1 16,25-17 0-16,31-5 0 15,36-10 0-15,42-3 0 16,28-6 0-16,36-12-1 16,35-20 1-16,49-18-2 15,35-13 0-15,54-16 0 16,10-15 0-16,35-7 0 15,7-12 0-15,8 0 0 16,-8 19 1-16,-32 6-1 16,-27 16 0-16,-19 12 0 15,-38 10 0-15,-28 2 0 16,-36 17 1-16,-38 5-1 16,-32 11 0-16,-36 8 0 15,-41 16 0-15,-33 23 0 16,-49 8 0-16,-17 10-1 15,-36 10 1-15,-4 8-1 0,-13 1 1 16,24 3-1-16,25-3 1 16,10-13 0-16,50-12 1 15,36-16-1-15,41-16 1 16,46-6-1-16,33-15 1 16,37-20-1-16,54-18 0 15,28-25 0-15,50-13 0 16,10-12 0-16,21-10 0 15,0-6 0-15,-7-4 1 0,-14 11-1 16,-21 11 0-16,-32 11 0 16,-42 17 0-16,-18 11 0 15,-42 12 1-15,-28 12-1 16,-36 13 0-16,-28 16-6 16,-18 18 1-16,-6 10-1 15,-1 6 0-15</inkml:trace>
  <inkml:trace contextRef="#ctx0" brushRef="#br0" timeOffset="-39690.2">28935 10135 82 0,'-25'-51'41'0,"46"58"-42"0,-10-4 42 16,10 12-41-16,4-2 0 15,14-7 0-15,17-3 1 16,22 4 0-16,31 2 1 16,36-9 1-16,38 9 1 15,36-12-1-15,31 10 1 16,8-4-1-16,13 3 0 15,-6-3-1-15,7 7 0 16,-8-4-1-16,8 6 0 16,-11-2 0-16,-14 5 0 15,-21-5-1-15,-22 6 1 0,-38 2-6 16,-28-5 0-16,-33-1-18 16,-27-5 1-16,-46-17 0 15,-25-24 0-15</inkml:trace>
  <inkml:trace contextRef="#ctx0" brushRef="#br0" timeOffset="-36553.77">31408 8162 76 0,'-14'-25'38'0,"7"9"-55"0,7 19 72 15,0 4-55-15,0 2 0 16,-7 1-1-16,-4 2 1 15,-3 7 1-15,-4 6 0 0,-3 0 1 16,-7 3 1-16,-4 4 1 16,-7 8 0-16,1 7 0 15,-5 4 1-15,4-4-3 16,4-3 0-16,7-10-9 16,7-3 1-16,7-9-15 15,-1-6 1-15,5-10-1 16,-1-6 1-16</inkml:trace>
  <inkml:trace contextRef="#ctx0" brushRef="#br0" timeOffset="-36281.7">30925 8193 67 0,'14'-43'33'0,"24"5"-38"0,-23 29 65 15,2 2-58-15,1 1 0 16,3 6 1-16,4 9 1 16,-1 7-5-16,-2 3 1 15,-1 12 2-15,-4 4 0 16,5-1-1-16,-1 1 1 16,-4 5-2-16,4 4 1 15,-3-3-1-15,0-3 1 0,-4-4-3 16,-7 1 1-1,-4-4-12-15,-3-3 1 0,-7-6-1 16,-3-6 1-16</inkml:trace>
  <inkml:trace contextRef="#ctx0" brushRef="#br0" timeOffset="-35802.91">31277 8052 64 0,'0'-56'32'0,"-7"-38"-35"16,7 78 43-16,-3 0-38 15,-1 1 1-15,-6 2 1 16,-5 4 0-16,-6 3-4 16,-7 2 0-16,-4 8 4 15,-10 8 1-15,-4 13-1 0,0 16 0 16,-3 9-1-1,-4 7 1-15,7 2-2 0,4-2 1 16,7 2-2-16,6 10 1 16,8 0-1-16,7 3 0 15,7-9-1-15,7-10 0 16,7-12 0-16,14-3 1 16,7-10-1-16,8-6 0 15,6-13 0-15,7-6 1 16,11 1-1-16,-3-8 0 0,3-11 1 15,0-7 0-15,-7-10-1 16,-4-2 1-16,-7-4 0 16,-6 1 0-16,-8 2 0 15,-7-9 0-15,-7 0 0 16,-7-6 1-16,-3-6-1 16,-4-1 0-16,-4-5 0 15,1 2 1-15,-8 7-6 16,-7 15 1-16,-10 16-1 15,-18 6 0-15</inkml:trace>
  <inkml:trace contextRef="#ctx0" brushRef="#br0" timeOffset="-32628.91">16676 7193 84 0,'-11'-22'42'0,"96"47"-40"15,-43-22 42-15,22 1-44 16,31-1 1-16,28 3 0 0,19-6 0 16,37-3-1-16,23-10 0 15,30-9 2-15,22-15 1 16,36-4-1-16,20-9 1 15,15-10 0-15,13 1 1 16,1-1-1-16,-4 7 0 16,-3 9-2-16,-25 3 1 15,-11 3-1-15,-35 7 0 0,-28 6-1 16,-36 0 1-16,-24 9-1 16,-25 7 0-16,-31-7 0 15,-29 10 1-15,-17 0 0 16,-15-7 0-16,-14 10 0 15,-10 0 1-15,-7-4-1 16,-4 7 1-16,-3 0-1 16,3-3 0-16,-11 3-1 15,1 0 1-15,-4 0-1 16,0 0 0-16,-7 0 0 16,0 0 0-16,0 0 0 15,0 0 0-15,0 0 0 16,0 0 1-16,0 0-1 15,0 0 0-15,7 0 0 16,0-3 0-16,-7 3 0 16,4 3 0-16,-1-3 0 15,4 0 0-15,-7 3 0 16,7 1 0-16,-7-4 0 16,7 0 0-16,-3 0 0 0,-4 0 1 15,0-4 0-15,0 1 0 16,-4 3-1-16,1-3 1 15,-1 3-1-15,1 3 1 16,-1 0-1-16,1-3 0 16,-4 0 0-16,3 0 0 15,1 0 0-15,-1 4 0 16,1-4 0-16,-1 0 0 16,1 0 0-16,-4 0 0 0,3 0 0 15,0 0 1-15,1 3-2 16,-1-3 1-16,-3 3 0 15,4-3 0-15,-1-3 0 16,4 0 0-16,0 3 0 16,0 0 0-16,-3 0 0 15,3 0 1-15,-4 0-1 16,4-7 0-16,-7 4 0 16,4 0 0-16,-1 3 0 15,1 0 0-15,-1-3 0 16,4 3 0-16,0-6 0 15,0 6 0-15,0 0-1 16,4-10 0-16,-1 7-7 16,-3 3 0-16,0 0 0 15,7 0 0-15</inkml:trace>
  <inkml:trace contextRef="#ctx0" brushRef="#br0" timeOffset="-32166.96">12439 10570 80 0,'-4'-3'40'0</inkml:trace>
  <inkml:trace contextRef="#ctx0" brushRef="#br0" timeOffset="-20981.18">15349 12261 72 0,'-45'18'36'0,"13"-21"-41"16,28 0 37-16,1-6-33 16,-1-1 0-16,-3 4 1 15,-3 0 0-15,-8 3 2 16,-3 0 0-16,0 3 1 15,3-4 1-15,4 1 1 16,14 0 0-16,17-6 0 16,22-13 0-16,14-3-1 15,18-4 0-15,24-2-3 16,4 3 0-16,-4 3-1 16,-14 3 0-16,-17 3 0 0,-22 10 0 15,-21 9 0-15,-21 9 0 16,-39 4 0-16,-21 8 1 15,-17 5-1-15,-8 5 1 16,-17 3-1-16,-1-2 1 16,15-4-1-16,18 0 0 15,17-6-8-15,21-9 0 16,25-7 0-16,28-12 0 16</inkml:trace>
  <inkml:trace contextRef="#ctx0" brushRef="#br0" timeOffset="-20320.86">20211 11775 79 0,'0'-16'39'0,"63"3"-43"0,-45 7 48 0,-1 3-46 16,5-3 1-16,-5 3-1 15,1-1 0-15,-11 1 3 16,-7 3 1-16,-7 0-1 16,-11 0 0-16,-6 3 1 15,-8 1 1-15,-4-1-1 16,1 0 1-16,7 0-1 15,7 0 0-15,10 0-2 16,11-3 1-16,14 0-1 16,8-3 0-16,-1 0-1 15,0 3 1-15,-7 0 0 16,-3 3 0-16,-15 0-1 16,-10 0 0-16,-11 0-15 15,-3-3 1-15,0-9 0 0,3-16 0 16</inkml:trace>
  <inkml:trace contextRef="#ctx0" brushRef="#br0" timeOffset="-19648.69">15981 10225 64 0,'-14'-21'32'0,"3"71"-36"0,11-25 48 0,0 19-43 16,4 9 0-16,10 7 0 16,10-4 0-16,19-6-2 15,20-18 1-15,15-20-1 16,14-24 1-16,13-26-14 15,19-12 1-15,-11-10-1 16,-7-18 1-16</inkml:trace>
  <inkml:trace contextRef="#ctx0" brushRef="#br0" timeOffset="-18982.95">20941 10066 89 0,'-28'6'44'0,"10"-19"-63"0,25 10 86 0,11-6-68 16,28-4 1-16,31-12-30 16,33-13 0-16,20-18 30 15,18-26 0-15</inkml:trace>
  <inkml:trace contextRef="#ctx0" brushRef="#br0" timeOffset="-7427.35">5419 14446 111 0,'10'22'55'0,"110"35"-55"0,-67-45 55 15,39 7-56-15,35-16 0 16,49-12-2-16,29-13 1 15,38-10 2-15,25-11 1 16,22 2-3-16,20 3 1 16,32 0 1-16,15-2 1 15,20 2 0-15,39 0 0 16,29-2 0-16,38-10 1 16,18-1-1-16,21-5 0 15,25-10-1-15,14 3 1 16,10 4-2-16,-3 5 1 15,-3 4 0-15,-4 0 0 0,-11 9 0 16,-3 1 0-16,0-1 0 16,-4 3 1-16,-3 1 0 15,-11-1 0-15,-14-9 2 16,-21 9 0-16,-28 1-1 16,-33 8 1-16,-30 4-1 15,-37 10 1-15,-37 12-7 16,-33 6 0-16,-32 6-2 15,-34-6 1-15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17:51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6576 1081 97 0,'-7'0'48'0,"17"19"-44"16,-3-9 48-16,0 21-50 0,4 25 1 16,0 23 0-16,-11 27 0 15,3 58-4-15,-6 49 0 16,-8 19 2-16,-7 16 1 16,8-20-2-16,-8-27 1 15,8-13-3-15,10-28 0 16,0-31-7-16,7-35 1 15,-7-28-10-15,0-41 0 16,0-25 0-16,3-25 0 0</inkml:trace>
  <inkml:trace contextRef="#ctx0" brushRef="#br0" timeOffset="373.55">6286 2609 88 0,'-45'-10'44'0,"41"35"-45"16,11-25 74-16,25 3-70 15,17-3 0-15,22-9 1 16,21-16 0-16,24-16-6 16,15-22 0-16,6-12 4 15,18-9 0-15,-10-11-2 16,-14-24 1-16,-12 3-1 16,-13-6 0-16,-21 3 0 15,-14 3 1-15,-15 9-1 16,-21 7 0-16,-10 15 0 15,-7 19 1-15,-11 13 0 16,-7 9 0-16,-4 16 0 16,-3 9 0-16,-4 32 0 0,-3 49 1 15,0 29 0-15,-3 47 0 16,-1 41-1-16,7 28 0 16,8 0 0-16,-1-3 1 15,8-7-2-15,-1-21 0 16,8-26-4-16,-11-27 1 15,11-26-7-15,-11-31 1 16,7-35-1-16,-7-31 0 16</inkml:trace>
  <inkml:trace contextRef="#ctx0" brushRef="#br0" timeOffset="632.74">8259 1455 67 0,'38'-82'33'0,"12"-40"-9"15,-29 97 17-15,0 6-35 16,7 6 0-16,1 13 3 16,-5 32 1-16,1 18-12 15,-15 31 1-15,-10 45 7 16,-10 18 1-16,-8 22-3 16,-3 22 0-16,-4 1-2 15,1-29 0-15,-1-7-3 16,11-21 1-16,-4-22-5 15,8-23 0-15,-1-18-12 16,4-22 0-16,7-28 0 16,11-22 0-16</inkml:trace>
  <inkml:trace contextRef="#ctx0" brushRef="#br0" timeOffset="969.99">9017 2232 80 0,'39'-62'40'0,"31"-1"-40"0,-52 44 57 15,-4-3-53-15,0 3 0 16,-3 0 2-16,-4 10 0 0,-7 9-8 16,0 9 1-1,-18 17 4-15,-6 8 1 0,-1 13-2 16,4 22 0 0,7-6-1-16,14 0 0 0,17-10-1 15,11-9 1-15,11-16 0 16,11-19 1-16,6-15-1 15,0-16 1-15,-3-3 1 16,-7-13 0-16,-17 4-1 16,-19-4 0-16,-17-6-1 15,-14 0 0-15,-29 4-5 16,-2 8 1-16,-12-2-16 16,4 9 0-16,7-3 0 15,18-1 0-15</inkml:trace>
  <inkml:trace contextRef="#ctx0" brushRef="#br0" timeOffset="1320.92">9927 1492 89 0,'-53'-34'44'0,"36"-4"-44"0,17 32 68 16,-4-7-65-16,1 7 1 15,6-3-1-15,8 15 1 0,10 3-6 16,18 1 1-16,7 9 3 16,24 15 0-16,11 10-2 15,4 12 0-15,7 26 1 16,-1 15 0-16,-6 0 0 15,-22-9 0-15,-20 12 0 16,-29 13 1-16,-32-3 0 16,-38 6 1-16,-39 6-3 15,-32 4 0-15,-18 9-6 16,-17-19 0-16,-1 3-15 16,5-16 0-16,13-9-1 15,18-15 0-15</inkml:trace>
  <inkml:trace contextRef="#ctx0" brushRef="#br0" timeOffset="1875.77">6685 3857 80 0,'-17'-19'40'0,"6"0"-36"15,18 13 63-15,-3-4-64 16,6 7 0-16,11-3 2 15,15 6 1-15,31 3-7 16,17 3 0-16,33 1 5 16,34 2 0-16,26-9-1 15,45 3 0-15,14-6-1 0,25-6 0 16,15-7-1-16,-1-3 1 16,-11-9-2-16,-10-7 1 15,-28 1-1-15,-21-10 0 16,-32 10-1-16,-36 2 1 15,-38 7-7-15,-36 0 0 16,-41 6 0-16,-44 10 0 16</inkml:trace>
  <inkml:trace contextRef="#ctx0" brushRef="#br0" timeOffset="2203.39">6142 4412 103 0,'-60'-3'51'0,"60"-32"-54"15,14 26 59-15,18-16-56 16,38 6 0-16,22-9 0 16,32-4 1-16,31-2-2 15,21 2 1-15,43-8 0 16,0-4 1-16,35 6-1 15,7 4 1-15,14 12 0 16,0-7 1-16,-10 14 0 16,-22 5 0-16,-14 1 0 15,-31 9 0-15,-29 0-1 16,-31 0 0-16,-29 9-3 16,-28-9 0-16,-21 10-10 0,-21-4 0 15,-18 10-1-15,-17-4 1 16</inkml:trace>
  <inkml:trace contextRef="#ctx0" brushRef="#br0" timeOffset="2549.81">12347 2170 110 0,'-21'-29'55'0,"32"20"-68"16,-4 9 81-16,14 3-69 15,14 3 1-15,11 7-1 16,7 3 0-16,7-7 1 15,10-6 0-15,12 3-1 16,2 1 0-16,4-7-1 16,4 0 0-16,-4 0-6 15,-6 0 1-15,-8-7-13 16,-14 4 1-16,-15 3-1 16,-20 0 1-16</inkml:trace>
  <inkml:trace contextRef="#ctx0" brushRef="#br0" timeOffset="2761.18">12121 2784 88 0,'-45'13'44'0,"69"2"-50"0,-10-15 77 16,18-6-70-16,21 3 1 15,25-3-1-15,24-4 1 0,25-8-4 16,14-1 0-16,7-10-7 15,11-11 1-15,7-7-2 16,7-32 0 0</inkml:trace>
  <inkml:trace contextRef="#ctx0" brushRef="#br0" timeOffset="2986.03">14672 1458 86 0,'-14'-38'43'0,"14"19"-44"16,3 19 53-16,5 10-50 16,2 2 0-16,8 13 2 15,-1 19 0-15,5 16-4 16,-1 31 0-16,0 0 4 16,-11 12 0-16,-6 1-1 15,-4 18 1-15,-4 0-3 16,1-9 0-16,-1-6-11 0,1-13 1 15,-1-13-2-15,8-24 0 16</inkml:trace>
  <inkml:trace contextRef="#ctx0" brushRef="#br0" timeOffset="3212.23">15205 2276 96 0,'7'0'48'0,"39"-9"-48"0,-25 9 63 0,18-6-61 16,21 2 1-16,24 4 0 16,15 4 1-16,10-4-6 15,11 0 1-15,0-4 2 16,0-2 0-16,-7-3-6 16,-14-1 1-16,-14-5-12 15,-15-7 0-15,-17-10 0 16,-25-2 0-16</inkml:trace>
  <inkml:trace contextRef="#ctx0" brushRef="#br0" timeOffset="3435.91">15508 1715 82 0,'-49'-19'41'0,"38"19"-36"15,15 3 58-15,3 7-61 0,3 21 0 16,11 3 1-16,4 23 0 15,3 2-4-15,1 14 0 16,-1-1 3-16,-3 22 0 16,-1 3-1-16,-3-3 0 15,-6 6-2-15,-8-18 0 16,-7-4-9-16,0-12 1 16,0 0-1-16,-4-25 0 15</inkml:trace>
  <inkml:trace contextRef="#ctx0" brushRef="#br0" timeOffset="3765.95">16312 1492 100 0,'4'-37'50'0,"-18"-23"-57"15,17 57 69-15,1-3-62 16,7 12 1-16,3-6-1 16,10 9 1-16,19 10-2 15,13 0 1-15,8 15 0 16,10 13 1-16,3 16 0 16,11 22 0-16,-6 6 0 15,-12 6 1-15,-13-6 0 0,-26 0 1 16,-24 12-1-16,-24-9 1 15,-33-9-3-15,-24 0 0 16,-14-13-9-16,-14-9 0 16,-8-16-1-16,1-19 1 15</inkml:trace>
  <inkml:trace contextRef="#ctx0" brushRef="#br0" timeOffset="4123.24">14415 3110 106 0,'-60'-6'53'0,"60"3"-60"15,17 0 70-15,22-3-63 16,39 2 1-16,24-11-1 16,39 5 0-16,28 1-1 15,22-1 1-15,10 1 0 16,14-10 0-16,-7 4-1 16,-10-4 1-16,-8-9 0 15,-20 9 0-15,-15 3-7 16,-32-3 0-16,-24 7 0 15,-32-1 0-15</inkml:trace>
  <inkml:trace contextRef="#ctx0" brushRef="#br0" timeOffset="4401.47">14372 3546 96 0,'-102'-3'48'0,"67"16"-49"0,38-7 54 0,15-6-52 16,14-6 0-16,24-7 0 16,39 7 1-16,25-22-2 15,35-1 1-15,22-11 1 16,17 2 0-16,7-6 0 16,7 6 1-16,-7 1-1 15,-14 2 1-15,-18 10-2 16,-24 6 1-16,-25 10-3 15,-25-4 1-15,-21 7-13 16,-24 3 1-16,-33 0-1 16,-38-7 0-16</inkml:trace>
  <inkml:trace contextRef="#ctx0" brushRef="#br0" timeOffset="85890.99">1753 4901 86 0,'0'0'43'0,"-127"-10"-42"0,89 4 44 15,-26 3-45-15,-14 0 0 16,-3-3 1-16,4 6 0 16,-1-3-2-16,7 3 1 15,1 0 1-15,10 3 0 0,21 0-1 16,18 0 1-16,21 3-1 16,28 4 0-16,22-4 0 15,45 3 1-15,42-2 0 16,61 2 0-16,42 3 0 15,60 4 1-15,67-3-1 16,52 2 1-16,58-2-1 16,52-10 0-16,56-3-1 15,65-16 0-15,45-18 0 16,63-10 1-16,39-12 0 16,68-7 0-16,48-28 1 15,57 3 1-15,29 3 0 16,49 1 1-16,31 15 0 15,53-10 0-15,22-5-2 16,3-4 1-16,11 13-2 0,-4 15 0 16,-7 10-1-16,-21 28 0 15,-39 13 0-15,-28 2 1 16,-53 23 1-16,-35 12 0 16,-64 22 1-16,-60 7 0 15,-81 6 0-15,-66-13 0 16,-72 0 0-16,-74-9 0 15,-80-4-3-15,-100 4 0 16,-70-16-9-16,-81-3 1 16,-74-9-2-16,-85-10 1 15</inkml:trace>
  <inkml:trace contextRef="#ctx0" brushRef="#br0" timeOffset="86581.88">4703 7943 97 0,'-46'-73'48'0,"74"58"-47"16,-7 15 49-16,4 6-47 15,6 32 0-15,1 24 2 16,7 48 1-16,-11 59-7 15,-7 70 0-15,8 24 5 16,-19 19 0-16,-6-9-2 16,3-6 1-16,-4-38-2 15,4-25 0-15,-7-19-1 0,0-35 1 16,0-21-8-16,11-32 1 16,-7-31-17-16,10-38 1 15,7-47-1-15,0-40 1 16</inkml:trace>
  <inkml:trace contextRef="#ctx0" brushRef="#br0" timeOffset="86852.98">6555 7861 107 0,'0'9'53'0,"0"39"-74"0,3-23 100 0,4 15-78 15,-3 29 0-15,6 29 1 16,1 30 0-16,3 29-3 16,-3 34 1-16,-8 13 1 15,-3 16 1-15,7-14-1 16,-7-20 0-16,-7-8-2 16,4-30 0-16,-8-26-7 15,-7-31 1-15,-3-25-16 16,0-41 0-16,-4-31 0 15,-6-32 0-15</inkml:trace>
  <inkml:trace contextRef="#ctx0" brushRef="#br0" timeOffset="87246.36">5849 8165 112 0,'-60'0'56'0,"21"13"-82"0,39 2 109 16,0 7-83-16,7 16 0 15,14 22-1-15,8 24 0 16,6 13 0-16,11 7 0 16,7 12 0-16,3-13 0 15,8-8 0-15,24-8 1 0,0-18 0 16,0-12 1-16,4-20 0 15,-4-18 1-15,11-12 0 16,-4-23 1-16,1-25-1 16,-15-15 0-16,7-17-1 15,-21-11 1-15,-7-4-1 16,-11-3 1-16,-13 3-2 16,-15 10 1-16,-7-1-4 15,-7 7 1-15,-7 7-15 16,-4-1 0-16,1 0 0 15,-15-6 0-15</inkml:trace>
  <inkml:trace contextRef="#ctx0" brushRef="#br0" timeOffset="87571.58">7271 7704 114 0,'-18'-59'57'0,"57"40"-73"0,-25 13 90 15,14 2-75-15,15 1 0 16,20 3-1-16,8 7 1 16,6 8 1-16,15 14 1 0,3 14-2 15,0 36 1-15,4 15 1 16,-28 16 1-16,-4 24 0 15,-18 4 1-15,-17 7 0 16,-21 5 0-16,-29 13-1 16,-35-6 1-16,-25-3-2 15,-10-7 0-15,-14-15-5 16,-15-26 0-16,8-21-12 16,14-22 0-16,10-19 0 15,15-35 0-15</inkml:trace>
  <inkml:trace contextRef="#ctx0" brushRef="#br0" timeOffset="87825.86">9109 8444 114 0,'-32'35'57'0,"18"-20"-69"0,17-8 88 15,11 2-75-15,15 4 1 16,13-4-1-16,18-9 0 16,21-3-3-16,18-10 0 15,10-2-3-15,-3-7 1 16,0 0-8-16,-11 0 0 16,-7 9-12-16,-10 4 1 15,-29 6 0-15,-24 6 0 16</inkml:trace>
  <inkml:trace contextRef="#ctx0" brushRef="#br0" timeOffset="87975.02">8975 9200 106 0,'-43'25'53'0,"100"0"-75"0,-11-22 103 0,24-3-83 15,36-12 1-15,42-13-22 16,39-22 0-16,25-16 23 15,21-25 1-15</inkml:trace>
  <inkml:trace contextRef="#ctx0" brushRef="#br0" timeOffset="88272.96">12002 7087 107 0,'-32'-48'53'0,"-35"5"-59"0,53 36 76 16,3 4-70-16,7 9 0 15,1 13 0-15,10 22 0 16,7 12 0-16,4 35 0 16,10 12-1-16,-10 20 1 15,3 24-1-15,-4 16 1 16,-2 6-5-16,-1 13 1 15,-7-10-17-15,0-3 1 0,-11-12 0 16,-6-22 0-16</inkml:trace>
  <inkml:trace contextRef="#ctx0" brushRef="#br0" timeOffset="88471.45">11024 9263 105 0,'-56'28'52'0,"77"-34"-68"15,-3 9 94-15,24-3-77 16,39-3 1-16,39-4 0 16,53-8 0-16,24-10-4 15,33-10 1-15,6-2 0 16,8-10 1-16,-8-1-4 16,-17 8 1-16,-15 11-10 0,-34 11 1 15,-36 8 0-15,-43 13 1 16</inkml:trace>
  <inkml:trace contextRef="#ctx0" brushRef="#br0" timeOffset="88751.25">11045 9645 119 0,'-21'-6'59'0,"81"-3"-76"0,-14 6 92 0,39-13-75 16,42-6 1-16,42-6-3 16,32-7 0-16,21 1 1 15,-6-1 0-15,-8 1-2 16,-21 9 0-16,-28 9-6 16,-32 3 0-16,-29 13-17 15,-34 13 1-15,-39 9 0 16,-40 3 1-16</inkml:trace>
  <inkml:trace contextRef="#ctx0" brushRef="#br0" timeOffset="89049.31">11398 9793 112 0,'-14'-3'56'0,"4"-4"-86"0,10 7 114 15,7 3-85-15,3 7 1 16,4 9-1-16,7 21 1 16,1 14 0-16,-5 37 0 15,-6 22 0-15,-1 46 0 16,-6 5 0-16,-8 5 1 16,-3 3 0-16,-7-9 0 15,-14-9 0-15,-25 0 0 16,-24 18-1-16,-8-18 1 15,0-29-1-15,-10-31 0 0,-4-25-2 16,0-31 0-16,15-22-8 16,13-48 0-16,15-30 1 15,20-26 0-15</inkml:trace>
  <inkml:trace contextRef="#ctx0" brushRef="#br0" timeOffset="89598.83">12767 10156 113 0,'-42'48'56'0,"-32"17"-69"15,52-49 78-15,-9-3-66 0,-19-1 0 16,-3-2-1-1,0-10 0-15,-7-7 2 0,8-8 0 16,-1-4-1-16,10-13 0 16,19-8 0-16,10-7 0 15,21-10 1-15,21-2 1 16,28 2 0-16,18 1 0 16,18 2 0-16,14 10 0 15,3 10 0-15,1 18 0 16,-12 13-1-16,-13 16 0 15,-25 18-1-15,-18 13 1 16,-20 6-1-16,-22 16 1 0,-25 9-1 16,-25 4 1-16,-20-4 0 15,-22 6 0-15,-17-2-1 16,-11-1 1-16,-4 4-1 16,1-7 1-16,10-9-1 15,11-10 0-15,21-18 0 16,17-7 0-16,22-9 1 15,28-6 0-15,17-7 0 16,22-6 1-16,24 1 0 16,22-1 1-16,24 6-1 15,11 7 1-15,17 12-1 16,4 13 1-16,4 6-1 16,-8 3 1-16,1-3-10 15,-8 3 0-15,-3-6 0 0,-7-16 0 16</inkml:trace>
  <inkml:trace contextRef="#ctx0" brushRef="#br0" timeOffset="90115.82">15064 6318 104 0,'-71'-178'52'0,"-17"49"-58"15,63 94 63-15,-7 4-57 16,-6 0 0-16,-8 3-1 15,3 9 1-15,1 6 0 16,3 19 0-16,4 16 0 16,10-6 0-16,1 78 1 15,2 35 1-15,1 49 0 16,7 45 1 0,11 225 0-1,3-77 0-15,0-36 0 16,0-50 1-16,-7-24-2 15,-4-17 1-15,-3-21-1 16,-4-26 1-16,4-12-1 0,0-21 0 16,11-23-1-1,3-19 1-15,14-15-1 0,7-23 0 16,11-15-1-16,13-15 1 16,15-14-4-16,14-21 1 15,18-25-11-15,14-16 1 16,7-28 0-16,0-29 0 15</inkml:trace>
  <inkml:trace contextRef="#ctx0" brushRef="#br0" timeOffset="90349.51">15543 7582 113 0,'-56'-56'56'0,"17"24"-64"15,36 29 76-15,-1 6-69 16,-3 7 1-16,4 12 0 16,-1 9 0-16,-3 22 0 15,3 29 0-15,1 24 0 16,-1 17 0-16,4 27 0 16,0 1 1-16,0-1-3 15,0-9 0-15,4-3-10 16,3-22 1-16,4-22-1 15,3-31 0-15</inkml:trace>
  <inkml:trace contextRef="#ctx0" brushRef="#br0" timeOffset="90748.87">15956 7817 112 0,'-28'-31'56'0,"3"3"-66"0,22 28 80 16,-1 0-70-16,1 6 0 15,-4 13-1-15,0 21 0 0,-1 14 0 16,-2 8 1-16,-1 7-1 16,8 10 1-16,3 9-1 15,7 6 0-15,7-6 1 16,14-7 1-16,7-9 0 15,4-12 1-15,7-16-1 16,0-10 1-16,7-15-1 16,0-6 1-16,-7-13-1 15,-11-16 1-15,-14-19-2 16,-10-15 0-16,-18-13-1 16,-18-9 1-16,-14 0-1 15,-10-9 0-15,-4 2-7 16,0-2 0-16,4 9-19 15,10-1 1-15,11 11 0 16,3-1 1-16</inkml:trace>
  <inkml:trace contextRef="#ctx0" brushRef="#br0" timeOffset="116262.96">16591 7955 98 0,'-10'-9'49'0,"20"12"-43"16,-6-13 50-16,-1 4-55 15,1 0 1-15,-4 6 0 16,0 9 0-16,-4 10-3 16,1 9 0-16,-1 13 1 0,-3 19 1 15,0-1-1-15,4 4 0 16,6 6 0-16,8 0 1 15,10-9-1 1,11-13 1-16,13-13 0 0,8-15 0 16,7-16 0-16,0-22 0 15,0-12 0-15,0-4 0 16,-10-5-1-16,-15-1 1 16,-10 0 1-16,-18 0 0 15,-11 1 0-15,-10-4 1 16,-14 3-1-16,-11 3 0 0,-18 13-6 15,-10 16 1-15,-3 9-22 16,-4 15 0-16,-4 11 0 16,15-8 0-16</inkml:trace>
  <inkml:trace contextRef="#ctx0" brushRef="#br0" timeOffset="116685.3">17124 7529 120 0,'-32'22'60'0,"53"6"-88"0,-3-22 115 16,10 7-87-16,14 5 0 16,22 8-3-16,7 8 0 15,3 13 3-15,10 16 0 16,-6 12-1-16,-8 13 1 15,-10 12 0-15,-17 7 1 0,-26 9 1 16,-20 3 0-16,-22-6 0 16,-17-6 0-16,-11 5-7 15,-21-11 1-15,0-23-21 16,0-15 0-16,17-19 0 16,15-22 0-16</inkml:trace>
  <inkml:trace contextRef="#ctx0" brushRef="#br0" timeOffset="117036.03">18549 8322 118 0,'-25'28'59'0,"71"-6"-86"0,-21-19 113 16,17-6-88-16,29-6 0 15,28-1-1-15,10-12 0 16,11-3 2-16,10 0 1 0,-10-3-8 15,-17 0 0-15,-15 0-6 16,-25 3 1-16,-17-1-12 16,-21-2 0-16,-18-3 1 15,-28 3 0-15</inkml:trace>
  <inkml:trace contextRef="#ctx0" brushRef="#br0" timeOffset="117261.91">18937 7811 98 0,'-49'0'49'0,"21"16"-70"16,28-10 102-16,7 3-79 16,3 10 0-16,8 9 1 15,14 16 1-15,10 13-3 16,0 15 0-16,1 3 3 16,2 13 0-16,-2 9-1 15,-4 0 0-15,-8-6-4 16,-3-6 0-16,1-4-9 15,-5-15 0-15,1-12-17 0,-4-17 0 16,0-15 0-16,-3-22 0 16</inkml:trace>
  <inkml:trace contextRef="#ctx0" brushRef="#br0" timeOffset="117529.63">20345 7403 119 0,'17'-12'59'0,"-31"5"-89"0,14 11 123 0,4 14-93 16,3 14 0-16,3 18-1 16,1 13 1-16,3 28 0 15,4 25 1-15,-1 12-1 16,8 7 1-16,-4 9-1 15,0-9 0-15,-3-13-3 16,3-15 0-16,4-19-12 16,3-16 0-16,4-19 0 15,0-28 0-15</inkml:trace>
  <inkml:trace contextRef="#ctx0" brushRef="#br0" timeOffset="118096.19">21198 7786 105 0,'-17'-6'52'0,"17"-20"-55"16,3 17 74-16,11-4-68 15,1 4 1-15,2 3 0 16,1 6 1-16,-1 9-7 15,1 16 1-15,0 16 3 0,-1 16 1 16,1 12-2 0,0 12 0-16,3 10-1 0,-4 0 1 15,5 6-2-15,-5-3 1 16,8-15-4-16,-11-17 1 16,0-12-5-16,-3-6 0 15,-1-9-12-15,-6-10 0 16,-4-12 0-16,3-7 1 15</inkml:trace>
  <inkml:trace contextRef="#ctx0" brushRef="#br0" timeOffset="118482.03">22214 7817 112 0,'-35'-6'56'0,"-4"9"-75"16,29-3 96-16,-4 3-78 15,0 7 1-15,-1 2-1 16,1 10 0-16,0 9 1 16,0 10 0-16,0 6-1 15,7 0 1-15,3 10-1 16,11-4 1-16,8 0 0 15,13-3 1-15,14-2-1 16,15-11 1-16,10-5 0 0,0-17 0 16,-4-9-1-16,-3-12 1 15,0-3 0-15,-11-4 1 16,-10-15-1-16,-11 0 0 16,-13-7-1-16,-15-2 1 15,-7-7-3-15,-15 0 0 16,-9-6-9-16,-8 0 1 15,-7 6-1-15,-3 0 1 16</inkml:trace>
  <inkml:trace contextRef="#ctx0" brushRef="#br0" timeOffset="118836.08">22634 7488 106 0,'-39'-6'53'0,"8"18"-59"16,24-12 68-16,-4 0-62 15,4 3 0-15,3 4 0 16,15 2 1-16,7 0 0 16,10 1 0-16,11 5 1 15,21 7 1-15,7 4-1 16,7 8 1-16,0 4-1 15,3 9 1-15,-2 12-1 0,-8 4 0 32,-22 47-1-17,-20-10 0-15,-18-9-1 0,-17-6 1 16,-8-13-5-16,-10-3 0 16,-4-25-13-16,0-13 0 15,0-12 0-15,8-13 0 16</inkml:trace>
  <inkml:trace contextRef="#ctx0" brushRef="#br0" timeOffset="119505.46">23629 6099 103 0,'-7'-57'51'0,"49"51"-63"0,-24 6 77 16,10 9-66-16,11 1 1 16,10 6-1-16,8 15 1 15,3 13 0-15,3 9 1 0,-3 10-1 16,-7 12 0-16,-7 22 0 16,-7 35 1-16,-11 6 0 15,-7 25 0-15,0 3-1 16,1 10 1-16,-1 6-1 15,0 0 1-15,0-4-1 16,0-11 0-16,-7-4 0 16,-3-16 0-16,-8-3 0 15,-3-9 1-15,-10 0 1 16,-8-16 0-16,-3-6 2 16,-18-6 0-16,-10-10-1 15,-15-6 1-15,-13-4-1 16,-11-14 0-16,-1-11-6 15,5-18 1-15,-1-22-21 16,0-19 0-16,8-25-1 16,10-18 1-16</inkml:trace>
  <inkml:trace contextRef="#ctx0" brushRef="#br0" timeOffset="131244.35">2512 12929 81 0,'-67'21'40'0,"-4"-24"-39"0,54 0 41 0,2 0-42 15,5-3 1-15,-8-4 0 16,11-5 0-16,4-4-1 15,3-3 1-15,0 0 1 16,10 0 0-16,8-3 0 16,-4 3 0-16,14 3 0 15,15 0 1-15,2 4-1 16,5 2 1-16,10-6-1 16,10 4 1-16,18-4-1 15,15-3 0-15,13-3-1 16,15 0 1-16,17-4-2 15,11 4 1-15,3-12-1 16,25 21 1-16,-4-12-2 16,8 3 1-16,6 3 0 15,1 0 0-15,14 3 0 16,3-6 0-16,7 0 0 16,7-3 0-16,22-4 0 15,-4 1 0-15,10-4 0 0,15 4 0 16,-7 0 0-16,6 9 0 15,4-3 0-15,4 6 0 16,3-3 0-16,-3 3 0 16,3 3 0-16,-7-5 0 15,8-5 0-15,-12 8 0 16,11-1 0-16,-10-13 1 16,14 1-1-16,-15 0 0 15,19 2 0-15,-19 1 1 0,12 0-1 16,-12 6 1-16,15 3-1 15,-14 0 0-15,3-2 0 16,-7 2 0-16,4-3 0 16,-1 0 0-16,4 0 1 15,-7 3 0-15,4 0 0 16,-4 4 0-16,4-1 0 16,0 6 1-16,3 4-1 15,-7 0 1-15,14 0-2 16,-7 3 1-16,18-1-1 15,-14-2 1-15,10 0-1 16,-3-7 0-16,6 1 0 16,1-4 0-16,-3 0 0 15,6-6 1-15,-3 10-1 16,3-7 0-16,7 0 0 0,4 4 1 16,4-1-1-1,6 6 0-15,4 1 0 16,4 0 0-16,-4-1 0 0,-7 4 0 15,-4 0 0-15,-10 3 0 16,-3 3-1-16,-22 0 1 16,3 3 0-16,-20 3 1 15,3-6-1-15,-7 6 0 16,0 1 0-16,0 2 1 0,-4-3 0 16,-3 4 0-16,-3-4-1 15,-4-3 0-15,-11 3 0 16,-17 1 1-16,-8 8-1 15,-24-12 1-15,-18 7-1 16,-10-1 1-16,-14-3 0 16,-11 1 0-16,-14-1 0 15,-8 0 1-15,-16-6-2 16,-8-3 1-16,-11-3 0 16,-6 0 0-16,-8-4 0 15,-3-2 0-15,-3-4 0 16,-8-6 0-16,-7 0-1 15,-3-6 1-15,-4 0-1 16,-3-10 1-16,-7-9-1 16,-4-9 0-16,-4-17 1 15,-3-11 0-15,-10-10 0 16,-4-7 0-16,-4-21 0 16,1-13 0-16,-5-3-1 15,5-19 1-15,-4-15-1 0,3-4 1 16,-3-18-1-16,7-4 0 15,0 4 0-15,0-19 1 16,0 9-1-16,-7 0 0 16,3 3 0-16,1 4 0 15,-8-1 0-15,4-2 0 16,3 5 0-16,-3-9 0 16,0 4 0-16,0 11 0 0,-11-8 0 15,8 3 0-15,-1 12 0 16,0 3 0-16,-3 6 0 15,7 17 0 1,-4 8 0-16,1 10 0 0,-4 3 0 16,-1 16 0-16,5 10 0 15,-1 14 0-15,0 11-1 16,4 5 1-16,0 7 0 16,0 3 0-16,-7 3 0 15,-7 7 0-15,-8-4-1 16,-6 16 1-16,-11 9 0 15,-14 7 0-15,-3 0 0 16,-12 9 0-16,-6 6-1 16,-10 7 1-16,-12-1 0 15,-13 4 0-15,-4 3 0 16,-14 0 0-16,-18 0-1 16,-7 3 1-16,-17-4 0 15,-22 1 0-15,-10 0 0 0,-22 0 0 16,-6 3 0-16,-22 0 0 15,-6 0-1-15,-11-6 1 16,-8 3 0-16,-10 3 0 16,-10 0 0-16,-18 0 0 15,-14 9 0-15,-11-9 0 16,-14 6 0-16,-10 7 1 16,-15 3-1-16,-14-7 0 15,1 10 0-15,-5-7 0 0,-2 4 0 16,-8-13 0-16,4 0-1 15,6 7 1-15,5-10 0 16,-12-7 1-16,1 7-1 16,3 7 0-16,-3 5 0 15,-7-2 0-15,-1 5 0 16,12 4 0-16,-5 6-1 16,-6-6 1-16,0 6-1 15,20-3 1-15,1-3-1 16,4 3 1-16,17-10-1 15,-4 4 1-15,1 3-1 16,-1 3 0-16,11 3 1 16,-7 0 0-16,7 6-1 15,14 10 0-15,1 6 0 16,20 0 0-16,0 7 0 16,11-14 1-16,21 4-1 15,0-9 0-15,18 2 1 16,17-12 0-16,-3-3-1 0,21-3 1 15,-7 3 0-15,18-3 0 16,-8 0 0-16,22-7 0 16,7-5 0-16,7 2 0 15,13-9 0-15,15-6 0 16,8 3 0-16,16-4 1 16,19-5-1-16,20 2 0 15,4 4 0-15,4-3 0 16,6 2 0-16,12 4 0 0,13 3 0 15,7 0 0-15,11 3 0 16,14 7 1-16,4-1-1 16,10 16 0-16,0 7 0 15,8 12 0-15,-1 21-1 16,4 17 1-16,-4 12 0 16,4 9 0-16,-4 29 0 15,-7 0 0-15,0 3 0 16,11 12 0-16,-4 7 0 15,11 6 0-15,-3 0-1 16,9 3 1-16,-6 6 0 16,-3-3 0-16,9 13 0 15,-2 3 0-15,-4 6 0 16,10 3 1-16,0 1-1 16,4 8 0-16,7-2 0 15,0-10 0-15,7 9 0 16,4-8 0-16,0-14 0 0,-1 7 0 15,-3-6 0-15,-3 2 1 16,-8-5-1-16,-3-1 0 16,-3-5 0-16,-1-1 0 15,-7 6 0-15,8-12 0 16,-11-6 0-16,3-7 0 16,7-3 0-16,8-12 1 15,-4-6-1-15,-4-20 1 16,1-12-1-16,10-6 1 0,-7-10-1 15,3-2 0-15,4-7 0 16,0 0 0-16,4-13 0 16,3-3 0-16,-4-9-1 15,4-6 1-15,4-3 0 16,-1-1 0-16,8-12 0 16,-7 6 0-16,10-6-1 15,-4-3 1-15,5-3 0 16,-1-4 0-16,18 4 0 15,-1-7 0-15,1-2 0 16,-3-1 1-16,2 0-1 16,1-3 0-16,7-3 0 15,-4 0 0-15,1-3 0 16,6 3 0-16,7-6 0 16,4 0 0-16,11-4 0 15,-11-2 0-15,7 2-1 16,-7-6 1-16,3-2 0 15,8-4 1-15,17 3-1 0,0-3 1 16,1 0-1-16,-8-6 0 16,7 12 0-16,4 0 1 15,6 4-1-15,1 2 0 16,-7 7-1-16,-4-9 1 16,4 6 0-16,10-10 1 15,11-3-2-15,-7-3 1 16,0 0-1-16,7-3 1 15,14 3 0-15,0 0 0 16,63 0 0 0,-21 13 1-16,-17-4-2 15,-7 10 1-15,6-3-1 16,-2 0 1-16,-8-7 1 16,7 4 0-16,11-7-2 15,-8 3 0-15,1-2 2 16,3-1 0-16,15 7-1 15,-15-4 0-15,0 1 0 16,18 5 0-16,-14 1 1 16,-1 6 0-16,12 0-2 15,-4 3 0-15,-8-6 1 16,12 3 0-16,-1 0-1 16,0-3 0-16,11 0 0 15,-3 3 0-15,-5-3 1 16,8-4 0-16,4 4 0 15,-8 0 0-15,-6 0 0 0,17 3 0 16,-8 0 0-16,-2 0 0 16,10 0-1-16,-4-3 1 15,-3 0 0-15,14-1 0 16,-3 1 0-16,-4-3 1 16,10 0-2-16,-6-4 1 15,10-2 0-15,-4-1 0 16,-10 1 0-16,7-4 0 15,-7 4 0-15,-7-7 0 0,14 9 0 16,-7-2 0-16,4-7 1 16,10 6 1-16,-7-2-1 15,14-4 0-15,4 0 0 16,-1-3 0-16,12 3-1 16,-12-3 0-16,8 0-1 15,0 4 0-15,-1 2 1 16,1-3 0-16,-7 3 0 15,10 4 0-15,0-1 1 16,8 1 1-16,2-1-3 16,5-6 1-16,3 4-1 15,0 2 0-15,3-2 0 16,0-1 0-16,1 3 0 16,3 4 0-16,-11-4 1 15,8 7 0-15,-8 0 1 16,7 0 0-16,-6-4 0 15,13 1 0-15,1-4 0 0,10 1 1 16,0-1-1-16,3-6 0 16,-3 1-2-16,0 8 0 15,-3-2-1-15,-8 5 1 16,-13 4 0-16,-8-3 0 16,-7 12 0-16,-3-9 0 15,-7 3 1-15,-8 0 1 16,1 3 0-16,-7-3 1 15,-1 0-2-15,-6 0 0 16,-8 3 0-16,-7 10 0 0,-3-7-1 16,-10 4 0-16,-5-1-1 15,-13 3 1-15,-4 1 1 16,-3 0 0-16,-8-7-1 16,-6 3 1-16,-1-2 0 15,-3-1 0-15,0 0 0 16,-14 0 0-16,-7 1 0 15,-8-4 1-15,-6 0-2 16,-7 0 1-16,-11 0-1 16,-4 0 1-16,-10 0 0 15,-4-3 0-15,1-3 0 16,-1 0 0-16,4-3 0 16,7 0 1-16,4-1-1 15,3-2 1-15,0 3-1 16,-4-4 0-16,-3 1 0 15,-3-7 0-15,-8 0 0 16,-10 1 0-16,-4-1 0 16,-3-9 0-16,-7 0 1 0,-8-6 0 15,-3 2 0-15,-3-5 1 16,-1 3-2-16,-3-7 0 16,1-3 1-16,-5-3 0 15,1 0-1-15,-8-12 1 16,4-1-1-16,-3-8 0 15,-1-1 1-15,0-10 0 16,1-8-1-16,-8-4 0 0,4-6 0 16,0-16 1-16,0 4-1 15,0-4 0-15,4-13 0 16,-4-5 0-16,0-4 0 16,3 1 0-16,0-14 0 15,1-2 0-15,-1-4 0 16,1 4 0-16,-1-10 0 15,-3 4 0-15,0-4 0 16,7-6 1-16,-7 0-1 16,4 3 0-16,-1 6 0 15,1-9 1-15,-1 0-1 16,-7 12 0-16,-3-15 0 16,-3 13 0-16,-1 2-1 15,-7 4 1-15,1-7 0 16,3 10 0-16,-4 6-1 15,7 3 1-15,1-9 0 16,-1 15 1-16,0-3-1 0,4 13 0 16,-3 3-1-16,-1 6 1 15,-7 13 0-15,-3-3 0 16,0 22-1-16,-11 5 1 16,-3 8-1-16,-8-1 1 15,-10 12-1-15,4 4 0 16,-4 9 0-16,-4-9 1 15,1 6-1-15,-4-6 1 16,-4 3-1-16,-10 6 1 16,-4-2 0-16,-10 5 1 0,-7 13-1 15,-7-7 0-15,-22 10 0 16,-3 7 0-16,-11 2 0 16,-13-2 0-16,-12 5-1 15,-6 1 0-15,-15 2 0 16,-6 4 1-16,-11-6-1 15,-11 3 1-15,-10-4 0 16,-11 4 0-16,-14-3 0 16,-4 2 0-16,-13 1 0 15,-8 6 0-15,-7 0 0 16,-10 0 0-16,-18 3 0 16,-7 7 0-16,-7 2-1 15,-14-2 1-15,6-1 0 16,-16 0 1-16,-12 1-1 15,-3-7 0-15,-7 6 0 16,-7-6 0-16,0 1 0 16,0 5 0-16,-7 0 0 15,-7-2 0-15,4 5 0 0,-1 4 0 16,-10 3 0-16,0 0 0 16,-4 9 0-16,4 3 0 15,-7-6-1-15,14 3 1 16,-1 10 0-16,-9-7 0 15,-4 4-1-15,6-1 1 16,12 10-1-16,-11-3 1 16,3 0 0-16,14 3 0 15,4 9 0-15,11-3 0 0,14 7 0 16,-8-7 1-16,26-6-1 16,-1 0 0-16,0-7 0 15,29-5 0-15,3-4 0 16,11-6 0-16,6-3-1 15,15 6 1-15,11-10 0 16,-1-2 0-16,15 3 0 16,-1-10 0-16,22 0 0 15,-8 0 0-15,26-2 0 16,3-1 0-16,-4-13 0 16,14 4 0-16,11-3 0 15,-7-1 0-15,18 1-1 16,10-1 1-16,11-2-1 15,0-1 1-15,14-2 0 16,10 2 0-16,11-3 0 16,11 1 0-16,-11-1 0 15,14 0 0-15,14 7 0 16,4 0 1-16,18 2-2 0,10-2 1 16,0 3 0-16,17 6 0 15,-6 6-1-15,10-6 1 16,-7 9 0-16,11 7 0 15,-11 6-1-15,4 9 1 16,3 7-1-16,0 6 1 16,7 9 0-16,-6 16 0 15,6 6 0-15,4 4 0 0,-1 2-1 16,8 7 1-16,11 16 0 16,-1 2 0-16,11-2 0 15,4 2 0-15,6 7 0 16,8 6 0-16,-1 0 0 15,5 4 0-15,6 2 0 16,4 13 0-16,-11 0 0 16,7-3 0-16,-7 6 0 15,7 0 0-15,-6 7 0 16,-1-7 0-16,0 9-1 16,4-2 1-16,-15-4 0 15,11-3 0-15,-10 13-1 16,-4-10 1-16,-7-3 0 15,0-3 0-15,0 6 0 16,-7-3 0-16,7-6 0 16,-7-3 0-16,7 3 0 15,7-7 0-15,-7-5 0 16,0-1 0-16,0-3 0 16,7-6 0-16,-7 12 0 0,0-12 0 15,0 10 0-15,0-4 0 16,0 0 0-16,0 3 0 15,0-18 0-15,0-7 0 16,0 0 0-16,0-9 0 16,0 3 0-16,0 3 1 15,0-13-1-15,0 1 0 16,-7-4 0-16,7 4 0 16,0-7 0-16,0 3 0 0,0-12-1 15,7 3 1-15,-7-15-2 16,11-4 0-16,-1-9-5 15,4-1 1-15,11 1-1 16,0 3 1-16</inkml:trace>
  <inkml:trace contextRef="#ctx0" brushRef="#br0" timeOffset="135689.18">16933 8996 40 0,'0'22'20'0,"4"0"-18"16,-1-19 21-16,-3 0-21 15,0 4 1-15,0-1 3 16,0-6 0-16,0 3-6 16,0-3 0-16,0 0 6 15,0 0 1-15,0 0-1 16,0 0 1-16,4-9-2 15,3-4 1-15,4-3-1 0,3 1 0 16,0-4-2 0,3-6 1-16,5-3-2 0,-1-4 0 15,3 4-1-15,1 0 0 16,0 3 0-16,-4 0 0 16,-3 3-1-16,-4 3 0 15,-4 6 0-15,-6 7 1 16,-8 6-1-16,-6 6 0 15,-8 7 0-15,-3 6 1 16,-7 3-1-16,-4 6 0 0,-3 3 0 16,-4 1 0-16,7 5 0 15,-10-2 0-15,3-4 0 16,11-6 0-16,3-3 0 16,7-6 0-16,8-7 0 15,10 1 0-15,10-10 0 16,8-10 0-16,7-5 0 15,7-7 1-15,6-7-1 16,-2 1 0-16,2-3 0 16,5-4 1-16,-4 4-1 15,-4 6 0-15,-7 0 0 16,-3 6 0-16,-8 6 0 16,-6 7 0-16,-11 9-1 15,-7 7 1-15,-4-1-1 16,-6 4 1-16,-1 2 0 15,-3 4 0-15,-4 3-1 16,-3 0 1-16,0 16 0 16,3-13 0-16,0 3 0 0,1 0 1 15,6-3-1-15,4-12 0 16,7-4 0-16,3-9 0 16,4 0 0-16,7-12 1 15,11-7-1-15,0-3 1 16,3 0-1-16,0-3 0 15,4 0 0-15,-4 3 1 16,0 3-1-16,0 3 1 16,-3 1-1-16,-4 8 1 0,-3-2-1 15,-8 6 0-15,-3 6 0 16,-7 3 0-16,-7 7 0 16,-4 9 0-16,-3 9-1 15,-4 10 1-15,-3-7 0 16,3-2 0-16,4-4 0 15,7-6 0-15,4-6 0 16,3-10 1-16,7-6-1 16,7-10 0-16,7-12 0 15,3-3 0-15,5-3 0 16,2 0 0-16,4-3 0 16,1 6 0-16,-1-4 0 15,-3 4 0-15,-4 6 0 16,-7 4 0-16,-4 8 0 15,-6 11 1-15,-8-1-1 16,-6 3 0-16,-4 7 0 0,-4 5 0 16,0 1-1-16,1 3 1 15,-1 9 0-15,1-12 0 16,2 3-6-16,8-6 0 16,4-4 0-16,3-5 0 15</inkml:trace>
  <inkml:trace contextRef="#ctx0" brushRef="#br0" timeOffset="136942.45">22384 8642 74 0,'-4'-6'37'0,"-3"6"-36"0,7 3 38 16,0-6-39-16,4 6 1 16,-4-3-1-16,7-3 1 15,3 3-1-15,8-13 0 16,3 4 1-16,11-13 1 15,3-3 0-15,0 0 0 16,4-4 0-16,4 4 0 16,-5 3 0-16,1 3 1 15,-11 4-2-15,-3 5 0 16,-7 1 0-16,-8 9 0 0,-10 3-1 16,-10 7 1-16,-11 8-2 15,-8 4 1-15,-2 6 0 16,-5 4 0-16,-2-1-1 15,-1 1 1-15,0-4 0 16,-7 0 0-16,11-9 0 16,-4 0 1-16,11-4 0 15,3-2 0-15,14-4 0 16,4-9 0-16,14-6 0 16,8-3 0-16,2-4 0 15,4-3 0-15,4 1-1 16,7-7 0-16,-7-3 0 15,-4 9 0-15,-4 0 0 16,1 1 1-16,-4 5-1 16,-7 4 0-16,-7 6 0 0,0 6 0 31,-14 10 0-31,0 0 0 16,3-4 0-16,8-2 0 15,-1-4-1-15,11-6 1 16,4 0-1-16,7-10 1 15,-1-2 1-15,8-7 1 16,3 3-1-16,4-6 1 16,0 0-1-16,-1 0 1 15,1 1-2-15,3 2 0 16,-3 0-9-16,-7 0 1 0,-4 3-1 16,-7 4 1-1</inkml:trace>
  <inkml:trace contextRef="#ctx0" brushRef="#br0" timeOffset="144488.99">15946 9263 79 0,'-15'-7'39'0,"23"4"-39"0,-1 6 40 16,0-3-41-16,3 4 1 16,4-1 0-16,7-3 0 15,15-7 0-15,6-8 0 16,18-7 0-16,11 0 1 16,-1-6 0-16,1-7 1 15,-1 4 0-15,1 6 0 0,-15 6-1 16,-10 6 1-16,-7 4-1 15,-14 6 0-15,-8 9-2 16,-13 7 1-16,-15-1-1 16,-10 7 1-16,-7 3-2 15,-7-3 1-15,-8 0 0 16,1-1 0-16,-8-2 0 16,-2 0 1-16,9-4 0 15,8 1 0-15,7 3 0 16,10-4 1-16,8-6 0 15,17-6 0-15,3 0-1 16,8-9 1-16,7-7-1 16,6 1 0-16,1-4 0 15,-4 0 0-15,0 6 0 16,-10 1 0-16,-14 6 0 16,-11 9 0-16,-18 9-5 0,-14 7 0 15,-7-6 0-15,0-1 0 16</inkml:trace>
  <inkml:trace contextRef="#ctx0" brushRef="#br0" timeOffset="145419.6">15939 6789 49 0,'-22'-66'24'0,"5"16"-8"0,17 40 9 16,-7-2-24-16,-7-4 1 15,-1 0 2-15,-2 1 0 16,-11 5-5-16,-8 7 1 16,1 9 3-16,0 7 0 15,-4 3 1-15,-3 9 0 16,3 19-1-16,4-1 1 15,3 4 0-15,0 1 0 16,7 2-1-16,8-6 1 0,3-7-3 16,7 4 1-16,7-13-2 15,3-3 1-15,8-9-1 16,3-7 0-16,3-5 0 16,5-17 0-16,6-6 0 15,4-12 1-15,10-4-1 16,0-9 1-16,4 4 0 15,-7 2 0-15,-4 7 0 16,-7 9 0-16,-6 12-1 16,-5 4 1-16,-3 12-1 15,-7 7 1-15,-7-1-1 16,0 10 1-16,-3 0-1 16,-4 3 0-16,-4-3 0 15,1 3 1-15,-1 0-1 0,-3 10 0 16,-4-1 0-16,-3-2 0 15,3-1 0 1,8 1 0-16,6-1 0 0,8-3 0 16,6-3 0-16,5-6 0 15,2-10 0-15,4-5 0 16,-3-8 0-16,7-8 0 16,-4-7 0-16,4 3 0 15,-4-2 0-15,0-1 1 16,0-3-1-16,-3 6 0 15,-4 0 0-15,0 1 0 16,0-1-1-16,-3 7 1 16,-1-1-11-16,4 4 0 0,-3-3 0 15,3-4 1-15</inkml:trace>
  <inkml:trace contextRef="#ctx0" brushRef="#br0" timeOffset="145585.87">16291 7033 74 0,'-42'-6'37'0,"14"56"-42"16,24-28 49-16,4 3-54 16,0 13 0-16,4 15-13 15,-1 0 0-15,1-12 28 16,3 0 0-16</inkml:trace>
  <inkml:trace contextRef="#ctx0" brushRef="#br0" timeOffset="146394.99">16718 6707 76 0,'-21'-50'38'0,"3"22"-53"0,15 18 68 0,-8 10-54 16,-3 3 1-16,-7 7-1 15,-4 2 1-15,-6 10 0 16,-5 13 0-16,-3 6 0 15,8-7 0-15,6-3 0 16,4-5 1-16,7-5 0 16,10-8 0-16,4-13 0 15,14-6 0-15,11-13 0 16,-4 0 0-16,4-6-1 16,0 3 1-16,-4 3-1 15,0 0 1-15,-3 7 0 16,-4 6 0-16,-7 9 0 15,-4 12 1-15,-3 11 0 16,-3 8 0-16,-1 7-1 16,1 3 1-16,-4-4-2 0,0 4 1 15,-1-6-1-15,1 3 1 16,-3-7-1-16,-1 1 0 16,4 2 0-16,-3-5 0 15,-1 2 0-15,4 4 0 16,0-10 0-16,7-6 0 15,7-13 0-15,4-9 0 0,3-12 0 16,7-7 0-16,4 0 0 16,-1-3 1-16,1-6-1 15,-4 3 0-15,-3 0 1 16,-1 6 0-16,-6-3 1 16,-1 10 0-16,-2 2 0 15,-5 4 0-15,-3 6-1 16,0 3 1-16,0 3-1 15,-3 10 1-15,3 0-3 16,0 3 1-16,3-7 0 16,4 1 1-16,4-4-1 15,3 0 0-15,11-5 0 16,3-1 0 0,7-10 1-1,-7-2 0-15,-7-4-1 16,-3 4 1-16,-4-7 0 15,-7 1 0-15,7 5-5 16,-7-2 0-16,0 2-14 16,0-2 0-16,8-4-1 0,-8-12 1 15</inkml:trace>
  <inkml:trace contextRef="#ctx0" brushRef="#br0" timeOffset="147293.26">21086 6861 79 0,'-60'-60'39'0,"10"38"-52"0,40 16 67 16,-1 0-54-16,-3-1 0 16,-4 4 0-16,4 3 0 15,-7 7 0-15,0 8 0 0,-4 4 0 16,0 9 0-16,4 10-1 16,4-4 1-16,-1 1 0 15,7-7 0-15,8-6 0 16,6 0 1-16,8-6 0 15,3-13 0-15,14-6-1 16,1-10 1-16,2-3 0 16,1-6 0-16,0-6-1 15,0-6 1-15,-8 2 0 16,-3 7 0-16,-3 0 0 16,0 10 0-16,-4 2 0 15,0 7 1-15,-4 6-1 16,1 6 1-16,-7 7-2 15,-4 12 1-15,-7 12-1 16,-4-2 0-16,-7 6 0 16,-3 6 1-16,0-4-1 15,-4 1 0-15,4 0 0 0,3 3 0 16,8-9 0-16,3-10 1 16,7 0 0-16,10-15 1 15,1-7-1-15,3-9 1 16,7-6-1-16,4-4 1 15,3-6-1-15,0 0 1 16,4-6-2-16,3 0 0 16,-3 0 0-16,3-3 0 0,-3 6-7 15,-4 3 1-15,-3 0-1 16,0 1 1-16</inkml:trace>
  <inkml:trace contextRef="#ctx0" brushRef="#br0" timeOffset="147494.29">21805 7024 101 0,'-21'-19'50'0,"10"44"-60"16,11-16 69-16,0 17-73 15,7 11 1-15,4 17-28 16,0 11 0-16,-4-2 47 15,0-3 1-15</inkml:trace>
  <inkml:trace contextRef="#ctx0" brushRef="#br0" timeOffset="148254.53">22539 6531 96 0,'-42'-75'48'0,"-1"63"-72"0,26 12 94 0,-8 6-75 16,-7 6 1-16,-3 4-4 15,-4 9 0-15,0-3 10 16,4 6 0-16,3-6-6 16,8-3 1-16,6-6 2 15,7-4 1-15,8-6 2 16,6 4 1-16,12-4-1 16,2-6 1-16,4-4-1 15,11 1 0-15,3 0-2 16,1-4 1-16,-8-2-1 15,-3 6 1-15,-4-1-1 16,-4 10 0-16,-6 10 0 16,-11 3 1-16,-4 9 0 15,-3 19 1-15,-3 6-1 0,-4 6 1 16,7 1-1-16,3-1 1 16,4-15-1-16,4-7 0 15,-1-9-1-15,4-3 0 16,4-9 0-16,-1-7 0 15,1 0 0-15,3 1 1 16,0-10-1-16,14-1 0 16,1-2 0-16,-1-6 0 15,7-10 0-15,4-3 1 0,3-10-1 16,-6 4 0-16,-5 3 1 16,-6 6 0-16,-7 0 0 15,-8 22 0-15,-10 3 0 16,0 12 0-16,-7 4 0 15,4 3 0-15,-1 3-1 16,4 4 1-16,0-4-1 16,4 0 0-16,3-6 0 15,0-4 0-15,0-9 0 16,3-2 1-16,4-8 0 16,1-5 1-16,-5-7 0 15,1-6 0-15,-8-6 0 16,-3 3 0-16,-3 3-4 15,-4 7 1-15,-4-1-19 16,-3 10 1-16,0 9-2 16,0-10 1-16</inkml:trace>
  <inkml:trace contextRef="#ctx0" brushRef="#br0" timeOffset="166957.47">16147 9228 69 0,'3'-37'34'0,"-20"-39"-24"16,17 64 34-16,0-1-42 15,3-2 0-15,8 11 1 16,-1 11 0-16,1 18-4 16,-1 16 0-16,1 12 3 15,-4 16 1-15,-3 16 0 16,-1 12 0-16,1 0 0 16,6-6 0-16,-6-13 0 15,-1-6 0-15,1-6-1 16,3-12 0-16,-7-14-1 0,7-5 0 15,-7-10 0-15,-4-13 1 16,1-12-1-16,-1-9 0 16,1-19 0-16,-1-13 0 15,4-22 0-15,0-18 1 16,0 2-1-16,7 1 0 16,-7 9 0-16,4 9 1 15,-8 13-1-15,1 13 1 0,-4 12-1 16,0 13 1-16,0 12-1 15,3 12 0-15,1 20-1 16,-1 31 1-16,1 15-1 16,3 10 0-16,0 13-1 15,0 18 0-15,3-15-10 16,4-1 1-16,14-18-1 16,4-22 1-16</inkml:trace>
  <inkml:trace contextRef="#ctx0" brushRef="#br0" timeOffset="170058.72">21375 9304 82 0,'-11'-32'41'0,"8"13"-34"15,6 19 41-15,1 7-48 16,-1 8 1-16,4 14 1 15,0 27 1-15,-3 29-3 16,-4 12 1-16,-4 6 1 16,4 13 0-16,-3-9 0 15,3-13 0-15,0-16-4 16,3-12 0-16,1-12-1 16,3-17 1-16</inkml:trace>
  <inkml:trace contextRef="#ctx0" brushRef="#br0" timeOffset="185390.39">2840 14462 110 0,'-106'44'55'0,"64"12"-53"0,42-43 56 0,0 18-58 16,10 22 0-16,8 32 0 15,7 50 0-15,10 47 0 16,7 47 0-16,-3 15-1 16,10-2 0-16,-6-26-3 15,3-25 0-15,-15-34-7 16,-2-28 0-16,-8-41-14 15,0-35 1-15,-3-41 1 16,6-40 0-16</inkml:trace>
  <inkml:trace contextRef="#ctx0" brushRef="#br0" timeOffset="185592.21">4177 14634 119 0,'-7'10'59'0,"32"62"-89"0,-15-44 124 16,11 32-94-16,-3 37 1 16,14 19-1-16,-4 38 1 15,4 34-2-15,-4 16 1 16,11-7-1-16,-8-21 0 16,-9-35-4-16,-1-28 1 15,-4-29-9-15,-6-24 1 16,-4-32 0-16,-11-31 0 15</inkml:trace>
  <inkml:trace contextRef="#ctx0" brushRef="#br0" timeOffset="185907.3">3948 14829 111 0,'-39'44'55'0,"-39"37"-66"16,68-56 78-16,-1 10-68 16,11 15 1-16,18 10-1 15,-1 12 0-15,26 3 0 16,10-3 1-16,21-6-1 16,7-10 0-16,-7-9 1 15,3-21 0-15,5-14 1 16,-5-12 0-16,1-16 2 15,-18-9 0-15,0-6 0 16,-21-4 0-16,-8-12-4 0,-10-9 1 16,-3-7-14-16,-7 1 1 15,-1-7-2-15,-3 0 0 16</inkml:trace>
  <inkml:trace contextRef="#ctx0" brushRef="#br0" timeOffset="186195.04">4942 14296 111 0,'-49'28'55'0,"3"10"-67"0,43-26 82 0,6 7-71 16,11 6 1-16,11 6-1 15,21 13 1-15,17 16 0 16,26 15 1-16,-1 16-2 15,3 19 1-15,-2 18 0 16,-12 1 1-16,-27 6-1 16,-19-4 1-16,-27 4-1 15,-18-3 1-15,-32-16-3 16,-18-16 1-16,-13-24-14 16,3-23 1-16,7-34-1 15,17-29 0-15</inkml:trace>
  <inkml:trace contextRef="#ctx0" brushRef="#br0" timeOffset="186429.49">5916 15001 121 0,'-28'47'60'0,"70"10"-79"0,-14-35 99 15,11-7-81-15,14-5 0 16,25-7-10-16,10-12 1 16,-3-13 0-16,-1-10 0 0,4-5-6 15,-13-4 1-15</inkml:trace>
  <inkml:trace contextRef="#ctx0" brushRef="#br0" timeOffset="186567.36">5948 15754 109 0,'-78'106'54'0,"8"-11"-65"16,70-77 82-16,17 11-72 15,26-4 1-15,24-13-6 16,31-21 0-16,33-26-11 16,21-40 1-16,28-35-4 15,7-21 1-15</inkml:trace>
  <inkml:trace contextRef="#ctx0" brushRef="#br0" timeOffset="186794.75">7959 14277 101 0,'-18'-44'50'0,"-28"6"-60"0,39 29 84 16,0 9-73-16,4 3 0 15,3 13 0-15,0 9 1 16,3 16-3-16,4 21 0 15,0 17 1-15,7 9 1 16,0 6-2-16,8 15 1 0,2 11-5 16,1 5 0-1,0-6-11-15,-15 0 1 0,-6-3-1 16,-15-15 1-16</inkml:trace>
  <inkml:trace contextRef="#ctx0" brushRef="#br0" timeOffset="186961.3">7609 15732 73 0,'-45'-38'36'0,"16"35"-25"16,29 3 45-16,7 0-50 16,11 10 0-16,14-14 2 15,21-2 1-15,31-13-12 16,26-9 0-16,27-16 4 16,26-9 0-16,-5-13-24 15,12 0 1-15,-29 7-2 16,-7 21 1-16</inkml:trace>
  <inkml:trace contextRef="#ctx0" brushRef="#br0" timeOffset="187488.14">8206 16400 109 0,'-89'44'54'0,"-34"-76"-81"0,98 20 109 16,-3-20-82-16,0-11 0 0,3-8-2 15,11-5 1-15,7 3 1 16,7 6 0-16,7 0-1 16,7 9 1-16,18 7 0 15,7 2 0-15,-4 14 1 16,7 5 1-16,1 7 0 15,6 13 0-15,-10 12-1 16,0 12 1-16,-8 16-2 16,-9 19 1-16,-15 6-2 15,-22 13 1-15,-20 9-1 16,-32 4 0-16,-21-4 0 16,-14 6 0-16,-29-12-1 15,-6 0 1-15,6-6-1 16,8-7 0-16,6-18 0 15,22-13 1-15,17-9-1 16,25-16 1-16,25-16 0 16,25-16 1-16,17-8 1 15,32-7 0-15,31-4 0 16,29 7 1-16,28 7-1 0,21 12 1 16,8 9-1-16,6 13 0 15,-3 3-6-15,-18 9 0 16,-18-9-14-16,-10-10 0 15,-24-8 0-15,-26-26 0 16</inkml:trace>
  <inkml:trace contextRef="#ctx0" brushRef="#br0" timeOffset="187871.04">9437 13355 115 0,'-64'-66'57'0,"4"44"-80"16,50 16 105-16,-8 3-83 16,-3 12 0-16,-4 13-1 15,-3 16 1-15,-4 31 1 16,-3 37 1-16,-11 42-2 15,-7 52 0-15,4 61 2 16,-1 52 0-16,-2 32 1 16,13 3 0-16,3-9 0 15,15-41 1-15,14-44-1 16,11-41 0-16,17-53-2 16,14-35 1-16,18-46-5 15,21-42 1-15,11-40-14 0,7-31 0 16,3-29 0-16,7-37 0 15</inkml:trace>
  <inkml:trace contextRef="#ctx0" brushRef="#br0" timeOffset="188071.46">9514 14647 121 0,'-45'66'60'0,"-22"31"-79"15,59-59 98-15,5 21-80 16,6 13 1-16,22 10-4 16,3 6 1-16,8 9-1 15,-8 0 0-15,4 7-11 16,-1-10 0-16,-2-13 0 16,-12-9 1-16</inkml:trace>
  <inkml:trace contextRef="#ctx0" brushRef="#br0" timeOffset="188415.94">10086 14970 118 0,'-49'16'59'0,"3"12"-76"0,39-22 94 16,3 7-80-16,4 2 0 15,4 14-3-15,3 5 1 16,7 7 6-16,3 12 0 16,5-9-4-16,-1 3 1 15,0-12 2-15,4-4 0 16,3-12 3-16,-3-7 0 16,3-12 0-16,-4-12 1 15,-2-17-1-15,-5-14 1 0,-6-14-3 16,-8-9 1-16,-17 4-4 15,-10 8 0-15,-12 1-4 16,-6 9 1-16,-4 6-15 16,0 1 1-16,4-1 0 15,14 4 1-15</inkml:trace>
  <inkml:trace contextRef="#ctx0" brushRef="#br0" timeOffset="188725.47">10689 14744 108 0,'-10'10'54'0,"-1"33"-72"16,11-33 89-16,0 2-73 16,-4 10 1-16,1 10-2 15,-4 8 0-15,3 8 4 0,4 11 0 16,4-6-2-16,3 1 1 15,4-10 2-15,-1-7 0 16,15-5 2-16,-8-14 0 16,5-5 0-16,-1-16 1 15,0-13-2-15,-3-18 1 16,-8-13-4-16,-3-4 0 16,0-5-9-16,-7 0 0 0,0 2 0 15,-3-15 0-15</inkml:trace>
  <inkml:trace contextRef="#ctx0" brushRef="#br0" timeOffset="188955.09">10954 14415 114 0,'-4'6'57'0,"1"-12"-65"15,10 9 74-15,0 3-67 16,10 1 1-16,15 5-1 15,18 7 0-15,10 9 1 16,7 16 0-16,3 12-1 16,-3 23 1-16,-10 15 0 15,-12 22 0-15,-27 13 0 16,-21 5 1 0,-36 4-2-16,-14-15 0 0,-11-14-10 15,-6-33 1-15,-1-36-2 0,8-36 1 16</inkml:trace>
  <inkml:trace contextRef="#ctx0" brushRef="#br0" timeOffset="189205.9">11938 15011 125 0,'7'37'62'0,"14"-2"-79"0,4-29 94 0,14 3-80 16,21-9 1-16,17-6-13 16,4-13 1-16,-3-3 8 15,-7-3 0-15,-8 0-17 16,-13-3 1-16,-15 0 1 16,-11 0 0-16</inkml:trace>
  <inkml:trace contextRef="#ctx0" brushRef="#br0" timeOffset="189388.57">11931 14754 117 0,'-35'12'58'0,"28"41"-81"16,10-43 114-16,8 9-91 15,13 15 1-15,8 13-1 0,7 3 0 16,7 10-4-16,3 9 1 15,-3 3-18-15,0 10 0 16,-7 2-1-16,-4 1 1 16</inkml:trace>
  <inkml:trace contextRef="#ctx0" brushRef="#br0" timeOffset="189766.02">13264 14362 125 0,'-49'94'62'0,"3"69"-88"15,46-116 111-15,7 22-87 0,11 9 1 16,21 10-7-16,14-3 0 15,14 2 2-15,-4 1 1 16,1-3-20-16,-15-4 1 16,-10-12-1-16,-14-6 1 15</inkml:trace>
  <inkml:trace contextRef="#ctx0" brushRef="#br0" timeOffset="190110.96">13984 14754 125 0,'-35'37'62'0,"-50"4"-95"15,68-25 123 1,-1 2-97-16,0 8 1 0,8 8-10 15,6 4 1-15,11-1 17 16,11 7 1-16,10-6-9 16,7-1 1-16,11-8 5 15,-7-1 1-15,-4-6 6 16,-3-10 0-16,-4-5 1 16,-10-14 0-16,-4-5-3 15,-7-20 0-15,-7-15-8 0,-11-12 0 16,-6-13-19-16,-1-4 0 15,8-8-1-15,-4 12 1 16</inkml:trace>
  <inkml:trace contextRef="#ctx0" brushRef="#br0" timeOffset="190336.6">14605 14525 118 0,'-35'18'59'0,"17"23"-84"0,18-25 108 0,0 9-85 16,4 6 1-16,-1 7-2 15,4 15 1-15,-7 7 1 16,4 9 0-16,-4 6-8 16,0-6 0-16,0-3-14 15,7-6 1-15,-4-17-1 16,15-8 1-16</inkml:trace>
  <inkml:trace contextRef="#ctx0" brushRef="#br0" timeOffset="190621.77">15078 14380 123 0,'-46'7'61'0,"14"5"-93"16,32-6 122-16,7 1-91 0,11-1 1 16,7 10-1-16,10 12 1 15,7 19 0-15,-3 9 0 16,-7 20 0-16,-11 15 0 16,-14 18 0-16,-32 14 1 15,-17-7-1-15,-18 0 1 16,-4-13-4-16,4-18 0 15,0-26-9-15,15-18 1 16,16-28-1-16,19-32 1 0</inkml:trace>
  <inkml:trace contextRef="#ctx0" brushRef="#br0" timeOffset="190833.99">16133 15008 118 0,'-11'25'59'0,"29"0"-71"16,-1-19 83-16,15 3-74 15,10-5 0-15,15-11-7 16,6-8 0-16,4-7 5 16,4-10 0-16,-8-2-22 15,1 2 0-15,-22-2 1 16,-14-7 1-16</inkml:trace>
  <inkml:trace contextRef="#ctx0" brushRef="#br0" timeOffset="191044.23">16097 14537 101 0,'-28'-9'50'0,"25"3"-71"0,10 9 103 15,3 9-80-15,8 10 0 16,3 22 2-16,0 16 1 15,7 21-6-15,1 19 1 16,-1 13 3-16,0-3 0 0,0 0-6 16,0-7 1-16,1-9-12 15,9-21 1 1</inkml:trace>
  <inkml:trace contextRef="#ctx0" brushRef="#br0" timeOffset="191296.54">17448 14261 119 0,'-28'13'59'0,"-39"-1"-68"15,60 4 79-15,4 6-70 16,3 12 0-1,21 79 0 1,0 16 0-16,0 12-2 0,-3-9 1 16,3-13-5-1,-7-16 1-15,-3-12-14 0,-1-19 1 16,-3-25-1-16,-3-31 1 16</inkml:trace>
  <inkml:trace contextRef="#ctx0" brushRef="#br0" timeOffset="191558.76">17784 14575 122 0,'-18'19'61'0,"18"28"-84"0,7-29 106 0,4 11-85 15,6 8 0-15,4 7-5 16,1 10 0-16,-5 5 3 15,-3 4 1-15,0 0-13 16,0-13 0-16,1-10-11 16,2-5 0-16,-3-16 2 15,4-10 1-15</inkml:trace>
  <inkml:trace contextRef="#ctx0" brushRef="#br0" timeOffset="191877.41">18239 14763 112 0,'-25'9'56'0,"14"-5"-89"0,11-4 122 16,0 3-90-16,4 6 0 15,3 7-1-15,0 3 1 16,7 12 1-16,11 7 1 15,7 9-1-15,-1-4 1 16,8-2 0-16,-4-3 0 0,4-4 1 16,-7-15 1-16,0-9-1 15,-4-14 1-15,-7-11-2 16,-7-13 1-16,-10-16-5 16,-8-3 1-16,-21-4-7 15,-3-5 0-15,-11 6-10 16,-10 3 1-16,7 3 0 15,3 3 0-15</inkml:trace>
  <inkml:trace contextRef="#ctx0" brushRef="#br0" timeOffset="192122.17">18775 14192 112 0,'-11'3'56'0,"-24"22"-73"16,35-18 96-16,7 5-78 0,11 4 1 16,17 12-1-16,14 13 1 15,15 9-4-15,10 10 0 16,-4 12 3-16,-10 0 0 16,-10 13-1-16,-22-1 0 15,-21 13 0-15,-21 1 1 16,-28-7-2-16,-18-10 0 15,-11-15-19-15,-10-13 1 16,10-18-1-16,15-23 1 16</inkml:trace>
  <inkml:trace contextRef="#ctx0" brushRef="#br0" timeOffset="192545.46">20041 14841 121 0,'18'38'60'0,"-11"-16"-89"0,11-19 103 16,17 0-77-16,18-3 0 15,21-3-3-15,11-13 1 16,17 1 5-16,-7 2 1 16,0-3-6-16,-10-2 1 15,-11 2-7-15,-7 0 0 0,-14-2 1 16,-11-11 0-16</inkml:trace>
  <inkml:trace contextRef="#ctx0" brushRef="#br0" timeOffset="192769.43">20369 14418 120 0,'-14'35'60'0,"46"118"-84"0,-7-100 95 0,21 20-75 16,10 14 1-16,11 17-6 15,-3-4 0-15,3 1 5 16,-11-4 0-16,-10-13-21 16,-7-15 0-16,-11-9 1 15,-3-19 1-15</inkml:trace>
  <inkml:trace contextRef="#ctx0" brushRef="#br0" timeOffset="193076.84">21505 14258 122 0,'-10'19'61'0,"27"50"-97"0,1-41 128 0,10 19-96 15,4 16 1-15,-4 12-1 16,0 13 0-16,-10 0 6 15,-7 9 0-15,-8 3-5 16,-3-6 0-16,0-12-5 16,0-13 1-16,4-6-17 15,-4-16 1-15,3-13-1 16,1-21 0-16</inkml:trace>
  <inkml:trace contextRef="#ctx0" brushRef="#br0" timeOffset="193280.34">22176 14368 114 0,'28'37'57'0,"-35"-30"-81"16,10-4 115-16,4 9-93 0,7 10 0 15,4 7-1-15,7 11 1 16,-4 4 3-16,4 19 0 15,-4 6-2-15,-4 16 0 16,1 15-1-16,-11-3 0 16,-3-9-11-16,-4-13 1 15,0-12-1-15,-11-25 1 16</inkml:trace>
  <inkml:trace contextRef="#ctx0" brushRef="#br0" timeOffset="193787.09">22796 14026 109 0,'0'16'54'0,"-38"-19"-75"16,34 3 78-16,1 3-63 0,3 3 1 15,3 0-4-15,1 1 0 16,-4 2 13-16,0 3 0 15,-7 1-4-15,0 0 1 16,0-4 4-16,-1-3 0 16,5 4 3-16,-1 2 1 15,1-2-2-15,3 2 1 16,3 7-4-16,12 12 1 0,2 16-3 16,1 32 1-16,-8 24-3 15,4 20 1-15,-3 15-2 16,-7-1 0-16,-4-8-6 15,0-22 0-15,-4-23-13 16,4-15 1-16,-3-34-1 16,3-23 0-16</inkml:trace>
  <inkml:trace contextRef="#ctx0" brushRef="#br0" timeOffset="194119.42">23181 13901 113 0,'-28'-35'56'0,"24"26"-78"0,8 9 99 15,6 3-77-15,5 6 0 16,9 10 1-16,8 6 0 16,3 13 0-16,8 9 0 15,2 19 1-15,5 9 0 16,-1 22-1-16,-10 29 1 0,-18-1 0 16,-17 7 0-16,-29-1-2 15,-21-15 0-15,-17-12-5 16,-15-26 0-16,4-24-22 15,7-36 1-15,3-24-1 16,22-31 0-16</inkml:trace>
  <inkml:trace contextRef="#ctx0" brushRef="#br0" timeOffset="194588.02">23513 13239 118 0,'-29'-41'59'0,"19"13"-88"0,13 25 117 16,8 0-90-16,10 3 0 16,18 0 0-16,10 0 0 15,15 9 4-15,20 4 0 16,8 9-2-16,7 22 1 16,7 31 0-16,-7 25 1 0,-8 29 0 15,-10 37 0-15,-14 19-1 16,-17 25 0-1,-15 9 0-15,-28 10 1 0,-17-9-1 16,-26-16 1-16,-10-19-1 16,-17-16 0-16,-4-28 0 15,-7-19 0-15,-4-27-2 16,4-20 1-16,4-19-5 16,3-18 1-16,7-10-17 15,7-18 0-15,7-10 0 16,18-10 0-16</inkml:trace>
  <inkml:trace contextRef="#ctx0" brushRef="#br0" timeOffset="195227.4">25933 16717 112 0,'7'9'56'0,"-32"-25"-75"0,18 10 92 16,-14 0-73-16,-11-1 0 16,-17-2-1-16,-22 9 1 15,-21 9 0-15,-35 1 0 0,-31 2-1 16,-33 7 1-1,-42 0 0-15,-38 3 0 0,-54 0 0 16,-42 3 1-16,-35 0 1 16,-18-3 1-16,-21-3-1 15,-17-7 1-15,-12-2-1 16,-2-7 1-16,-12-6-1 16,-13 0 0-16,-22-13-1 15,-17-9 0-15,-14-3-1 16,-22 0 1-16,-13-1-1 15,-11 4 1-15,-4 6-1 16,4 4 1-16,3 5-1 16,4 7 0-16,-4 6 0 15,1 7 0-15,-1 9 0 16,4 6 1-16,-4 15-1 16,0 4 1-16,1 10-1 15,6 8 1-15,8 4-1 16,10 9 1-16,7 1-1 0,10-1 1 15,5 0-1-15,6-6 1 16,4-3-1-16,10-3 0 16,14-19-1-16,15 3 0 15,7-19-9-15,24-9 0 16,11-19 0-16,25-13 0 16,-2174-62 20 30</inkml:trace>
  <inkml:trace contextRef="#ctx0" brushRef="#br0" timeOffset="201117.79">10192 15845 59 0,'-50'15'29'0,"33"-8"-19"16,17-4 29-16,0 0-37 15,0-3 0-15,3 6 0 16,11 16 0-16,8 28-7 15,6 41 0-15,7 41 2 16,4 41 0-16</inkml:trace>
  <inkml:trace contextRef="#ctx0" brushRef="#br0" timeOffset="201842.53">14280 15550 58 0,'-28'19'29'0,"4"31"-31"0,24-22 27 0,0 22-25 15,7 26 0-15,7 30-1 16,3 23 1-16,5 28-9 16,6 12 1-16,7 10-1 15,0-10 1-15</inkml:trace>
  <inkml:trace contextRef="#ctx0" brushRef="#br0" timeOffset="202274.36">18066 15625 67 0,'0'-15'33'0,"14"2"-48"16,-7 4 60-16,-7 9-45 15,0 6 0-15,3 10-1 16,-3 15 1-16,0 19 0 15,4 25 0-15,3 29-1 16,11 21 1-16,6 16-12 16,19 10 0-16,10 3 0 15,24-23 1-15</inkml:trace>
  <inkml:trace contextRef="#ctx0" brushRef="#br0" timeOffset="202785.75">22331 15763 98 0,'-18'22'49'0,"-17"-6"-75"16,28-13 99-16,-4 6-73 15,-3 7 0-15,0 9-2 16,0 10 1-16,7 9-3 0,7 21 1 16,14 26-12-16,21 19 1 15,22 25-1-15,13 12 1 16</inkml:trace>
  <inkml:trace contextRef="#ctx0" brushRef="#br0" timeOffset="203509.86">10837 13571 53 0,'-17'19'26'0,"13"41"-25"15,8-45 27-15,3 14-28 16,0 21 0-16,3 25 0 15,4 25 0-15,8 35-7 16,6 28 1-16,7 13-1 16,4 12 1-16</inkml:trace>
  <inkml:trace contextRef="#ctx0" brushRef="#br0" timeOffset="203983.06">14520 13358 49 0,'-46'-6'24'0,"25"-7"-28"0,21 13 34 16,7 3-27-16,4 7 0 16,3 18 3-16,11 32 0 15,7 27-7-15,6 36 0 16,1 18-1-16,3 0 1 15,4 0-2-15,-3-12 1 16</inkml:trace>
  <inkml:trace contextRef="#ctx0" brushRef="#br0" timeOffset="204597.13">18598 12982 87 0,'-38'56'43'0,"-93"-46"-56"16,110-4 70-16,0 13-58 15,0 12 0-15,3 22-4 16,7 26 1-16,11 31-4 16,11 40 0-16,24 32-3 15,4 19 1-15</inkml:trace>
  <inkml:trace contextRef="#ctx0" brushRef="#br0" timeOffset="205112.65">22641 12941 85 0,'-46'3'42'0,"43"44"-53"15,10-22 64-15,7 13-56 0,14 40 1 16,11 29-28-16,28 28 1 15,11 37 30-15,13-6 0 16</inkml:trace>
  <inkml:trace contextRef="#ctx0" brushRef="#br0" timeOffset="-213532.48">18478 476 99 0,'18'-66'49'0,"14"66"-47"15,-22 10 49-15,5 15-51 16,-5 38 1-16,4 37 0 16,-7 25 1-16,0 60-2 15,0 47 0-15,1 38 2 0,2 31 0 16,-3 22 0-16,0-6 1 16,0-10-1-16,4-34 0 15,-4-32-1-15,0-24 1 16,0-16 0-16,-3-38 1 15,-4-16-1-15,-4-28 0 16,0-22 0-16,-3-15 0 16,-3-19-1-16,-4-10 1 15,0-12-2-15,-4-10 1 0,4-9-1 16,-4-10 1-16,4-5-1 16,0-7 0-16,10 0 0 15,8-10 0-15,7-8 0 16,10-1 0-16,14-3 0 15,7-3 0-15,15 3-1 16,27 3 1-16,12-9 0 16,13 3 0-16,18 6-1 15,25 6 1-15,14 1 0 16,28 2 0-16,17 10 0 16,47 0 0-16,24-9 0 15,39-1 0-15,32 4 0 16,45 0 0-16,19 0 0 15,13 3 0-15,15-1-2 16,-1 4 1-16,1 0-1 16,-11 22 1-16,-25-9-1 15,-28 6 1-15,-21-4-1 0,-39 14 1 16,-39-4 1-16,-21 3 0 16,-42-9 0-16,-18 3 0 15,-28 0 0-15,-18-4 1 16,-18 8-1-16,-20 2 0 15,-18 9 0-15,-22 10 1 16,-10 10 0-16,-17 9 1 16,-15 12-1-16,-14 16 0 15,-10 25 0-15,-15 22 1 16,-6 29-2-16,-8 24 1 16,-3 26-1-16,3 9 1 0,4 28-1 15,7 9 0-15,7 23 0 16,11-4 0-16,3 16 0 15,0 7 1-15,0 15-1 16,-4 15 0-16,-10 1 0 16,-7 9 0-16,-10-6 0 15,-15 0 0-15,-7-1-1 16,0 1 1-16,-6-3 0 16,2 3 0-16,1-13 0 15,3-3 1-15,4-12-1 16,3-4 1-16,0-3-1 15,-3-12 1-15,-4 9-1 16,4-15 0-16,0-13 0 16,-4-19 0-16,0-19 0 15,4-12 0-15,3-7 0 16,7-18 1-16,4 0-1 16,3-4 0-16,8 1 0 0,3 6 1 15,3 0-1-15,1-1 0 16,-4-8 0-16,0-10 0 15,-4-10-1-15,1-2 0 16,-1-16 1-16,4-7 0 16,3-21-1-16,4 2 1 15,7-5-1-15,4-1 1 16,0-2-1-16,6-1 1 0,4-9-5 16,4-13 1-16,0-15-19 15,-4-26 1-15,7-24 0 16,-7-35 0-16</inkml:trace>
  <inkml:trace contextRef="#ctx0" brushRef="#br0" timeOffset="-211024.72">19657 1150 80 0,'-7'-34'40'0,"17"25"-37"15,-10 9 40-15,7 3-43 16,-3 12 0-16,-1 20 0 15,-3 9 0-15,-3 18 0 16,-4 14 1-16,-7 8 1 16,3 36 0-16,-6 2 0 15,9 3 1-15,-2-18 0 16,13 6 0-16,4-7-3 16,4-12 1-16,3-9-9 15,0-16 1-15,-3-9-14 16,-1-20 0-16,-6-5 0 15,-1-10 0-15</inkml:trace>
  <inkml:trace contextRef="#ctx0" brushRef="#br0" timeOffset="-210575.01">20084 1527 85 0,'-22'-44'42'0,"30"19"-64"0,-8 25 87 0,0 0-66 16,0 6 0-16,-4-6 0 16,-3 9 0-16,0 10 1 15,0 6 0-15,0 10-1 16,0-4 1-16,3 19 0 15,4 7 1-15,7 6 0 16,7 6 1-16,15-16-1 16,2 0 1-16,1-15-1 15,7-1 0-15,3-12 0 16,4-9 0-16,-4-16-1 16,1 0 1-16,-4-19-1 15,-4-12 1-15,0-13 0 16,-10-3 0-16,-11-6 1 15,-7 6 0-15,-11-7 0 0,-10 10 1 16,-7 7-2-16,-7 5 0 16,-11 11-6-16,0 5 1 15,1 6-14-15,6 1 1 16,7 0-1-16,7 2 1 16</inkml:trace>
  <inkml:trace contextRef="#ctx0" brushRef="#br0" timeOffset="-210213.72">20627 1107 61 0,'-25'-16'30'0,"8"-3"-20"15,17 19 45-15,0-6-52 16,7 3 0-16,7-4 1 16,10 7 1-16,8 0-7 15,7 7 1-15,0 2 3 16,0 7 1-16,-1 12-2 16,1 16 1-16,-3 9-2 15,-5 13 1-15,-6 12 1 16,-14 4 0-16,-11 31 0 15,-8 3 0-15,-20-10 0 16,-7-2 0-16,-7-10-2 0,-1-3 1 16,1-13-11-16,7-21 1 15,6-13-1-15,8-16 0 16</inkml:trace>
  <inkml:trace contextRef="#ctx0" brushRef="#br0" timeOffset="-209748.39">21428 1812 83 0,'-14'-28'41'0,"45"3"-47"16,-9 15 53-16,20 1-48 0,32 0 1 16,14-4-1-16,7 0 1 15,15-5-1-15,13 2 1 16,-3-3-1-16,-7-6 1 16,-7 6-2-16,-7 0 1 15,-4-9-5-15,-7 3 0 16,-7 6 0-16,-17-9 0 15</inkml:trace>
  <inkml:trace contextRef="#ctx0" brushRef="#br0" timeOffset="-209514.96">22959 984 98 0,'-32'-28'49'0,"21"34"-61"15,15 4 75-15,-8 9-63 16,4 9 0-16,0 28 0 16,4 29 0-16,-4 15 0 15,0 7 0-15,0 25-2 16,11-7 0-16,-1-9-7 16,11-9 1-16,0-26-11 15,4-24 0-15,0-17 0 16,3-21 0-16</inkml:trace>
  <inkml:trace contextRef="#ctx0" brushRef="#br0" timeOffset="-208934.24">22952 840 97 0,'-36'-72'48'0,"19"-25"-70"0,24 78 94 16,7 0-73-16,18 3 1 15,17 1-2-15,22 2 0 0,27-6 1 16,15 10 1-16,7-7-2 16,18 1 0-16,3 2 0 15,0-3 1-15,0 1 1 16,4 5 0-16,-15 10 2 15,-6 7 0-15,-15 2 0 16,-10 7 0-16,-7 12 0 16,-11 28 0-16,0 13-1 15,-7 0 0-15,-10 13-1 16,-12 18 0-16,-9-3 0 16,-8 4 0-16,-10-4 0 15,-8 0 0-15,-10-6 0 16,1 13 1-16,-8-10-1 15,0 0 0-15,0-13 0 16,-4-9 1-16,-14-3-1 16,-6-6 0-16,-12-16-1 0,-17-3 1 15,-17 3-1-15,-15-6 0 16,-24-10 0-16,-11 0 1 16,-11-2-1-16,-20-10 1 15,-1 6 0-15,11 3 1 16,0-9-1-16,3 3 1 15,11 0-1-15,11 3 0 16,10-13 0-16,14 1 0 16,15-10-2-16,10-6 0 15,14-19-2-15,10-6 1 16,19-10-11-16,17-6 1 0,14-6-1 16,21-10 1-16</inkml:trace>
  <inkml:trace contextRef="#ctx0" brushRef="#br0" timeOffset="-208299.44">23562 2436 94 0,'-60'-16'47'0,"42"1"-66"15,25-7 75-15,8-13-59 16,9-9 1-16,12-18-1 16,6-29 1-16,11-22 3 15,7 3 1-15,14-6-3 0,0-9 1 32,21-26 4-32,-21 29 0 15,-10 28 0-15,-11 15 1 16,-7 7-2-16,-8 22 1 15,-6 6-1-15,-4 13 1 16,-7-4-4-16,-10 7 0 16,-7 3-1-16,-11 0 1 15,-8 12-1-15,-9 7 1 16,-12 3-1-16,-6 6 1 0,-11 7 0 16,-10 8 0-16,-1 4-1 15,4 7 1-15,-3-8 0 16,17 5 0-16,7-1 0 15,11 0 0-15,7-13-1 16,14 4 1-16,14-16-1 16,14-6 1-16,21-4 0 15,18-9 0-15,14-9 0 16,-3-6 1-16,3 6 0 16,0-4 0-16,7 4 0 15,-7 15 1-15,-14 4-1 16,-3 9 0-16,-12 0-1 15,-6 9 1-15,-7 4-2 16,-7 12 0-16,-8 0-3 16,-6 6 1-16,-8 10-7 15,-3 13 1-15,-7 8-15 16,-3 1 1-16,-25 0 0 16,-1-10 1-16</inkml:trace>
  <inkml:trace contextRef="#ctx0" brushRef="#br0" timeOffset="-207991.6">23566 1580 95 0,'14'-25'47'15,"0"-3"-72"-15,0 18 99 0,7-8-74 16,11-8 0-16,10 8 0 16,11 2 0-16,7 3 0 15,0 7 0-15,4 6 0 16,-1 0 1-16,-3 6 0 16,-4 4 1-16,-3 9-1 15,-3-1 0-15,-4 1 0 16,-8 6 1-16,-2 4-3 15,-8 5 1-15,-3 4-14 16,-4 12 1-16,0-13-2 16,7 1 1-16</inkml:trace>
  <inkml:trace contextRef="#ctx0" brushRef="#br0" timeOffset="-205888.88">25435 1618 78 0,'-31'-38'39'0,"20"19"-37"0,11 19 40 15,7 0-42-15,11 0 0 16,13-6 0-16,36 3 1 16,22-13 0-16,31-3 1 15,42-6 0-15,32-19 0 16,18 0 0-16,3-3 0 16,-14 4-1-16,-18 14 0 15,-24 1-10-15,-25 12 1 0,-21-2-1 16,-21 8 0-1</inkml:trace>
  <inkml:trace contextRef="#ctx0" brushRef="#br0" timeOffset="-205665.6">27989 498 87 0,'-21'-41'43'0,"7"32"-48"0,14 15 62 0,0 16-55 15,0 41 0-15,11 31 1 16,-4 22 0-16,0 44-5 16,0 6 1-16,0 10 0 15,4 3 0-15,-1-16-8 16,1-22 1-16,-1-25-12 16,1-25 0-16,-1-29 0 15,8-11 0-15</inkml:trace>
  <inkml:trace contextRef="#ctx0" brushRef="#br0" timeOffset="-205350.15">28681 1279 64 0,'-21'-82'32'0,"17"13"-29"0,4 51 58 15,-3 5-58-15,-1-6 0 16,1 7 1-16,-8 12 0 0,-3 6-6 15,-7 19 1-15,0 19 3 16,6 28 0-16,8 0-2 16,7 4 0-16,18-7 0 15,10-7 0-15,15-15 0 16,6-6 0-16,7-22 0 16,1-3 1-16,-4-16 1 15,-4-16 1-15,-7-9-1 16,-3-13 0-16,-18-15 0 15,-13-19 0-15,-16 9-6 16,-16 3 1-16,-15 7-16 16,4 6 1-16,3 3-1 15,4 7 1-15</inkml:trace>
  <inkml:trace contextRef="#ctx0" brushRef="#br0" timeOffset="-205042.98">29079 608 95 0,'-14'-69'47'0,"11"47"-64"0,3 22 89 16,10 0-72-16,8 3 0 15,7 7 0-15,10 21 0 16,14 16 0-16,4 22 0 15,11-3 0-15,3 15 0 16,-7 17 0-16,0 5 0 0,-18 0 0 16,-17-5 0-16,-15-4 0 15,-20-10 1-15,-22 1-1 16,-17 6 1-16,-15-3-10 16,1-3 0-16,-11-7-1 15,-11 0 1-15</inkml:trace>
  <inkml:trace contextRef="#ctx0" brushRef="#br0" timeOffset="-203662.91">18958 3295 57 0,'-123'7'28'0,"52"43"-20"0,61-38 16 16,3 7-24-16,3-3 0 15,11 12 0-15,14-9 0 16,18 0 1-16,39 6 0 16,17-6 1-16,28-4 1 15,43 4 1-15,42 0 1 16,32 9 1-16,53-9 0 15,42 6 0-15,25 0 0 16,32-12-2-16,34-7 1 0,33-16-3 16,31-30 1-16,36-32-2 15,35-4 1-15,21-11-2 16,7 5 1-16,-7-12-1 16,-14-6 0-16,-24 9-1 15,-22 9 1-15,-18 4-1 16,-10-1 1-16,-25 4 0 15,-14-13 1-15,-14-15 0 16,-21 18 0-16,-32-9 0 16,-35 9 0-16,-46-2 0 15,-35-17 0-15,-43 4-1 16,-39 9 0-16,-42 0-1 16,-35-16 1-16,-31-9-1 15,-37 3 1-15,-27-3-1 16,-36-3 0-16,-31-28 0 15,-29 12 0-15,-31 6 0 16,-32 4 1-16,-32 3-1 0,-35-4 1 16,-39 20 0-16,-35 8 0 15,-36 23 0-15,-20 6 0 16,-22 10-1-16,-25 12 1 16,-13 9 0-16,-1 7 0 15,-7 9 0-15,-10-4 0 16,-7 11 0-16,-11 12 0 15,0 12 0-15,-11 7 0 16,-3 3 0-16,-10 3 0 16,6-1 0-16,4-2 0 0,25 0 0 15,10-9 0-15,28 5 0 16,29 4 1-16,14-10-2 16,21 10 1-16,7-3 0 15,18 22 0-15,-1-4-1 16,19 19 1-16,-1-15 0 15,25 15 0-15,21-9 0 16,18 3 0-16,21 3 0 16,32 4 0-16,20 18 0 15,22 16 0-15,15 6 0 16,20 9 0-16,21 26 0 16,19 18 0-16,20 7-1 15,18 18 1-15,21 10 0 16,18-19 0-16,24 0-1 15,36 3 1-15,14-28 0 16,3-12 0-16,25 12-1 16,11 0 1-16,6 0 0 15,12-3 0-15,10-16 0 0,21-6 0 16,35-7-14-16,50-24 1 16,21-35 0-16,42-66 0 15</inkml:trace>
  <inkml:trace contextRef="#ctx0" brushRef="#br0" timeOffset="-199628.13">19999 2841 97 0,'-32'-63'48'0,"36"69"-47"0,3-3 49 16,0 13-50-16,3 31 0 0,5 13 0 15,6 21 0-15,-4 7-1 16,15 28 1-16,0 0-5 16,3-9 0-16,7-13-9 15,1-10 0-15,-4-27 0 16,3-20 0-16</inkml:trace>
  <inkml:trace contextRef="#ctx0" brushRef="#br0" timeOffset="-199450.22">20429 3606 95 0,'11'-10'47'0,"63"-24"-59"15,-49 24 78-15,21-8-68 0,14-1 1 16,10-13-10-16,11-2 1 16,4-10 2-16,14-3 1 15,-15 0-7-15,-17-6 1 16</inkml:trace>
  <inkml:trace contextRef="#ctx0" brushRef="#br0" timeOffset="-199232.31">20645 3079 76 0,'-50'-13'38'0,"40"13"-36"15,10 0 54-15,3 7-54 16,4 2 0-16,7 1 0 16,15 11 0-16,-1 8-3 15,7 15 0-15,0 12 2 16,4 22 1-16,3-5-3 15,1-1 1-15,-4 0-7 16,-8 0 0-16,1-13 0 16,-11-11 0-16</inkml:trace>
  <inkml:trace contextRef="#ctx0" brushRef="#br0" timeOffset="-198925.52">21033 2866 99 0,'-50'-69'49'0,"47"47"-55"0,10 19 71 16,7-4-66-16,7 7 1 15,14 4-1-15,22 11 1 16,3 20 0-16,7 18 0 15,-4 3 0-15,1 10 0 0,-11 3-1 16,-11 3 1-16,-17 7 0 16,-15 9 0-16,-10-4-4 15,-7-12 0-15,-7-3 0 16,-4-6 0-16</inkml:trace>
  <inkml:trace contextRef="#ctx0" brushRef="#br0" timeOffset="-198656.67">21876 3408 103 0,'-14'6'51'0,"-8"-15"-54"16,26 9 60-16,10 0-56 15,11 0 0-15,14-6 0 16,31 0 1-16,22-10-4 0,-22 6 1 16,54-8 0-16,6-1 0 15,1-6-3-15,-15 3 0 16,-10 0-4-16,-21 3 1 16,-11 0 0-16,-14 0 0 15</inkml:trace>
  <inkml:trace contextRef="#ctx0" brushRef="#br0" timeOffset="-198432.75">23103 2856 109 0,'-14'-72'54'0,"18"66"-65"16,3 6 76-16,3 16-65 15,1 18 0-15,10 26-2 16,4 6 1-16,0 9-2 16,3-6 1-16,4 0-9 15,6 0 1-15,8 6-10 16,4-12 0-16,-1-19 0 16,4-10 1-16</inkml:trace>
  <inkml:trace contextRef="#ctx0" brushRef="#br0" timeOffset="-197864.52">23199 2646 101 0,'-36'-53'50'0,"33"3"-74"0,13 37 96 16,19-6-73-16,27 10 1 0,15-4-2 15,17 4 0-15,25 0 2 16,14 5 0-16,3 1-2 16,1-3 1-16,-1-6 0 15,-3 2 0-15,-10 1 1 16,-11-1 1-16,-11-2 1 15,-11 18 0-15,-2-6-1 16,-8 16 1-16,-7 6-1 16,3 9 1-16,-6 0-1 15,-4 10 0-15,-11-3-1 16,-7 9 0-16,-6 12 0 16,-1 10 0-16,-10 4 0 15,-4-1 0-15,0 3-1 16,-7 6 1-16,-3 4 0 15,-1 12 0-15,-3-9 0 16,-7-10 0-16,0-12 0 16,-7-9 0-16,-10-7 0 0,-19-12 0 15,-20-4-1 1,-15-15 1-16,-17 0-1 0,-21-10 0 16,-18-3 0-16,-4 4 1 15,-3-1-1-15,-10 1 1 16,10-4-1-16,14 3 0 15,14-2-9-15,7-7 0 16,21-7 0-16,18-8 1 16</inkml:trace>
  <inkml:trace contextRef="#ctx0" brushRef="#br0" timeOffset="-197598.59">24380 2762 101 0,'-24'-3'50'0,"-1"6"-58"16,14 7 73-16,-6 15-65 16,-8 34 0-16,-10 4 0 15,0 12 0-15,-4 4-1 16,0 15 1-16,0-3-5 15,7-10 0-15,4-6-6 16,14-21 1-16,4-4-9 16,2-16 0-16,1-12 1 0,-3-12 0 15</inkml:trace>
  <inkml:trace contextRef="#ctx0" brushRef="#br0" timeOffset="-197350.74">23693 3160 84 0,'-11'-47'42'0,"22"-37"-48"0,-1 65 75 0,8-9-68 16,10-7 0-16,11 7 0 16,14-3 0-16,7 2-2 15,7 1 0-15,-4 0-1 16,1-6 1-16,-4 5-4 15,0 1 0-15,-4 3-8 16,4 0 0-16,-7 6 0 16,-14 10 0-16</inkml:trace>
  <inkml:trace contextRef="#ctx0" brushRef="#br0" timeOffset="-196902.68">23509 3261 86 0,'-32'16'43'0,"39"-16"-56"0,8 0 67 15,9-10-54-15,15-6 0 16,10 1 0-16,11-4 1 0,11-3-2 16,-1 0 1-16,8 9 0 15,0-12 1-15,-1 7 0 16,8 5 0-16,0 7 2 15,6 12 0-15,-6 0 0 16,0 10 0-16,-15 9-1 16,-10 3 1-16,-10 7-6 15,-12 9 0-15,-9 18-11 16,-15 1 1-16,-7 0-1 16,-14-10 0-1</inkml:trace>
  <inkml:trace contextRef="#ctx0" brushRef="#br0" timeOffset="-196387.24">25425 2922 98 0,'-60'-34'49'0,"49"46"-65"16,18-2 82-16,11-7-67 15,14 6 1-15,24-3-1 16,18 7 1-16,14-13 0 16,25-6 1-16,25-10-1 15,13-12 0-15,5 3 0 16,6 6 1-16,-7-6 0 16,-10 6 0-16,-15 10-1 0,-6-10 0 15,-22 6 0-15,-17 1 0 16,-15 2-10-16,-10 10 1 15,-7-9-1-15,-3-1 1 16</inkml:trace>
  <inkml:trace contextRef="#ctx0" brushRef="#br0" timeOffset="-194921.17">29531 2129 76 0,'7'-50'38'0,"-21"-1"-30"15,14 48 41-15,7-6-49 16,0 18 1-16,4-6-1 15,-1 13 1-15,4 3-1 16,4 15 0-16,3 10 1 16,4 10 0-16,0 12 0 15,6 3 0-15,1-4-3 16,0-5 1-16,0-7-10 16,-1 1 0-16,1-17-1 15,10-12 1-15</inkml:trace>
  <inkml:trace contextRef="#ctx0" brushRef="#br0" timeOffset="-194598.82">30360 2110 84 0,'-25'-44'42'0,"1"35"-50"0,17 9 63 16,0 0-56-16,-8 6 1 15,-2 0-1-15,-4 13 1 0,7 0 0 16,-1 6 0-16,8 13-1 16,11 5 1-16,6 11-1 15,15-10 1-15,14 0 0 16,7-4 1-16,7-8 0 16,7-13 0-16,0-1 0 15,-11-11 1-15,-10-7-1 16,-7-13 1-16,-15-15-2 15,-13-7 1-15,-18-5-8 16,-15-4 0-16,-13 3-13 16,-4 3 1-16,-14 1-1 15,0 2 1-15</inkml:trace>
  <inkml:trace contextRef="#ctx0" brushRef="#br0" timeOffset="-194309.05">30487 1643 82 0,'49'-10'41'0,"11"1"-56"0,-38 9 82 16,6 0-66-16,11 9 0 16,10 4 1-16,11 9 0 15,3 6-3-15,5 16 0 16,-1 0 2-16,-11 9 1 0,-14 0-1 15,-13 10 0-15,-19-6 0 16,-20 5 0-16,-19 17 0 16,-20-4 1-16,-11 3-5 15,-11 1 1-15,-10-7-2 16,4-6 1-16</inkml:trace>
  <inkml:trace contextRef="#ctx0" brushRef="#br0" timeOffset="-194030.3">29799 3383 96 0,'-14'-44'48'0,"28"47"-52"16,-7 7 57-16,4 12-53 0,6 18 0 15,5 20 1-15,-1 9 0 32,18 66-4-32,-1-16 0 15,5-6-7-15,-8-25 1 16,-3-16-1-16,-1-19 1 0</inkml:trace>
  <inkml:trace contextRef="#ctx0" brushRef="#br0" timeOffset="-193755.42">30342 3625 98 0,'-17'-51'49'0,"34"92"-59"15,-10-19 73-15,1 13-63 16,-5 5 0-16,-3 14-6 16,0 12 0-16,4 12-2 0,3-15 1 15,7-4-3 1,3-2 0-16</inkml:trace>
  <inkml:trace contextRef="#ctx0" brushRef="#br0" timeOffset="-193433.36">30702 3302 105 0,'-17'-4'52'0,"6"-68"-65"0,11 63 81 0,4 6-68 16,6 3 0-16,8 3-1 16,10 13 1-16,11 9-1 15,-11 0 1-15,21 50 0 16,-13-19 0-16,-5 45-1 15,-13 9 1-15,-21-4 0 16,-19-5 1-16,-6-7-1 16,-11-13 1-16,-3-15-8 15,7-22 1-15,3-10-1 16,0-18 1-16</inkml:trace>
  <inkml:trace contextRef="#ctx0" brushRef="#br0" timeOffset="-193172.29">30857 2518 97 0,'-3'-82'48'0,"88"-6"-52"0,-43 70 56 0,18 8-68 16,14-6 1-16,11 7 0 16,6 3 0-16</inkml:trace>
  <inkml:trace contextRef="#ctx0" brushRef="#br0" timeOffset="-192871">31898 1709 91 0,'-14'-47'45'0,"35"18"-47"0,-10 29 56 16,3 10-56-16,7-1 1 16,14 7-1-16,4 21 1 15,0 7 1-15,7 19 1 16,-4-6-2-16,-3 2 1 16,-7-6 0-16,-11 1 0 15,-7-7 0-15,-10-3 1 16,-8 0-5-16,-7-1 0 15,-3-11-16-15,-3-1 0 16,-8-9 0-16,-3 0 0 16</inkml:trace>
  <inkml:trace contextRef="#ctx0" brushRef="#br0" timeOffset="-192480.86">31803 1784 77 0,'32'-107'38'0,"63"45"-54"0,-63 46 73 0,17-3-57 16,15 0 0-16,10 4-1 15,7-4 1-15,3-6 0 16,1-4 0-16,-4 4 1 16,-10 7 0-16,-11-1 1 15,-11 9 1-15,-17 10 2 16,-14 10 0-16,-18 5 0 15,-15 23 0-15,-13 9-1 16,-7 22 1-16,7 3-3 0,7 7 0 16,6-14-2-16,12-5 1 15,6-16-1-15,8-6 0 16,3-13 0-16,0-16 0 16,4-18 1-16,0-4 0 15,-1-15-1-15,-3-19 1 16,0-3 0-16,-3-7 0 15,-4 7-4-15,-3 9 0 16,-4 0-11-16,-4 13 0 31</inkml:trace>
  <inkml:trace contextRef="#ctx0" brushRef="#br0" timeOffset="-192258.34">33218 1188 78 0,'49'-63'39'0,"0"29"-36"16,-35 31 39-16,1-4-43 16,-1 14 1-16,-4-7-1 15,-3 3 1-15,-7 13 0 16,-7 2 1-16,-3 11 0 16,-4 8 0-16,-8 13 1 15,-2-3 0-15,-8 13-1 16,-3 6 1-16,-1 6-14 15,5 6 1-15,2 1-2 16,12-7 0-16</inkml:trace>
  <inkml:trace contextRef="#ctx0" brushRef="#br0" timeOffset="-192055.58">32949 1188 104 0,'-7'-97'52'0,"18"69"-94"0,0 31 92 0,6 3-51 16,-3 0 1-16</inkml:trace>
  <inkml:trace contextRef="#ctx0" brushRef="#br0" timeOffset="-191920.9">33567 1492 104 0,'46'35'52'0,"-18"-54"-57"16,-18 19 64-16,-2 3-72 16,-1 6 1-16,-4 13-1 15,-3 0 1-15</inkml:trace>
  <inkml:trace contextRef="#ctx0" brushRef="#br0" timeOffset="-191594.85">30910 3904 111 0,'7'-10'55'0,"78"-9"-73"0,-43 4 72 0,15-4-77 16,17-3 0-16,11-3 0 15,6-3 1-15</inkml:trace>
  <inkml:trace contextRef="#ctx0" brushRef="#br0" timeOffset="-191009.27">32226 3010 90 0,'0'-53'45'0,"7"43"-48"0,0 20 61 0,-3 8-58 16,3 8 0-16,0 2-1 15,0 3 1-15,0-3 0 16,-7 4 0-16,0-1 0 16,0-6 0-16,-3 3 0 15,-4-6 1-15,-8 0 0 16,1-9 1-16,0 6-1 16,4 3 0-16,6 6 0 15,4 0 0-15,14 10-1 16,7 2 0-16,8 4-1 15,2-6 0-15,8 6 0 16,-4 0 0-16,-10 3 0 16,-7 0 1-16,-11 3 0 15,-11 13 1-15,-10-4-1 16,-7-5 1-16,-7-14-1 0,-7-8 0 16,-1-13-4-16,1-10 0 15,-4-9-3-15,4-9 0 16,3-10-12-16,4 0 1 15,3-3 1-15,4-3 0 16</inkml:trace>
  <inkml:trace contextRef="#ctx0" brushRef="#br0" timeOffset="-190592.48">32734 3270 82 0,'-3'-31'41'0,"-15"78"-56"15,8-38 74-15,-8 16-58 16,-7 4 1-16,-3 15 0 16,3 9 1-16,8-6-4 15,10 3 0-15,10-6 2 16,11-6 1-16,11-16-2 16,14-1 0-16,0-5 0 0,3-10 0 15,-3-2 0-15,-11-11 0 16,-7-2 0-16,-10-1 1 15,-11-11-1-15,-18-1 1 16,-7-7-1-16,-10 1 0 16,-7 3-15-16,-1-3 0 15,8 3 0-15,14-10 0 16</inkml:trace>
  <inkml:trace contextRef="#ctx0" brushRef="#br0" timeOffset="-190328.71">33517 2894 97 0,'36'-44'48'0,"-8"50"-66"16,-21-3 85-16,-3 10-68 16,-4 9 1-16,-8 12-1 15,-9 10 0-15,-8 0 1 16,-7 6 1-16,-10 4-1 15,3 2 1-15,0 7-1 16,1 12 1-16,-1-3-6 16,4-3 0-16,6-9-1 15,5-4 0-15</inkml:trace>
  <inkml:trace contextRef="#ctx0" brushRef="#br0" timeOffset="-190186.63">32999 3267 101 0,'-11'-63'50'0,"15"57"-127"0,6 6 64 0,4-3 14 16,8-10 1-1</inkml:trace>
  <inkml:trace contextRef="#ctx0" brushRef="#br0" timeOffset="-190057.63">33634 3499 96 0,'-18'0'48'0,"1"0"-64"16,13 0 80-16</inkml:trace>
  <inkml:trace contextRef="#ctx0" brushRef="#br0" timeOffset="-189619.25">32646 2812 74 0,'28'-18'37'0,"15"2"-20"0,-33 13 26 0,1 6-42 15,-4 3 1-15,-7 13 2 16,-14 16 1-16,-14 2-6 16,-11 16 1-16,-14-6 2 15,-4 7 1-15,-3-4-3 16,-7 3 1-16,7-9-15 15,0 3 1-15,-3 7-1 16,17-20 1-16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28:37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3881 1552 94 0,'0'0'47'0,"-113"72"-55"0,84-53 48 16,-2 6-42-16,2 3 1 15,8-3-1-15,14 3 1 16,18-15 2-16,63-16 0 16,-14-22-1-16,10 6 0 15,22-9 1-15,-4-1 0 16,-6 14 0-16,-15 8 2 15,-18 26 0-15,-17 47 1 16,-15 35 0-16,-31 30-1 16,-7 32 1-16,-18-12-1 15,7 9 0-15,11-35-2 16,21-9 0-16,18-31-1 16,7-19 0-16,13-29 0 15,19-24 0-15,3-26 0 16,14-5 1-16,11-4-1 15,-4-10 1-15,7-2-1 16,-14-10 1-16,-3-6 0 16,-15 9 1-16,-7 10-1 15,-17 9 1-15,-14 3-1 16,-8 19 1-16,-17 19-1 16,4 3 0-16,-8 12-1 15,11 0 1-15,4 1-1 0,17-16 0 16,14-10 0-16,18-15 0 15,14-13 0-15,4-22 0 16,-1-15 0-16,-3-19 1 16,-14 6 0-16,-18 3 0 15,-13 3-1-15,-29 10 0 16,-22 18-8-16,-31 16 0 16,-21 19-1-16,-10 10 1 15</inkml:trace>
  <inkml:trace contextRef="#ctx0" brushRef="#br0" timeOffset="548.27">4145 4064 101 0,'-130'-151'50'0,"52"173"-56"16,60-3 62-16,-13 28-57 0,-8 22 0 15,-4 3-1-15,-6 22 1 16,10 0 1-16,22-6 0 16,13-13-1-16,15-21 1 15,17-33 0-15,7-24 1 16,22-19 0-16,13-12 0 16,11-4 1-16,-3 4 0 15,-11 9-1-15,-7 9 1 16,-18 19-1-16,-14 16 1 0,-17 31-1 15,-11 25 1-15,-18 10-2 16,-13 3 1-16,-19 12-1 16,1 1 0-16,7-20-1 15,6-3 1-15,12-18 0 16,10-10 0-16,10-18 1 16,11-10 1-16,14-10-1 15,11-3 1-15,7 4-3 16,10-4 0-16,1-15-24 15,9-10 1-15,1-24-1 16,0-23 0-16</inkml:trace>
  <inkml:trace contextRef="#ctx0" brushRef="#br0" timeOffset="711.29">4992 5061 110 0,'-7'110'55'0,"-4"-23"-80"0,11-58 109 16,-3 14-84-16,3 17 0 15,0 22-5-15,0 18 0 16,0 16-16-16,0 19 0 16,-11 12-2-16,4-25 0 15</inkml:trace>
  <inkml:trace contextRef="#ctx0" brushRef="#br0" timeOffset="1277.79">4015 6970 109 0,'-78'-81'54'0,"29"15"-78"16,42 41 101-16,-4-3-79 15,0 0 1-15,1 2-2 16,6 8 0-16,-6-1 3 16,6 9 1-16,1 10-3 15,3 10 1-15,-7 21 0 0,3 23 1 16,-3 24 0-16,-4 47 0 15,-3 7 0-15,-3 12 0 16,6-9 0-16,4-13 0 16,14-31 0-16,4-12 1 15,10-35-1-15,11-26 1 16,13-14 0-16,15-20 0 16,0-9 0-16,4 0 1 15,-4 3 0-15,-4 9 0 0,-17 13-1 16,-11 13 0-16,-14 18 0 15,-7 10 0-15,-17 22-1 16,-8-4 1-16,-13-2-1 16,6-13 0-16,4-10-1 15,7-6 0-15,14-12-6 16,14-10 1-16,10 7-13 16,8-4 1-16,7 1 0 15,10-1 0-15</inkml:trace>
  <inkml:trace contextRef="#ctx0" brushRef="#br0" timeOffset="1611.92">4692 7783 108 0,'-39'-7'54'0,"29"-2"-75"16,10 9 97-16,10-3-77 0,-6 3 1 16,13 9-1-16,-10 13 1 15,4 19 0-15,-11 19 0 16,-18 9-1-16,-10 9 0 16,-11 10 0-16,4 9 1 15,0-9-1-15,10-10 1 16,11-21 0-16,14-17 1 0,25-11 0 15,24-14 0-15,15-2-2 16,17-13 0-16,24-6-16 16,5 2 1-16,-1 4-2 15,-17 0 1-15</inkml:trace>
  <inkml:trace contextRef="#ctx0" brushRef="#br0" timeOffset="2529.21">4110 6986 84 0,'-85'-41'42'0,"46"19"-46"16,29 13 62-16,-1-3-58 15,1 2 1-15,-8 1-1 16,7 12 1-16,1 9-1 16,-8 17 1-16,-3 8 0 15,-7 20 0-15,-4 27 0 16,4 17 0-16,7-4 0 15,10-6 0-15,11-13-1 16,4-18 0-16,13-19 0 0,11-19 1 16,11-22-1-16,11-16 1 15,-1-22-1-15,8-12 1 16,-1-6 0-16,-14 5 0 16,4-5-1-16,-14 12 1 15,-4 6 0-15,-7 7 0 16,-10 6 1-16,6 6 0 15,-13 0-1-15,7 7 1 16,-4 6-1-16,-4 9 1 16,-3 12-1-16,-3 17 0 0,3 34 0 15,-11 15 0-15,0 13 0 16,1 19 1-16,-8 16-2 16,8-1 1-16,-11-9-1 15,-1-3 1-15,5 0-1 16,-1-12 0-16,4-4 0 15,-4-12 0-15,1-3 0 16,3-7 0-16,3-12 1 16,4-16 0-16,0-12 0 15,14-13 0-15,21-25 0 16,4-22 1-16,17-19-1 16,4-22 0-16,7-9-1 15,0 16 0-15,4 6-7 16,-4 18 0-16,-15 7 0 15,5 13 0-15</inkml:trace>
  <inkml:trace contextRef="#ctx0" brushRef="#br0" timeOffset="3257.18">4304 10232 100 0,'-28'-57'50'0,"-4"-68"-52"16,25 97 55-16,-4-4-53 16,-10-2 0-16,-11 2 0 0,-3 10 0 15,-4 10-1-15,4 12 1 16,-11 16 0-16,4 18 0 16,-4 23-1-16,11 12 1 15,-1 3 0-15,15-6 0 16,11-13-1-16,13-9 1 15,15-19 0-15,21-13 0 16,14-21 0-16,21-16 1 16,0-13-1-16,3-3 0 0,1 7 0 15,-15 12 1-15,-6 16-1 16,-8 18 0-16,-17 20 0 16,-14 15 1-16,-15 12-1 15,-13 17 1-15,-12 18-1 16,1-3 0-16,-25-7 0 15,8-2 0-15,-15-10 0 16,10-9 1-16,5-13-1 16,2-9 1-16,12-10 0 15,13 3 1-15,0-9-2 16,22-6 1-16,10-6-8 16,4-10 0-16,10-19-1 15,14-15 0-15</inkml:trace>
  <inkml:trace contextRef="#ctx0" brushRef="#br0" timeOffset="3766.05">4674 10708 98 0,'-21'-15'49'0,"42"-14"-56"0,-10 20 61 0,7-3-54 16,3-1 0-16,0-9 0 15,7 6 0-15,0 4 0 16,4-1 0-16,-4 4 0 16,4-1 1-16,-4 10-1 15,-3 0 1-15,0 7 0 16,-4 5 0-16,-11 10 0 16,-3 13 0-16,-10 5 0 15,-1 11 0-15,-13-1 0 16,-4-3 0-16,-1 0-1 15,5-6 0-15,3-4 0 16,7-5 1-16,3 2-1 16,15 4 0-16,-1-4 0 15,11 1 0-15,11 2 0 0,3 1 1 16,-3 3-1-16,-7-4 1 16,-11 4-6-16,-14-6 0 15,-18-1-1-15,-13-6 1 16</inkml:trace>
  <inkml:trace contextRef="#ctx0" brushRef="#br0" timeOffset="4479.76">4526 12502 106 0,'-49'-50'53'0,"-4"-38"-61"0,35 69 67 15,-3 4-59-15,-11-1 0 16,-7 10-2-16,-6 12 1 15,-8 22 1-15,3 10 0 16,-6 15-1-16,10 7 0 16,0 2 0-16,14-5 0 15,11-10 0-15,4-13 0 16,17-15 1-16,17-13 0 0,8-15 0 16,31-10 1-16,-3-6 0 15,7-6 0-15,7 3 0 16,-14 6 0-16,4 6 0 15,-8 16 1-15,-7 19-2 16,-13 18 1-16,-12 14-1 16,-17 14 1-16,0 14-1 15,-10-4 1-15,-15 7-1 16,0-1 0-16,-3-9 0 16,7-12 1-16,0-10 0 15,7-9 0-15,3-10 0 16,7-3 1-16,8-6-1 15,7-3 0-15,6-10 0 16,11-12 0-16,11-19-3 16,11-15 1-16,13-13-10 15,15-13 0-15,-8-3-1 16,1 6 1-16</inkml:trace>
  <inkml:trace contextRef="#ctx0" brushRef="#br0" timeOffset="4700.83">5101 13139 105 0,'-46'18'52'0,"11"45"-61"0,31-38 72 16,4 16-64-16,4 15 1 0,7 10-1 15,3 0 1-15,-4-3-1 16,1-7 0-16,-4-6-7 15,0-12 0-15,-7-19-12 16,4-10 0-16,-4-18 0 16,7-7 1-16</inkml:trace>
  <inkml:trace contextRef="#ctx0" brushRef="#br0" timeOffset="5029.6">5045 13054 78 0,'-32'-3'39'0,"11"9"-47"16,14-3 68-16,-7 7-58 15,0 5 1-15,-8 14 0 16,-2 2 1-16,-12 7-5 0,5 5 1 16,-1-2 2-1,4-3 1-15,6-7-2 0,5-6 1 16,17-3 0-16,10-6 1 15,8-4 0-15,14-5 0 16,3 2 0-16,11 4 0 16,14-4-1-16,0 0 1 15,3 1-5-15,1-1 1 16,-4-6-11-16,-4-6 0 16,-6-6-1-16,3-7 1 0</inkml:trace>
  <inkml:trace contextRef="#ctx0" brushRef="#br0" timeOffset="5807.46">4353 14703 108 0,'-67'16'54'0,"-46"-35"-70"0,85 13 84 16,-7 3-69-16,0 3 1 0,-4 0-2 15,0 3 0-15,0 13 0 16,7 9 0-16,-6 22-3 16,6 15 1-16,4 17 0 15,6-1 0-15,5-6 2 16,6-12 0-16,11-10 3 16,7-12 0-16,14-16 1 15,1-22 1-15,9-16-1 16,15-15 1-16,-3-10-2 15,10-3 0-15,-4 3-1 16,-3 7 0-16,-7 2 0 16,-15 10 0-16,1 16 0 15,-4 12 0-15,-17 16 0 16,3 19 0-16,-14 6 0 16,7 7 1-16,-4 5-1 15,-14-2 1-15,8 2-1 16,-1-6 1-16,-6-2-1 0,13-11 1 15,4-5 0-15,14-13 0 16,4-13 1-16,10-21 0 16,11-10-1-16,0-13 1 15,7-2-1-15,10-4 1 16,-3 0-2-16,3 3 1 16,-6 10-5-16,-1 3 1 15,-6 9-13-15,-5 7 1 16,-17 3-1-16,1 9 1 0</inkml:trace>
  <inkml:trace contextRef="#ctx0" brushRef="#br0" timeOffset="6129.22">4981 15011 102 0,'-7'50'51'0,"25"16"-66"16,-8-41 81-16,4 19-66 15,11 3 0-15,-11 9-1 0,4 10 1 16,-7 6 0-16,-11 13 0 16,-11-7 0-16,0-6 0 15,-17-15-5-15,0-13 1 16,3-13-12-16,-10-22 0 16,3-18-1-16,0-29 1 15</inkml:trace>
  <inkml:trace contextRef="#ctx0" brushRef="#br0" timeOffset="6336.96">5080 14757 107 0,'-18'56'53'0,"8"-21"-76"16,20-32 96-16,19 0-73 15,20-3 0-15,14-6-10 16,15-7 0-16,14-18-8 16,14-10 0-16,3-12-5 15,-17-10 1-15</inkml:trace>
  <inkml:trace contextRef="#ctx0" brushRef="#br0" timeOffset="8230.02">4385 1191 54 0,'-21'6'27'0,"-39"-9"-19"15,42 3 27-15,-14 3-33 16,-6 4 0-16,-5-7 3 15,-2 9 0-15,2 1-5 16,-3 18 1-16,4 6 4 16,0 10 0-16,-4 3-1 15,3 16 0-15,8 18-1 16,3 14 0-16,18-5-1 16,7-11 0-16,7-16-3 15,18-20 1-15,3-14-1 16,11-29 1-16,14-25-1 15,3-19 0-15,11-3 0 0,0-16 1 16,-11 10 1-16,-6-1 1 16,-4 14 0-16,-15 8 1 15,1 1 0-15,-15 12 1 16,1 10-1-16,-7 9 1 16,-4 15-2-16,-4 4 0 15,-3 6-1-15,3 7 1 16,-6 18-2-16,10 22 0 15,-7 9 0-15,7 7 0 16,0 3 0-16,10 22 1 0,8-6-1 16,-4-13 0-16,4 0 0 15,3-19 0-15,-3-6-1 16,-1-16 1-16,-3-9 0 16,-3-9 0-16,-4-4 0 15,4-9 1-15,-4-9 0 16,-7-7 0-16,0-6-1 15,10-10 1-15,1-15-2 16,10 7 1-16,7-17-10 16,7-3 0-16,11 4-1 15,14-4 1-15</inkml:trace>
  <inkml:trace contextRef="#ctx0" brushRef="#br0" timeOffset="10065.52">5803 15374 103 0,'-56'32'51'0,"126"-29"-51"0,-45-6 52 16,21-3-52-16,14-1 0 0,17-2 0 16,26-4 1-16,6-2-2 15,0-1 0-15,1 0-3 16,-1 7 1-16,-21 6-7 15,-6 3 0-15,-12 3-13 16,-10 0 0-16,-7-3 1 16,-14-13 0-16</inkml:trace>
  <inkml:trace contextRef="#ctx0" brushRef="#br0" timeOffset="10277.37">7341 14659 103 0,'-28'98'51'0,"21"90"-79"16,7-125 108-16,0 34-82 16,0 22 0-16,0 3-15 15,-3-12 0-15,3-13 5 0,-8-28 0 16,5-16-9-16,-8-24 0 15</inkml:trace>
  <inkml:trace contextRef="#ctx0" brushRef="#br0" timeOffset="10689.13">7250 14675 97 0,'-7'-34'48'0,"-15"46"-68"0,22-6 95 0,4 4-76 15,6 6 1-15,8 9 0 16,10 9 0-16,-3 10 0 16,14 6 0-16,0 4 0 15,3 5 0-15,-3-9 0 16,7-6 1-16,-4-16-2 16,4-12 1-16,3-10 0 15,1-9 0-15,3-6 0 16,-11-4 0-16,7 1 0 15,-10-1 0-15,0 4 0 16,-7 3 1-16,-8 2-1 16,-3 8 0-16,1 5 0 15,-8 7 0-15,0 18 0 16,0 13 1-16,4 16-1 16,-8 9 1-16,-6 16-2 0,3 6 1 15,0-9-7 1,0-20 1-16,7-5-9 0,-3-29 1 15,6-15-6-15,-3-3 1 16,15-39 0-16,-1-21 0 16</inkml:trace>
  <inkml:trace contextRef="#ctx0" brushRef="#br0" timeOffset="11009.32">8844 14716 99 0,'-70'22'49'0,"3"-13"-74"0,56-2 101 0,-10-1-77 15,-4 3 1-15,4 4-2 16,3 2 0-16,4 7 0 16,11 13 0-16,3 12-2 15,7 6 0-15,10 16 0 16,5 3 1-16,-5 0 2 15,-3 10 1-15,-7-4 3 16,-10 1 1-16,-11-7 0 16,-11 3 1-16,-7-18-1 15,-3-13 0-15,-4-16-7 16,0-19 1-16,1-15-12 16,6-13 1-16,4-12-2 15,6-7 1-15</inkml:trace>
  <inkml:trace contextRef="#ctx0" brushRef="#br0" timeOffset="11672.65">9190 14826 90 0,'14'40'45'0,"-14"42"-51"0,-7-51 69 15,3 13-61-15,-3 19 0 16,4 3 0-16,-4 9 1 0,-4 7-5 15,4-4 1-15,-3-6 0 16,-1-3 1-16,4-12-3 16,0-17 1-16,0 1-1 15,0-13 1-15,0-6-1 16,0-9 0-16,7-10 0 16,-7-9 1-16,7-7 1 15,0-12 0-15,7-9 1 16,0-17 0-16,10-5 1 15,1-22 0-15,3-13 0 16,4-7 0-16,7-2 1 16,3 12 0-16,-7 7-1 15,0 9 1-15,-3 6-1 16,0 12 1-16,-1 7 0 16,1 10 0-16,3 2-1 15,-3 10 1-15,0 3-1 0,3 7 1 16,-3 2-1-16,6 7 0 15,1 6-1-15,0 9 1 16,-4 7-1-16,-7 6 1 16,-7 3-1-16,-7 9 1 15,-10 4-1-15,-11 6 1 16,-11 6-2-16,-3 3 1 16,-4-2 0-16,4-1 0 15,3-13 0-15,8-5 0 16,9-4-1-16,16-3 1 0,9-3-1 15,18-3 1-15,11 3 0 16,4 0 0-16,3 0 0 16,-4 3 0-16,-7 3 0 15,-17 0 1-15,-14 3-1 16,-18 7 0-16,-22 0-1 16,-20-1 0-16,-18 1-6 15,-7-13 0-15,-4-6-1 16,1-16 0-16</inkml:trace>
  <inkml:trace contextRef="#ctx0" brushRef="#br0" timeOffset="12386.01">6463 13057 74 0,'56'3'37'0,"114"-34"-26"0,-86 21 34 0,36 4-43 16,53 3 0-16,32 0-1 15,35-6 1-15,0-4-13 16,6-9 0-16,-23-9 2 16,-19-10 0-16</inkml:trace>
  <inkml:trace contextRef="#ctx0" brushRef="#br0" timeOffset="12692.81">6576 10771 97 0,'39'-25'48'0,"169"-35"-63"0,-124 45 77 15,40-4-63-15,45-3 1 16,50-3-7-16,7 0 0 15,28-10-9-15,3-9 0 16,-3-9-4-16,-35-10 0 16</inkml:trace>
  <inkml:trace contextRef="#ctx0" brushRef="#br0" timeOffset="13029.45">6583 7667 97 0,'-7'28'48'0,"99"44"-70"0,-47-56 93 16,44-1-72-16,38-8 1 16,35-11-3-16,28-21 1 15,29-22-10-15,3-12 0 16,4-10-1-16,-11-22 0 15</inkml:trace>
  <inkml:trace contextRef="#ctx0" brushRef="#br0" timeOffset="13335.11">6198 5280 89 0,'81'-47'44'0,"166"6"-53"16,-158 16 67-16,45-6-59 15,60-7 1-15,21 1-8 16,32-17 1-16,7 1-8 0,10-6 1 16,-20-29-5-16,-36-6 1 15</inkml:trace>
  <inkml:trace contextRef="#ctx0" brushRef="#br0" timeOffset="13641">6227 2245 99 0,'-29'-10'49'0,"50"-2"-73"15,4 6 96-15,28 2-73 16,18-5 0-16,38-13-5 16,39 0 1-16,22-6 0 15,13 6 0-15,11 0-4 16,-14-3 1-16</inkml:trace>
  <inkml:trace contextRef="#ctx0" brushRef="#br0" timeOffset="14411.08">7729 1232 88 0,'-17'-35'44'0,"27"42"-50"0,1 2 56 0,7 13-50 15,6 19 0-15,8 12 0 16,0 10 0-16,-4 18 0 16,-7 26 0-16,-10 3 0 15,-11 12 0-15,-11-12 0 16,-10 12 0-16,3-12 0 15,-6-7 0-15,-1-12 2 16,0 0 0-16,4-12 0 16,7-10 0-16,3-13 0 15,8-3 0-15,6-18-1 16,8-7 1-16,10-12-5 16,11-13 1-16,17-9-7 15,4-16 0-15,14-13-11 16,-7-12 0-16,11-16 0 15,3-9 0-15</inkml:trace>
  <inkml:trace contextRef="#ctx0" brushRef="#br0" timeOffset="14756.52">8946 1633 86 0,'-42'-50'43'0,"-4"3"-60"0,29 41 85 16,-8-7-66-16,-7 4 0 15,-3 3-2-15,-7 3 1 0,-4 3-2 16,0 9 0-16,7 0 1 16,4 10 1-16,7 6-2 15,10 13 0-15,11 6 0 16,14 28 1-16,18 6 0 15,3 4 0-15,-4-1 0 16,1 17 0-16,-7-1 0 16,-15-6 0-16,-10-10 0 15,-17-2 0-15,-12-7-1 16,-10-10 1-16,1-11-9 16,2-11 1-16,-3-15-1 15,18-18 1-15</inkml:trace>
  <inkml:trace contextRef="#ctx0" brushRef="#br0" timeOffset="15428.02">9292 1985 81 0,'25'6'40'0,"-36"3"-39"0,11-6 52 15,-7 10-50-15,-7 9 1 16,-7 12-1-16,0 10 1 15,-11 19-6-15,0 0 1 16,1 6 2-16,2-3 1 16,5-4-2-16,-5-8 0 0,5-11 0 15,3-5 0-15,3-7 0 16,4-2 0-16,3-17 0 16,8-6 0-1,-4-12 0-15,14-6 0 0,-4-17 0 16,11-14 0-16,4-20-1 15,7-19 1-15,-1-5 0 16,12-11 0-16,-5-18 0 16,8 7 0-16,0 5 0 15,3 13 1-15,-3 10-1 16,0 5 1-16,0 14-1 16,0-1 1-16,3 0 0 15,-3 16 0-15,-11 0-1 16,7 13 1-16,-3 2-1 15,-7 20 1-15,-1 2-1 16,1 13 0-16,-14 7 0 16,-1 6 0-16,-3 9 0 15,-3-3 0-15,-11 9 0 16,0 3 0-16,-4 4 0 16,4 6 0-16,-4 0 0 0,8 3 0 15,17 6-1-15,0 4 1 16,11-7 0-16,10 3 0 15,0-9 0-15,4 0 0 16,0-6 0-16,-4-4 1 16,-10 4-1-16,-7 6 0 15,-15-7 0-15,-17 7 0 0,-18 6-1 16,-17 4 1-16,-11 2-1 16,-11-3 1-16,4-6 0 15,0-3 0-15,4-3-2 16,6-3 1-16,11-4-8 15,11 4 0-15,14-1-1 16,17 4 1-16</inkml:trace>
  <inkml:trace contextRef="#ctx0" brushRef="#br0" timeOffset="15741.68">11342 2035 105 0,'-18'-16'52'0,"68"7"-66"0,-8 9 80 15,32-10-66-15,49 4 0 16,54 3 0-16,49 3 0 16,24-10-1-16,18 1 1 15,7-7-4-15,-10 7 0 16,-15 15-8-16,-24 4 1 16</inkml:trace>
  <inkml:trace contextRef="#ctx0" brushRef="#br0" timeOffset="16076.14">10488 4964 107 0,'-32'-51'53'0,"89"-2"-63"16,-15 44 71-16,50-4-61 16,49-12 0-16,57 0-1 0,52 0 1 15,53-10 0-15,32 13 0 16,29-6-2-16,10 19 1 15,0-10-4-15,-14 13 1 16,-25 15-8-16,-25 7 1 16,-38 12 0-16,-36 7 0 15</inkml:trace>
  <inkml:trace contextRef="#ctx0" brushRef="#br0" timeOffset="16510.66">9955 7485 84 0,'-28'0'42'0,"39"-7"-47"0,13 4 54 16,33 3-48-16,35 3 1 16,42-15 0-16,63-7 1 15,47-18-4-15,45-7 0 16,32-3 0-16,35 9 1 16,1-6-11-16,-12 6 1 0,-10 13-1 15,-21 13 0-15</inkml:trace>
  <inkml:trace contextRef="#ctx0" brushRef="#br0" timeOffset="16908.5">9853 10790 99 0,'-67'-16'49'0,"81"-31"-64"0,11 22 81 16,28-3-66-16,46-7 1 15,35-2-1-15,53-7 1 16,35 6-2-16,32 7 1 16,39 12-1-16,10 7 1 15,22 8-12-15,-1 11 1 0,1-4 0 16,3-13 0-16</inkml:trace>
  <inkml:trace contextRef="#ctx0" brushRef="#br0" timeOffset="17294.37">14333 1489 105 0,'-88'-63'52'0,"11"-56"-65"0,70 107 79 15,-4 2-66-15,7 29 0 16,4 25 0-16,0-10 0 16,18 114-1-16,10 37 1 15,11 47 0-15,3 38 0 16,11 6-7-16,0 0 1 0,0-19-1 15,0-47 1-15</inkml:trace>
  <inkml:trace contextRef="#ctx0" brushRef="#br0" timeOffset="17695.65">13977 1223 100 0,'4'-151'50'0,"197"-3"-57"16,-120 95 60-16,53-7-54 15,49 3 1-15,40-6 0 16,24 16 0-16,-1 6 0 0,5 22 0 15,-11 15-1-15,-4 23 1 16,-7 47 0-16,-10 27 0 16,-18 14-1-16,-10 40 1 15,-22 19-1-15,-35 31 1 16,-32 3 0-16,-45 1 0 16,-54 2 0-16,-45-18 0 15,-53-16 1-15,-53-22 0 16,-50-6-1-16,-17-3 1 0,-25-26-1 15,7-15 1-15,7-25-7 16,1-16 1-16,17-12-1 16,14-13 0-16</inkml:trace>
  <inkml:trace contextRef="#ctx0" brushRef="#br0" timeOffset="17906.91">15406 1445 102 0,'-4'-19'51'0,"22"92"-57"16,-18-45 66-16,0 34-60 16,7 45 0-16,-7 9-2 15,0 28 0-15,-7 10-9 16,7-3 0-16,0 2-1 0,0-21 1 15</inkml:trace>
  <inkml:trace contextRef="#ctx0" brushRef="#br0" timeOffset="18177.99">15695 2044 95 0,'74'-97'47'0,"-21"-101"-56"0,-32 154 66 16,7-9-57-16,4-10 1 16,4-6 0-16,2 4 0 0,1 2-2 15,-7 19 1 1,-4 10 1-16,-7 34 0 0,-7 25 0 16,-7 37 1-16,-14 45-1 15,-7 31 1-15,-10 41-2 16,-5 24 0-16,-6 36-15 15,-4 2 1-15,-10-9-2 16,3-9 1-16</inkml:trace>
  <inkml:trace contextRef="#ctx0" brushRef="#br0" timeOffset="18418.68">14312 3901 107 0,'-35'0'53'0,"24"78"-69"0,15-40 89 16,10 24-74-16,0 23 1 16,14 37-2-16,11 19 1 15,7 13-5-15,10 12 1 16,-3 10-18-16,-3-1 1 15,-4-8-1-15,-11-26 1 0</inkml:trace>
  <inkml:trace contextRef="#ctx0" brushRef="#br0" timeOffset="18834.66">14326 4616 105 0,'-77'-98'52'0,"48"23"-74"16,37 59 102-16,20-21-81 15,35-7 1-15,47-6-2 16,41-26 0-16,54-2 1 16,35 6 0-16,3 3-2 15,15 9 0-15,-15 10-1 16,-17 16 1-16,-21 9 1 15,-26 21 0-15,-16 14 1 0,-26 21 1 16,-17 32 1-16,-14 22 0 16,-11 12 1-16,-17 56 0 15,-11 20-1-15,-14 50 1 16,-18-1-1-16,-17 7 0 16,-22-25-1-16,-24-16 0 15,-25-22-1-15,-21-15 1 16,-32-13-1-16,-28-25 0 31,-127-26-1-31,11-40 1 0,24-25-13 16,14-31 0-16,18-19 0 15,25-25 1-15</inkml:trace>
  <inkml:trace contextRef="#ctx0" brushRef="#br0" timeOffset="19371.91">16496 4387 98 0,'35'-7'49'0,"-45"1"-62"0,-1 9 78 0,-10 10-64 16,-11 18 1-16,-28 38 0 16,-17 31 0-16,-19 57-3 15,-3 22 1-15,-13 34-5 16,-1-3 0-16,14-12-1 16,14-35 1-16</inkml:trace>
  <inkml:trace contextRef="#ctx0" brushRef="#br0" timeOffset="19575.39">15473 4769 102 0,'-4'-28'51'0,"57"53"-54"0,-25-6 63 15,25 9-60-15,18 25 0 16,24 35 0-16,29 28 0 15,13 13-4-15,1 34 0 16,-4-3-18-16,-7 6 1 16,-21 3-1-16,-29-12 0 0</inkml:trace>
  <inkml:trace contextRef="#ctx0" brushRef="#br0" timeOffset="19847.45">13772 6688 109 0,'-31'-31'54'0,"17"59"-80"16,21-3 105-16,10 41-79 15,4 34 0-15,11 51 0 16,11 28 0-16,6 25-2 16,14 12 1-16,-3-3-12 15,-3-12 1-15,-4-35-1 0,3-22 1 16</inkml:trace>
  <inkml:trace contextRef="#ctx0" brushRef="#br0" timeOffset="20230.84">13885 7127 88 0,'-113'-50'44'0,"50"34"-40"0,56 10 55 0,7 0-59 16,25-10 1-16,31-12-1 15,43-7 1-15,45-24-2 16,47-4 1-16,31-9 0 15,32 6 0-15,11 7-1 16,-4 21 1-16,-14 16-1 16,-18 22 1-16,-21 19-1 15,-17 31 1-15,-29 38 0 16,-21 28 1-16,-24 41 0 16,-29 21 0-16,-39 11-1 15,-28 5 1-15,-24-15-1 16,-25-7 1-16,-29-6-1 15,-31-25 0-15,-32-18 0 16,-21-17 0-16,-43-8-1 16,-27-14 1-16,-22-18-6 15,-14-13 0-15,0-18-11 0,21-13 0 16,29-22 0-16,27-16 0 16</inkml:trace>
  <inkml:trace contextRef="#ctx0" brushRef="#br0" timeOffset="20436.59">14411 7080 97 0,'-25'-15'48'0,"29"40"-66"0,6-10 88 0,19 14-69 15,20 33 0-15,18 17-1 16,21 2 1-16,7 1-14 15,15-1 0-15,3-18 0 16,3-32 1-16</inkml:trace>
  <inkml:trace contextRef="#ctx0" brushRef="#br0" timeOffset="20590.66">15663 7168 99 0,'-70'41'49'0,"-43"56"-59"16,78-41 75-16,-18 32-65 15,-14 38 1-15,-14 24-1 16,-4 20 0-16,0 21-9 16,11-6 1-16,7-13-1 15,14-18 1-15</inkml:trace>
  <inkml:trace contextRef="#ctx0" brushRef="#br0" timeOffset="20861.61">13384 9918 118 0,'-45'3'59'0,"16"29"-77"0,29-14 89 0,11 45-72 16,14 44 1-16,3 40-7 16,14 41 0-16,8 19 1 15,-1 16 1-15,4-13-20 16,0-28 0-16,3-28 0 16,-6-45 0-16</inkml:trace>
  <inkml:trace contextRef="#ctx0" brushRef="#br0" timeOffset="21244.04">13610 10244 88 0,'-102'-122'44'0,"10"25"-62"0,82 72 84 16,3-10-66-16,17 1 1 15,39-13 1-15,26-16 0 16,41-15-3-16,50-4 1 15,45-6 1-15,15 7 1 16,18 15-2-16,-4 19 0 16,-8 22-1-16,-9 25 1 15,-22 25 0-15,-11 47 0 0,-20 38 0 16,-26 40 0 0,-24 41 1-16,-18 38 1 0,-20-3-1 15,-22 22 0-15,-22-22-1 16,-20-26 1-16,-29-11 0 15,-24-11 0-15,-32-24-1 16,-35-16 1-16,-39-19-1 16,-29-12 1-16,-31-26-3 15,-14-24 0-15,-4-35-6 16,11-26 1-16,11-27-1 16,10-38 0-16</inkml:trace>
  <inkml:trace contextRef="#ctx0" brushRef="#br0" timeOffset="21581.53">14376 10329 104 0,'-18'-16'52'0,"18"-9"-61"0,11 13 75 16,17-7-66-16,28 0 0 15,15 6-1-15,10 7 1 16,7 9 0-16,-7 22 0 16,-17 13-1-16,-22 22 0 15,-28 31 0-15,-28 18 0 16,-21 14-1-16,-29 15 1 16,-6-7-1-16,6-12 1 15,15-28 0-15,17-12 1 0,25-20 0 16,39-8 1-16,31-17-1 15,29-12 1-15,42-6-8 16,25-4 1-16,14 1-1 16,-7-1 1-16</inkml:trace>
  <inkml:trace contextRef="#ctx0" brushRef="#br0" timeOffset="22079.81">10795 14638 103 0,'-88'62'51'0,"148"-46"-57"16,-18-13 66-16,32-3-60 15,57 0 0-15,31-6 0 16,46 3 0-16,28-4-4 15,18 1 0-15,-3-6-6 16,-11 2 1-16,-21-9-8 16,-22 1 0-16,-10-1 0 15,-18-6 0-15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36:22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3877 1100 89 0,'11'-144'44'0,"-22"-54"-33"16,4 155 44-16,-4 5-54 15,-3 7 1-15,-25 2-1 16,-17 14 1-16,-15 30-3 15,-10 48 0-15,-7 25 2 16,-14 37 0-16,-15 20-1 16,15 21 0-16,7 12 0 15,31-18 0-15,18-31-1 16,32-32 1-16,25-40 0 16,38-32 0-16,29-53 1 15,24-35 0-15,29-16 0 16,10-21 1-16,4-7-1 15,13 16 1-15,-17 13-1 0,-17 6 1 16,-8 28-2-16,-24 6 1 16,-11 23-1-16,-7 15 1 15,-31 25-1-15,-15 28 0 16,-18 19 0-16,-31 35 0 16,-14 37-1-16,-29 16 1 15,-13 9-1-15,-4 1 1 16,3-10 0-16,15-25 1 15,13-16 0-15,4-16 0 0,15-21 0 16,13-10 1-16,7-19-1 16,11-9 1-16,22-28-1 15,23-16 0-15,26-16-5 16,10-28 0-16,18-25-16 16,28-37 0-16,14-11 0 15,-14-17 0-15</inkml:trace>
  <inkml:trace contextRef="#ctx0" brushRef="#br0" timeOffset="288.37">6297 824 101 0,'-46'-72'50'0,"-17"60"-61"16,42 12 86-16,-18 9-74 15,-11 10 0-15,-20 25 0 16,-18 18 0-16,-4 23-2 0,7 28 0 16,4 12 1-16,18 26 1 15,24 0-1-15,18-17 0 16,31-14 0-16,15-17 0 16,24-21 0-16,25-13 0 15,7-13-4-15,1-22 0 16,9-8-21-16,-10-8 1 15,4-18-1-15,-32-6 0 16</inkml:trace>
  <inkml:trace contextRef="#ctx0" brushRef="#br0" timeOffset="836.24">6495 1589 103 0,'-29'4'51'0,"36"-26"-76"15,15 22 101-15,-1-7-77 16,18 4 1-16,21 3-8 16,17-6 1-16,15 6-4 15,-4-3 1-15,4-10-5 16,-4 10 0-16</inkml:trace>
  <inkml:trace contextRef="#ctx0" brushRef="#br0" timeOffset="1340.59">8047 1169 101 0,'0'-53'50'0,"60"9"-65"0,-46 25 82 16,4-9-67-16,-4-3 0 15,0-7 0-15,-4 0 0 16,1-6 0-16,-7 10 0 16,-4-13 0-16,0 12 0 0,0 1 0 15,0 9 0-15,0 3 0 16,7 6 0-16,-7 7 0 16,10 9 0-16,1 12 1 15,3 20 0-15,3 12-1 16,1 9 1-16,-4 10 0 15,-7 9 0-15,0 3-1 16,-3 10 1-16,3-4-1 16,-7 1 1-16,-11-4-1 15,1-6 0-15,-4-6 0 16,-8 19 0-16,-6-13 0 16,-7 0 0-16,-7-9 0 15,-1-10 0-15,5-9-1 16,9-16 1-16,1-3-1 15,3-3 1-15,11-12 0 16,14-10 0-16,4-3 0 0,20-7 1 16,15-9-2-16,14-12 1 15,0 0-11-15,14-4 1 16,7-6-1-16,14 10 0 16</inkml:trace>
  <inkml:trace contextRef="#ctx0" brushRef="#br0" timeOffset="2108.59">2981 3562 87 0,'-261'47'43'15,"74"3"-46"-15,155-41 53 0,4 1-50 16,7 9 1-16,21 6 0 16,39 3 0-16,21-3-1 15,49-3 1-15,46-3 1 16,64-7 1-16,35-2 0 15,60-20 0-15,53-2 0 16,38-10 0-16,47-22-1 0,45-16 1 16,22-30-1-16,14-20 0 15,-1-3-1-15,-196 38 0 16,200-101-1-16,-67 22 0 16,-53-24 0-16,-63-7 0 15,-57 12 0-15,-49-28 0 16,-46 10 0-16,-42 6 1 15,-46-6-1-15,-42 6 1 16,-54-10-1-16,-56 14 1 16,-52 2-1-16,-89 19 0 0,-64 0 0 15,-73 6 0-15,-57 32-1 16,-42 25 0-16,-47 31-1 16,-20 22 1-16,-18 25 0 15,7 38 0-15,0 25 0 16,18 9 0-16,0 1 0 15,17 18 1-15,29 9 0 16,24 35 0-16,29 0 0 16,45 0 0-16,25 19-1 15,50 9 1-15,45 7-1 16,36 24 1-16,42-2 0 16,17 21 0-16,36 20 0 15,32 30 0-15,20 13 0 16,40 4 0-16,60-20 0 15,45-21 0-15,64-32 1 16,67-38 1-16,53-40 0 16,67-44 0-16,45-35 0 0,33-31 1 15,6-41-6-15,4-12 0 16,-42-22-1-16,-11-13 0 16</inkml:trace>
  <inkml:trace contextRef="#ctx0" brushRef="#br0" timeOffset="3709.03">10986 3509 81 0,'10'-19'40'0,"89"-35"-35"15,-39 45 41-15,28-13-46 16,28 3 1-16,40-3-1 15,6-6 1-15,21 3-3 16,4-3 1-16,-7-4-3 0,4 7 1 16,-8 3-7-16,-24-6 0 15,-18 12 0-15,-14-2 0 16</inkml:trace>
  <inkml:trace contextRef="#ctx0" brushRef="#br0" timeOffset="4109.95">11589 6202 108 0,'113'-15'54'0,"81"-23"-74"0,-127 29 94 16,24 2-75-16,33 1 1 15,3 0-11-15,14-1 0 16,0 7 5-16,-3-9 0 16,-11-10-6-16,-14-18 0 15</inkml:trace>
  <inkml:trace contextRef="#ctx0" brushRef="#br0" timeOffset="5090.06">9169 3314 85 0,'-53'-100'42'0,"-28"46"-47"0,63 45 55 16,-3 0-51-16,0-1 1 16,-8 10 0-16,8 13 0 15,-21 12 0-15,3 13 1 0,0 24 0 16,1 20 0-16,-12 15 1 15,-3 16 1-15,-3 34-1 16,6 1 1-16,5-4-1 16,2 3 0-16,15-9-1 15,10-25 1-15,11-28-2 16,14-16 1-16,7-32-1 16,25-18 1-16,11-38 0 15,3-15 0-15,14-19-1 16,-7-13 1-16,7-25-1 15,14-3 1-15,3 9-1 16,-6 7 1-16,-11 15-1 16,-3 3 1-16,-15 16-1 15,-7 13 0-15,-10 9 0 16,-7 25 1-16,-8 16-1 16,-13 25 0-16,-15 28 0 15,-3 10 0-15,-11 9 0 0,1 18 0 16,-4 1 0-16,17-3 0 15,-14-16 0-15,22-16 0 16,10-15 0-16,7-13 0 16,11-19 0-16,10-19 1 15,4-12-1-15,10-13 1 16,8-18-1-16,24-16 1 16,-7-4-1-16,3-8 1 15,-6-7-1-15,-8 6 0 16,-6-6 0-16,-11 13 1 0,-11 12-1 15,-7 12 1-15,-14 17-1 16,-3 18 0-16,-11 9 0 16,-4 13 0-16,-3 7 0 15,0 2 0-15,4 4 0 16,6-4 0-16,8-15 0 16,10-13 0-16,7-9 0 15,0-9 1-15,-3-16 0 16,-4-7 0-16,-7-9 0 15,-10 0 0-15,-8-3 0 16,-6 6 0-16,-8 10-4 16,-3 12 1-16,0 19-14 15,0 22 0-15,-4 13-1 16,-10 9 1-16</inkml:trace>
  <inkml:trace contextRef="#ctx0" brushRef="#br0" timeOffset="5677.78">9521 6049 89 0,'-59'-91'44'0,"-12"9"-52"0,53 66 66 0,-17 4-57 15,-7 12 0-15,-22 12 0 16,-10 20 1 0,-35 90-3-1,21-12 1-15,17-16 0 16,18-9 1-16,14-26-1 15,22-12 0-15,10-19 0 16,14-12 1-16,7-22-1 16,14-7 1-16,14-15 0 15,8 3 1-15,3 0-1 16,3 15 1-16,-7 4 0 16,1 19 0-16,-15 6-1 15,0 15 1-15,-13 10-1 16,-8 12 0-16,-7 23-1 15,0 12 1-15,-7 0-1 16,-7 3 0-16,-11 3 0 0,4 10 0 16,-7-7 0-16,3-28 0 15,11 0 1-15,7-19 1 16,18-18 0-16,10-19 0 16,4-35 1-16,17-22 0 15,18-15-1-15,25-7 0 16,-4-3-6-16,-3-3 1 15,-11 3-18-15,-7 3 1 16,-11 10-1-16,-10 3 1 0</inkml:trace>
  <inkml:trace contextRef="#ctx0" brushRef="#br0" timeOffset="5826.69">10047 6842 109 0,'14'185'54'0,"-28"-50"-72"0,11-88 98 0,3 31-80 15,0 19 0-15,3 13-6 16,8 12 0-16,6-2-9 16,19-14 1-16,6-24-4 15,7-29 1-15</inkml:trace>
  <inkml:trace contextRef="#ctx0" brushRef="#br0" timeOffset="6205.65">12943 2392 106 0,'-70'-72'53'0,"59"154"-68"0,11-38 86 0,7 21-71 16,4 76 0-16,10 48 1 16,14 74 1-16,4 79-2 15,11 62 1-15,2 48 0 16,1 12 0-16,0-38-1 15,-3-37 1-15,-8-16-5 16,-14-34 1-16,-10-35-15 16,-11-65 0-16,-11-61 0 15,-3-62 0-15</inkml:trace>
  <inkml:trace contextRef="#ctx0" brushRef="#br0" timeOffset="6964.48">13035 2141 103 0,'-176'-78'51'0,"95"69"-68"0,74 9 86 0,7-7-70 16,17 4 1 0,40-6 0-16,41-7 0 0,68-12 0 15,67-35 1-15,78-9-1 16,77-22 0-16,56-6 0 16,53-1 1-16,29-24-1 15,-191 46 1-15,318-21-1 16,-53 22 1-16,-54 24-2 15,-41 26 1-15,-50 28 0 16,-56 3 0-16,-64 47 0 16,-57 23 0-16,-52 8 0 15,-39 26 0-15,-49 43 1 16,-29 13 0-16,-28 60 0 16,-10 25 0-16,-8 37 0 15,1 47 1-15,-8 10-1 16,-3-3 0-16,-3 6-1 15,-1-35 1-15,-3-2-2 16,-14-32 0-16,-8-22 0 16,-20-16 0-16,-8-34 0 15,-10-19 0-15,-18-16 0 0,-21-18 1 16,-21-26 0-16,-21-18 0 16,-28-7 0-16,-33-15 0 15,-23-10 0-15,-44-3 0 16,-34-3 0-16,-40 3 0 15,-31 0-1-15,-42 3 1 16,-32-6 0-16,-29-3 0 0,-10 0 0 16,4 3 1-16,7-3 0 15,17 6 0-15,53-6 0 16,39-10 0 0,42-12 1-16,57-22 0 0,35-19 1 15,32-31 0-15,28-22 0 16,21-28 0-16,28-42 0 15,22-18 0-15,31-18-1 16,29-14 0-16,20-12-4 16,22 1 0-16,28-1-13 15,32 16 1-15,4 12-1 16,6-19 1-16</inkml:trace>
  <inkml:trace contextRef="#ctx0" brushRef="#br0" timeOffset="8251.75">17149 2935 99 0,'21'-141'49'0,"-25"62"-48"0,1 60 49 0,-11-9-50 16,-11 9 0-16,-14-6 0 16,-28 6 0-16,-18 13 1 15,-31 25 0-15,-32 25 1 16,-25 59 0-16,-21 32 1 16,-4 44 0-16,15 28 1 15,28 38 0-15,42-10 0 16,49 6 1-16,54-37-1 15,52-28 1-15,43-35-2 16,35-35 0-16,35-27-3 16,14-39 1-16,15-18-7 15,-1-28 0-15,-10-31-22 0,-14-23 0 16,-1-15 0-16,-31-7 0 16</inkml:trace>
  <inkml:trace contextRef="#ctx0" brushRef="#br0" timeOffset="8373.29">18165 3832 119 0,'7'-44'59'0,"3"44"-84"0,-6 6 118 15,3 6-93-15,0 29 1 0,10 50 0 16,5 41 0-16,2 65-2 16,12 57 0-16,2 44 0 15,19 38 1-15</inkml:trace>
  <inkml:trace contextRef="#ctx0" brushRef="#br0" timeOffset="62797.72">8431 5362 81 0,'-49'-19'40'0,"28"13"-34"16,17 6 41-16,-3-3-46 16,4 3 1-16,3 3 0 15,10 0 0-15,19 0-2 16,31 0 1-16,21-9 2 15,28-7 1-15,29-12-1 16,34-12 0-16,33-17 0 16,7 1 1-16,21-7-3 0,-68 13 1 15,65-12-1-15,-15 12 1 16,-35-3-2-16,-25 3 1 16,-28 12-1-16,-25 7 0 15,-28-4-1-15,-24 14 0 16,-22 5-10-16,-32 4 1 15,-31-1-1-15,-28 4 1 16</inkml:trace>
  <inkml:trace contextRef="#ctx0" brushRef="#br0" timeOffset="63599.56">8770 8341 92 0,'18'-28'46'0,"109"-7"-50"0,-67 26 60 0,17-10-54 16,26 3 0-16,31-3 1 15,17 1 0-15,8-7-4 16,14 3 1-16,0-10 2 15,-4-2 0-15,-7-10-1 16,-17 3 1-16,-25 7-1 16,-21 8 0-16,-29 8-1 15,-24 5 1-15,-32 10-1 16,-28 12 0-16,-39 16-1 16,-31 16 1-16,-43 6-1 15,-32 10 0-15,-25 2-1 16,-10-2 1-16,-7 2 0 15,4 4 0-15,13 0 0 16,26-1 1-16,23-15 0 16,16-3 0-16,16-6 0 15,29-10 1-15,32-3-1 16,17-6 0-16,25-9-1 0,25-10 1 16,24-13 0-16,36-9 1 15,28-19-1-15,14-3 0 16,21-3 1-16,7-3 1 15,0 6-1-15,4 10 0 16,-11-4 0-16,-14 4 0 16,-14 9-1-16,-17 9 0 15,-12 0-14-15,-6 4 0 0,-14-1 0 16,-8-9 0-16</inkml:trace>
  <inkml:trace contextRef="#ctx0" brushRef="#br0" timeOffset="66350.6">3260 10451 99 0,'21'-100'49'0,"18"-73"-48"16,-22 111 49-16,8-17-50 15,10-27 0-15,-10-17 0 16,0 1 1-16,-11-3-1 16,-14 9 0-16,-14 18 1 15,-22 39 0-15,-17 37 0 16,-35 44 0-16,-21 47 0 16,-11 50 0-16,0 41-1 15,11 22 1-15,17 0-2 16,32-26 1-16,42-36 0 15,36-42 0-15,24-50 0 0,39-37 0 16,29-51 0-16,6-28 1 16,25-24 0-16,7 2 0 15,-13 16 0-15,-19 22 0 16,-17 28 0-16,-22 34 0 16,-24 29 0-16,-21 34 0 15,-14 35 0-15,-18 25 0 0,-18 19 0 16,-3 12 0-16,0-12-1 15,10-22 0-15,11-20 1 16,21-17 0-16,18-33 0 16,32-24 0-16,31-29-1 15,32-37 1-15,25-25-14 16,14-13 1-16,7-28-2 16,6-15 1-16</inkml:trace>
  <inkml:trace contextRef="#ctx0" brushRef="#br0" timeOffset="66669.98">5539 9304 112 0,'-184'72'56'0,"-49"194"-70"0,184-184 84 16,-11 40-70-16,11 3 0 16,20 4 0-16,36-7 0 15,25-18-1-15,49-26 1 16,36-21-4-16,31-39 1 0,32-30-17 15,3-16 1-15,11-19-1 16,-3-7 1-16</inkml:trace>
  <inkml:trace contextRef="#ctx0" brushRef="#br0" timeOffset="66862.35">6438 10229 117 0,'-32'-4'58'0,"50"23"-84"15,3-25 105-15,18-7-86 16,25-8 1-16,31-14-38 16,25-6 0-16,10-15 47 15,-20-1 0-15</inkml:trace>
  <inkml:trace contextRef="#ctx0" brushRef="#br0" timeOffset="67220.11">7585 9498 107 0,'-21'22'53'0,"28"-44"-73"0,3 16 95 0,18-7-75 16,18 1 0-16,14-1 1 16,25 10 0-16,-4 6-2 15,7 10 1-15,-21 18-1 16,-10 22 1-16,-11 7-1 16,-32 12 0-16,-25 19-1 15,-28 19 1-15,-17-4 0 16,-8-2 1-16,4-13 1 15,11-16 1-15,24-6 0 16,18-9 1-16,32-1-1 16,35-9 1-16,18-3-5 15,24-3 1-15,18-9-22 16,10-16 1-16,-3-13-1 16,-24-16 0-16</inkml:trace>
  <inkml:trace contextRef="#ctx0" brushRef="#br0" timeOffset="67948.13">2942 11953 104 0,'-109'-3'52'0,"109"22"-76"0,17-19 96 0,43-3-73 16,29-7 1-16,41-12-1 16,50-3 1-16,78-9 0 15,41-4 1-15,44-3-2 16,45 1 1-16,35-7-1 15,29-10 1-15,3-5-1 16,-14-14 1-16,-4-21 0 16,-10-19 0-16,-18-3 0 15,-31-3 0-15,-26-20 0 16,-27-2 0-16,-36-6 0 16,-45-10 1-16,-29-6-1 15,-42 3 0-15,-43-4 0 16,-42 11 1-16,-52-1-1 15,-50-3 0-15,-68 6 0 16,-62 7 1-16,-93 9-1 0,-62 16 0 16,-89 9 0-16,-53 28 0 15,-50 13 0-15,-31 31 1 16,-39 19-1-16,-3 28 1 16,-11 23-1-16,7 21 0 15,10 19-1-15,36 41 1 16,25 12-1-16,38 3 1 15,61 26-1-15,31 2 1 16,67 17-1-16,53 15 1 0,46 6-1 16,63 19 1-16,57 0 0 15,60 25 0-15,56-12 0 16,82-10 1-16,91-6 2 16,70-34 0-16,93-32 0 15,56-38 1-15,49-37-1 16,25-34 0-16,3-29-3 15,15-13 0-15,-7-9-16 16,-8-6 0-16,-24 7-1 16,-53-8 1-16</inkml:trace>
  <inkml:trace contextRef="#ctx0" brushRef="#br0" timeOffset="68838.87">10488 11997 114 0,'-67'-44'57'0,"-95"-53"-74"15,112 78 93-15,-13 0-77 16,-15 4 1-16,-13 2-3 16,-15 10 1-16,-4 12 1 15,5 20 0-15,-5 8-3 16,1 17 1-16,-1 12 0 16,12 12 1-16,20 0 0 15,25-2 1-15,28-17 2 16,32-18 0-16,32-19 1 15,28-32 1-15,36-18 0 16,27-9 0-16,1-1-1 0,3 3 0 16,-4 17-1-16,-13 15 0 15,-26 28-2-15,-24 28 1 16,-21 22 0-16,-32 26 0 16,-35 36 0-16,-28 14 0 15,-22 9 0-15,-17 3 1 16,-11-9 0-16,8-13 1 15,13-22-1-15,18-22 1 16,21-22-2-16,22-12 0 16,27-13 1-16,25-15 1 0,22-23-2 15,24-21 0 1,28-22-1-16,29-38 1 0,10-19 1 16,18-22 0-16,-4-6-2 15,-24 9 1-15,-25 23 0 16,-29 18 0-16,-24 28 0 15,-24 35 1-15,-26 28 0 16,-31 32 0-16,-18 24-3 16,-7 10 1-16,1 6 1 15,6-9 1-15,18-19-1 16,13-9 0-16,19-26 0 16,14-28 0-16,17-18 3 15,7-23 1-15,1-15-3 16,-4-3 1-16,0-7-1 15,-11 4 1-15,-7 9-4 16,-10 3 1-16,-15 6-13 16,-13 10 0-16,-11 3-1 0,-15 12 0 15</inkml:trace>
  <inkml:trace contextRef="#ctx0" brushRef="#br0" timeOffset="69406.73">9878 14719 104 0,'-71'-12'52'0,"-31"27"-61"16,67 7 67-16,-18 25-59 16,-7 47 1-16,-14 41-1 15,-15 50 1-15,-9 19 0 16,6 6 1-16,7-22 0 15,25-44 0-15,22-34 0 16,16-31 1-16,26-39 0 16,28-33 0-16,10-32-1 15,25-32 1-15,4-31-2 16,17-12 1-16,7-10-2 0,4 10 1 16,-22 25-1-16,-10 24 0 15,-21 33 0-15,-17 30 0 16,-19 32 1-16,-13 34 0 15,-19 32 1-15,-16 19 0 16,-5 6 1-16,-3 9 0 16,8-9 1-16,9-16 1 15,19-19-1-15,17-18 1 0,25-20-2 16,24-30 1-16,18-29-3 16,21-25 0-16,29-28-9 15,6-10 0-15,-6-6 0 16,-4-9 0-16</inkml:trace>
  <inkml:trace contextRef="#ctx0" brushRef="#br0" timeOffset="69560.08">10799 16328 125 0,'-53'172'62'0,"-74"45"-73"16,95-161 86-16,-3 35-76 15,-1 25 1-15,12 13-11 16,10-13 1-16,10-4-13 16,11-5 0-16,14-19-5 15,7-19 0-15</inkml:trace>
  <inkml:trace contextRef="#ctx0" brushRef="#br0" timeOffset="69968.46">11818 12408 114 0,'-39'-16'57'0,"57"10"-85"15,-4 0 110-15,25-1-82 16,17 1 0-16,32-3 0 15,36-1 0-15,10 1-1 16,21 0 1-16,11 2-5 16,-11 4 1-16,-7 6-12 15,-6 10 0-15,-23 12-1 0,-27 16 1 16</inkml:trace>
  <inkml:trace contextRef="#ctx0" brushRef="#br0" timeOffset="70286.61">11236 15531 123 0,'18'66'61'0,"-29"-53"-85"16,32-17 106-16,25 4-82 15,28-6 1-15,46-3-1 16,28-4 1-16,46-6-2 16,11-2 1-16,7 2-1 15,-1-3 1-15,-24 6-3 16,-25 7 0-16,-24-1-8 15,-32 10 0-15,-28-6 0 16,-33-13 0-16</inkml:trace>
  <inkml:trace contextRef="#ctx0" brushRef="#br0" timeOffset="70753.12">13391 11533 113 0,'-60'9'56'0,"25"20"-67"15,35-7 75-15,7 40-64 16,7 36 0-16,11 58 0 15,7 70 0-15,7 81 0 16,10 73 0-16,-3 37 0 16,-4 25 0-16,4 3 0 15,-7-37 0-15,-7-35-1 16,-8-44 0-16,-6-37-5 16,0-38 1-16,-8-31-12 15,-6-29 1-15,-4-34-1 16,-7-31 0-16</inkml:trace>
  <inkml:trace contextRef="#ctx0" brushRef="#br0" timeOffset="71572.24">13688 11220 120 0,'-28'-88'60'0,"119"16"-84"16,-34 50 106-16,45-16-83 15,60-9 1-15,61-13-4 16,62-12 1-16,47 0 3 15,45-9 0-15,19 2-2 16,13 10 0-16,0 7 0 16,-7 2 1-16,-21 7 1 15,-25 15 1-15,-38 7 1 16,-43 12 0-16,-35 16 0 16,-42 6 1-16,-33 9-1 15,-24 10 1-15,-35 13-1 0,-25 12 0 16,-24 19-2-16,-18 21 1 15,-15 26-1-15,-13 25 0 16,0 22 0-16,-4 19 0 16,10 31-1-16,15 6 1 15,14 35 0-15,28 10 0 16,21 21 0-16,25 6 1 16,11 10-1-16,10 3 0 0,0-6 0 15,0-10 0-15,-14-15-1 16,-21-19 1-16,-25-10-1 15,-25-27 1 1,-27-11-1-16,-33-11 1 0,-35-10-1 16,-31-22 1-16,-36-16-1 15,-35-9 1-15,-36-16-2 16,-34-19 1-16,-33-3-1 16,-38-21 0-16,-21-14-1 15,-29-8 0-15,-10-17 0 16,3 1 0-16,11-10 1 15,18-6 1-15,27-6 0 16,12-7 1-16,27-3 1 16,15-6 0-16,14 0 0 15,10 0 1-15,1 0-1 16,13 7 1-16,8 2-2 16,13 4 1-16,12-1-1 15,20 1 1-15,22-4-1 0,31-6 1 16,25-3-1-16,21-9 1 15,25-13-2-15,25-22 1 16,20-38-8-16,22-18 1 16,11-22 0-16,10-32 0 15</inkml:trace>
  <inkml:trace contextRef="#ctx0" brushRef="#br0" timeOffset="71889.03">16595 12474 123 0,'-39'-72'61'0,"-56"-63"-72"16,66 104 85-16,-20-7-74 15,-11 10 0-15,-18 6-1 16,-20 15 1-16,-26 26-1 15,-24 50 1-15,-11 38-1 16,-10 43 0-16,3 42 0 16,32 37 0-16,28 18 1 15,36 14 0-15,41-23-3 16,37-19 1-16,37-18-6 16,26-38 0-16,24-44-20 0,29-40 0 15,10-51-1-15,7-37 1 31</inkml:trace>
  <inkml:trace contextRef="#ctx0" brushRef="#br0" timeOffset="72278.21">16954 13725 125 0,'-52'9'62'0,"16"-37"-96"0,43 19 130 0,0 3-97 16,15-4 1-16,20 4-1 16,14-10 1-16,15 10 0 15,10 6 0-15,0 9-1 16,-14 1 1-16,-14 12-1 16,-11 22 0-16,-17 12 0 15,-28 22 1-15,-29 16 0 16,-35 19 0-16,-14 7 0 15,-11 5 0-15,-14-6 0 16,7-12 0-16,18-16 0 16,25-16 0-16,24-9 0 15,32-13 1-15,28-9-1 16,29-3 0-16,34-13 0 16,26-3 1-16,17-3-1 15,25-3 0-15,17 0-16 16,-49-7 1-16,74-12-1 15,-49 0 1-15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29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1860 74 11648,'-116'-47'2760,"96"41"-2250,-1 0 0,0 1 0,-35-4 0,30 8-236,-1 2 0,1 0 0,0 2 1,0 1-1,0 1 0,-32 11 0,35-9 890,1 1 0,-28 15 0,40-19-816,-36 18-211,0 2 1,2 3-1,0 1 0,2 1 0,2 3 0,-70 70 0,-41 81-115,-21 64 106,113-146-11,-59 142 0,-43 209 139,31 88 0,68-174 54,-17 477-1,78-264-10,59-43 21,133 370 64,-137-722-333,78 180 0,-80-247-21,5-2 0,102 154 0,-122-214-10,3-2 1,2-2 0,2-2-1,2-1 1,78 60-1,-96-86 0,2-1 0,1-2 0,0-1 0,1-2 0,1-1 0,1-1 0,0-2 0,0-1 0,1-2-1,0-1 1,54 4 0,-42-11 18,-1-2 0,1-1-1,0-3 1,-1-2 0,0-2 0,0-1-1,-1-3 1,0-2 0,-1-2 0,-1-1-1,-1-3 1,45-28 0,-41 17 12,-1-2-1,66-64 1,-44 30 14,67-87 0,-37 24 12,-6-5 1,125-249-1,-112 160 2,82-260-1,-28-88 114,-130 420-95,17-281 1,-42 280-2,-28-257-1,8 290-36,-5 0 0,-62-189 0,51 213-28,-5 3 0,-89-162 0,93 200-20,-2 2 0,-3 1 0,-2 3 0,-2 1-1,-72-64 1,56 66-39,-2 2 0,-3 2 0,-1 4 0,-2 2 0,-1 3 0,-134-45 0,96 46-152,-1 5 0,-1 5-1,-2 4 1,-114-3 0,149 17-1141,-99 9 1,139-1 463,0 2 0,1 2 0,0 1 0,-63 23 0,12 5-1468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0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56 176 7680,'-14'-8'1437,"-27"-12"10309,43 20-10892,1 0-719,-1 1 1,1-1-1,0 1 1,0 0 0,-1 0-1,1 0 1,0 0-1,-1 1 1,1-1 0,-1 1-1,0-1 1,0 1-1,1 0 1,-1 0 0,0 0-1,0 0 1,2 4-1,5 7-421,16 25-1,-20-29 425,22 42 36,-1 1-1,-3 2 1,-3 0 0,16 62 0,39 229 702,-72-324-872,0-6-3,3 13-6,-1-1 1,-1 1 0,-2 1-1,-2 53 1,0-78-1,-1 0-1,1 0 1,-1-1 0,-1 1-1,1 0 1,0-1 0,-1 1-1,0-1 1,0 1 0,0-1-1,0 0 1,-3 3 0,4-5 3,1 0 1,-1 0 0,0-1-1,0 1 1,1-1 0,-1 1-1,0-1 1,0 1 0,0-1-1,0 1 1,0-1 0,0 0-1,0 1 1,0-1 0,0 0-1,0 0 1,0 0 0,0 0-1,-1 0 1,0 0 0,1-1 1,-1 1-1,1-1 0,0 0 1,-1 1-1,1-1 0,0 0 1,-1 0-1,1 0 1,0 0-1,0 0 0,0 0 1,0 0-1,0 0 0,0 0 1,-1-3-1,-4-5 1,1 0 0,1 0 0,0-1 0,0 0 0,1 1 0,0-1 0,1-1 0,0 1 0,0 0 0,1 0 0,0-1 0,1 1 0,2-15 0,0 0 0,2 1 0,1-1 0,1 1 0,13-37 0,19-31-386,79-143-1,78-73-1122,-88 146-1329,-56 93 1430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1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184 525 10624,'-1'2'385,"-8"20"2704,9-22-3053,-1 0-1,1 0 0,0 1 0,0-1 0,0 0 1,-1 1-1,1-1 0,0 0 0,0 1 1,0-1-1,0 0 0,0 1 0,0-1 0,0 0 1,0 1-1,0-1 0,0 0 0,0 1 0,0-1 1,0 0-1,0 1 0,0-1 0,0 0 0,0 1 1,0-1-1,0 0 0,1 1 0,-1-1 0,0 0 1,0 0-1,0 1 0,1-1 0,-1 0 0,0 0 1,0 1-1,1-1 0,-1 0 0,0 0 0,0 1 1,1-1-1,-1 0 0,0 0 0,1 0 0,-1 0 1,0 0-1,1 1 0,-1-1 0,0 0 1,1 0-1,-1 0 0,0 0 0,1 0 0,-1 0 1,3-2 311,0 1 0,-1-1 0,1 1 0,-1-1 0,0 0 0,1 0 0,-1 0 0,0 0 0,0 0 0,0-1 0,-1 1 0,3-3 0,1-3-123,18-24-169,-1-1 0,-1-1-1,24-56 1,34-115 388,-75 194-297,0-1 0,-1 1 1,0-1-1,-1 0 0,0 0 0,0-23 1,-2 34-122,0 0 1,0 0 0,0 0 0,0 0-1,0 0 1,0 0 0,0 0 0,0 0-1,0 1 1,-1-1 0,1 0 0,0 0-1,-1 0 1,1 0 0,-1 0-1,1 0 1,0 0 0,-1 1 0,0-1-1,1 0 1,-1 0 0,0 1 0,1-1-1,-1 0 1,0 1 0,0-1 0,1 1-1,-1-1 1,0 1 0,0-1 0,0 1-1,0 0 1,0-1 0,0 1 0,0 0-1,1 0 1,-1 0 0,0 0-1,0 0 1,0 0 0,-2 0 0,-2 1 57,1 0 1,-1 0-1,0 1 1,1 0-1,-1 0 1,1 0-1,-5 3 1,-1 3 34,-1 0-1,1 1 1,0 0 0,1 0-1,0 1 1,1 1-1,-15 22 1,18-25-78,-130 203 328,107-161-298,3 1-1,-27 76 0,46-110-159,1 1 0,1 0 1,1 0-1,0 0 0,1 0 0,1 24 0,1-35 23,1-1 1,0 0-1,0 1 0,0-1 1,1 0-1,0 0 0,0 0 1,1 0-1,4 8 0,-4-10 14,-1 0 0,1-1 0,0 1 0,1-1 0,-1 0 0,0 0 0,1 0 0,0 0 0,0-1 1,-1 1-1,2-1 0,-1 0 0,0 0 0,8 2 0,-1-1-453,0-1 0,0 0 0,1 0 0,-1-1 0,1-1 0,-1 0 0,14-2 0,8-3-1150,39-10 0,17-7-797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696 118 9216,'-41'-24'3441,"-5"9"-2814,3 1 840,4-4 2747,24 10-4021,-1 1 0,0 0 0,0 2 0,-1 0 0,0 1 0,0 0 0,0 2 0,0 0 0,0 0 0,0 2 0,-1 0 0,1 1 0,0 1 0,-34 8 0,38-7-161,0 1 0,1 0-1,0 1 1,-1 0 0,2 1 0,-1 0 0,1 1-1,0 0 1,0 1 0,0 0 0,1 1-1,1 0 1,0 0 0,0 1 0,1 1-1,0-1 1,0 1 0,1 0 0,1 1 0,-6 14-1,6-9 25,0 0-1,-5 30 0,10-39-25,0 1 0,0-1 0,1 1 0,0 0 0,1-1 0,0 1 0,3 13 0,-4-19-11,1-1 1,0 1-1,0-1 1,0 1 0,0-1-1,0 0 1,0 1-1,1-1 1,-1 0 0,1 0-1,0 0 1,-1 0-1,1 0 1,0-1 0,0 1-1,0 0 1,0-1-1,3 2 1,-1-2 9,-1 0-1,1 1 1,-1-2-1,1 1 1,-1 0-1,1-1 1,0 1-1,-1-1 0,1 0 1,0-1-1,5 0 1,7-2 90,1-2 1,-1 0 0,0-1-1,22-11 1,-30 14-67,8-5 42,9-4 34,1 1 0,38-11 0,-56 20-117,1 0 0,-1 1 0,0 0 0,1 0 0,-1 1 1,0 0-1,1 0 0,-1 1 0,0 0 0,1 1 1,-1 0-1,14 5 0,-12-3-8,0 2-1,-1-1 1,0 1 0,0 1-1,-1 0 1,1 0-1,-1 0 1,-1 1 0,0 0-1,0 1 1,0 0 0,-1 0-1,0 0 1,-1 1 0,0 0-1,-1 0 1,6 16 0,-4-4-23,0 0 0,-1 1 0,-1-1 0,-2 1 0,0 0 0,-1 0 0,-4 35 1,-2-13-8,-2-1 0,-2 0 0,-2 0 1,-2-1-1,-2-1 0,-23 47 0,24-61 4,-1-1-1,-1 0 1,-2 0-1,-1-2 1,0 0-1,-2-2 1,-1 0-1,-1-1 1,-41 30-1,61-50 22,-8 6 2,-1-1 0,-23 12 1,32-17-8,1-1 1,-1 0 0,1 0 0,-1-1 0,0 1-1,1 0 1,-1-1 0,0 0 0,1 0 0,-1 1 0,0-2-1,0 1 1,1 0 0,-1 0 0,0-1 0,1 0-1,-1 1 1,0-1 0,1 0 0,-5-3 0,5 3 2,1 0 0,0 0 0,0 0 0,0 0 1,-1 0-1,1-1 0,0 1 0,0 0 1,1-1-1,-1 1 0,0-1 0,0 1 0,1-1 1,-1 1-1,1-1 0,-1 1 0,1-1 1,0 0-1,0 1 0,0-3 0,4-35-71,-2 33 57,5-20-27,0-1 0,3 2 0,0-1-1,1 2 1,1-1 0,2 2 0,16-24-1,126-148-116,-123 156 164,18-20-7,256-284 286,-236 267-41,-33 35 98,2 1 0,78-62 0,-114 99-301,1 0 1,-1 0-1,0 1 0,1-1 0,-1 1 1,1 1-1,0-1 0,0 0 0,6 0 1,-10 2-27,1 0 0,0 0 1,-1 0-1,1 0 1,0 0-1,-1 0 1,1 1-1,0-1 1,-1 1-1,1-1 0,-1 1 1,1-1-1,-1 1 1,1 0-1,-1 0 1,0 0-1,1 0 0,-1 0 1,0 0-1,1 0 1,-1 0-1,0 1 1,0-1-1,0 0 1,0 1-1,-1-1 0,1 0 1,0 1-1,0-1 1,0 3-1,3 7 15,0 1 0,-1 0 0,-1 1 1,1-1-1,-2 0 0,1 24 0,-11 80-91,5-73-62,2-9-236,0-9-1153,0-1 1,-2 1-1,-7 29 0,3-37-1024,7-17 2477,1 0 0,0 0-1,0 0 1,0 0-1,-1 0 1,1 0-1,0 0 1,0 0 0,0 0-1,0 0 1,-1 0-1,1 0 1,0 0-1,0 0 1,0 0-1,-1 0 1,1 0 0,0 0-1,0 0 1,0 0-1,0 0 1,-1 0-1,1 0 1,0 0 0,0 0-1,0-1 1,0 1-1,-1 0 1,1 0-1,0 0 1,0 0-1,0 0 1,0-1 0,0 1-1,0 0 1,0 0-1,-1 0 1,1 0-1,0-1 1,0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1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10 8192,'-57'-10'4096,"63"54"-5248,3-31 6272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2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0 12800,'4'4'698,"2"1"-190,-1 0 0,0 1 1,-1-1-1,1 1 0,-1 0 0,7 12 0,-11-17-448,0-1 0,0 1 0,1 0 0,-1-1 0,0 1 0,0 0 0,0-1 0,0 1 0,0-1 0,0 1 0,0 0 0,0-1 0,0 1 0,-1 0 0,1-1 0,0 1 0,0-1-1,0 1 1,-1 0 0,1-1 0,0 1 0,-1-1 0,1 1 0,-1-1 0,1 1 0,0-1 0,-1 1 0,1-1 0,-1 0 0,0 1 0,-2 1 414,-1-1 1,1 0-1,0 0 0,0 0 1,-1-1-1,1 1 1,0-1-1,-1 1 1,-6-2-1,-22 1 95,-35 0-1418,61 0 849,0 1 0,-1 0 1,1 0-1,0 0 0,0 1 1,0 0-1,-11 5 1,17-6 2,-1 0 0,0-1 0,0 1 0,0 0 0,0 0 0,0 0 0,1-1 0,-1 1 0,0 0 0,1 0 0,-1 0 0,1 0 0,-1 0 0,1 0 0,-1 0 0,1 1 0,0-1 0,0 0 0,-1 0 0,1 0 0,0 0 0,0 0 0,0 0 0,0 1 0,0-1 0,0 0 0,1 2 0,11 31 233,0-12 71,1-1 1,23 30-1,5 7 285,-12-11-37,-2 1 0,37 94-1,-59-130-500,-2 0 1,1 0-1,-2 1 0,1-1 0,-2 1 1,0 0-1,0-1 0,-1 1 0,-1 0 1,-3 17-1,3-22-75,-1-1-1,0 0 1,-1 0 0,0 0-1,0 0 1,0 0 0,-1 0-1,0-1 1,0 1 0,0-1 0,-1-1-1,0 1 1,0 0 0,-1-1-1,0 0 1,0-1 0,0 1-1,-13 6 1,5-4-427,0-1-1,0 0 0,-1-1 1,0-1-1,0 0 1,0-1-1,-31 2 0,36-4-74,1-1-1,-1-1 0,1 1 0,-1-2 0,1 1 0,-1-1 1,1 0-1,0-1 0,0 0 0,0-1 0,0 0 1,1 0-1,-17-11 0,17 7-419,-1 0 0,-11-14 0,20 22 935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2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11392,'3'-5'686,"0"1"0,1-1 0,-1 1 1,1-1-1,0 1 0,0 0 1,0 1-1,6-5 0,-9 7-438,1 0-1,-1 1 0,1-1 1,-1 0-1,1 1 0,0-1 1,-1 0-1,1 1 0,0 0 1,0 0-1,-1-1 1,1 1-1,0 0 0,0 0 1,-1 0-1,1 1 0,0-1 1,0 0-1,-1 1 1,1-1-1,0 1 0,-1-1 1,1 1-1,-1 0 0,1 0 1,-1 0-1,1 0 0,-1 0 1,1 0-1,1 2 1,1 2-203,-1 0 0,0-1 0,0 1 0,0 0 0,-1 1 1,0-1-1,0 0 0,0 1 0,0-1 0,-1 1 1,0-1-1,0 8 0,1-2-14,19 133 844,4 199-1,-2 182-959,-20-274-4907,0-207 3200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2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0 364 12416,'27'-35'6143,"99"-20"-7423,-76 34 8704,21-8-7936,21-11 0,13 0-1408,-4 4 128,-4 1 384,-11 3 0,-5 5-1151,-11 14-1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22 581 10496,'0'1'89,"1"-1"0,-1 1 0,0-1 0,0 0 0,1 0 1,-1 1-1,0-1 0,0 0 0,1 1 0,-1-1 0,0 0 0,1 0 1,-1 0-1,0 1 0,1-1 0,-1 0 0,1 0 0,-1 0 0,0 0 1,1 0-1,-1 0 0,1 0 0,-1 0 0,0 0 0,1 0 1,-1 0-1,1 0 0,-1 0 0,0 0 0,1 0 0,-1 0 0,0 0 1,1 0-1,-1-1 0,1 1 0,16-16 3201,17-37 1249,-24 35-4292,1 0-211,78-141 118,-81 142-130,-1 0 0,-1 0 0,0-1 1,-2 1-1,0-1 0,-1 0 0,2-33 1,-8 27 119,2 23-134,1 1 0,0-1 0,0 1 0,0-1 0,-1 1 1,1-1-1,0 1 0,-1 0 0,1-1 0,0 1 0,-1-1 0,1 1 0,0 0 0,-1-1 0,1 1 0,-1 0 0,1-1 0,-1 1 0,1 0 0,-1 0 0,1-1 0,-1 1 0,0 0 0,-1 0 21,0 1-1,0-1 1,0 1-1,-1 0 1,1-1 0,0 1-1,0 0 1,0 0-1,1 1 1,-1-1-1,0 0 1,0 1 0,0-1-1,1 1 1,-3 2-1,-11 11 127,2 1-1,0 0 0,0 0 0,2 2 1,-18 32-1,11-11 196,-24 71 1,31-74-139,2 1 0,-6 44 0,13-66-160,1 0 0,0 0 1,1 0-1,1-1 0,0 1 1,1 0-1,0-1 0,7 21 1,-8-32-52,0 0 1,0 0 0,1 0-1,-1 0 1,1 0 0,-1 0-1,1-1 1,0 1 0,0 0-1,0-1 1,0 0 0,1 0-1,-1 1 1,1-1 0,-1 0 0,5 2-1,-4-3 1,0 0-1,0 0 1,-1-1 0,1 1-1,0-1 1,0 0 0,0 1-1,0-1 1,0 0 0,0-1-1,0 1 1,-1 0 0,1-1-1,6-1 1,2-3 3,0 0-1,-1-1 1,1 0 0,-1 0-1,0-1 1,-1-1 0,14-12-1,7-12-6,52-69 0,4-5 0,-74 94 14,0 0 1,1 2-1,1-1 0,0 2 0,0 0 1,1 1-1,0 0 0,27-10 0,-38 17 13,0-1 0,1 1-1,-1-1 1,0 2 0,1-1-1,-1 0 1,0 1 0,1-1-1,-1 1 1,1 1 0,-1-1-1,1 1 1,-1-1 0,0 1-1,1 0 1,-1 1 0,0-1-1,0 1 1,0 0 0,0 0-1,0 0 1,0 0 0,0 1-1,-1 0 1,1 0-1,-1 0 1,6 6 0,-2 0 11,0-1 1,0 2-1,0-1 0,-1 1 1,-1 0-1,0 0 0,0 0 1,-1 1-1,0 0 1,3 15-1,-3-5-63,-1-1 1,-1 1-1,-1-1 0,-2 40 1,0-52 16,0 6-61,1-12 22,3-7 0,8-21 37,2 1 0,1 1 0,1 0 0,1 1 0,25-28 0,4-8-143,60-89-1239,67-90-4662,-117 173 3878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3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0 11264,'13'0'3704,"-19"0"783,-23 0 889,19 0-5399,0 1 0,0 0 0,0 0-1,0 1 1,0 1 0,0 0 0,0 0 0,1 1 0,0 0-1,-1 0 1,2 1 0,-1 0 0,0 1 0,1 0-1,0 0 1,1 1 0,-1 0 0,1 0 0,1 1 0,-1 0-1,1 0 1,-8 14 0,10-15 10,0-1 0,0 1 1,1 0-1,0 0 0,0 0 0,1 0 0,0 1 1,0-1-1,1 1 0,0-1 0,0 1 0,1-1 1,-1 1-1,2 0 0,-1-1 0,1 1 0,0-1 1,1 1-1,0-1 0,0 1 0,1-1 0,-1 0 1,2 0-1,5 10 0,-2-7 76,1 0 1,0 0-1,0-1 0,1 0 1,0 0-1,0-1 0,14 8 1,77 45 688,-92-56-667,-2-1-43,109 66 983,-113-69-1047,-1 0 1,1 0 0,0 1-1,-1-1 1,1 0 0,-1 0-1,1 1 1,-1-1 0,0 1-1,1-1 1,-1 1 0,0 0-1,0 0 1,0-1 0,-1 1-1,1 0 1,0 0 0,0 0-1,-1 0 1,0 0 0,1 0-1,-1 0 1,0 0 0,0 0-1,0 0 1,0 0 0,0 0-1,0 0 1,-1 0 0,1 0-1,-1 0 1,1-1 0,-1 1-1,0 0 1,0 0 0,0 0-1,0-1 1,0 1 0,0 0-1,-2 2 1,-11 13-1168,-1-1-1,0 0 1,-29 23 0,19-19-497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3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431 640 12800,'-8'11'1869,"5"-9"-1538,1 1 0,-1 0 1,1 0-1,0 1 0,0-1 0,0 0 0,0 1 1,0-1-1,1 1 0,0-1 0,0 1 1,0 0-1,-1 5 0,7-5 4736,5-4-3519,10-7-1763,115-96-276,29 6 747,-162 96-245,-1 1 0,0-1 0,0 0-1,0 0 1,1 0 0,-1 0 0,0 0 0,0 0-1,0 0 1,-1-1 0,1 1 0,0 0 0,0 0-1,-1-1 1,1 1 0,-1 0 0,1-1 0,-1 1-1,1-1 1,-1 1 0,0 0 0,0-1 0,0 1-1,0-1 1,0 1 0,0-1 0,0 1 0,0-1-1,0 1 1,-1-1 0,1 1 0,-1 0 0,1-1-1,-1 1 1,1 0 0,-1-1 0,0 1-1,0 0 1,0 0 0,1-1 0,-2 0 0,-6-6 31,1-1 0,-1 1-1,-1 1 1,-12-10 0,14 11-43,-248-186 235,49 57-234,202 132-12,0 0-1,0-1 0,1 1 1,0-1-1,-1 0 0,1 0 1,-3-5-1,6 8 10,-1 0 1,1 1 0,-1-1-1,1 1 1,0-1 0,-1 0-1,1 0 1,0 1-1,0-1 1,0 0 0,-1 1-1,1-1 1,0 0 0,0 0-1,0 1 1,0-1-1,0 0 1,0 0 0,0 1-1,0-1 1,1 0-1,-1 0 1,0 1 0,0-1-1,1 0 1,-1 1 0,0-1-1,1 0 1,-1 1-1,1-1 1,-1 1 0,0-1-1,1 0 1,0 1 0,-1-1-1,1 1 1,-1-1-1,1 1 1,0 0 0,-1-1-1,1 1 1,0 0-1,-1-1 1,1 1 0,0 0-1,-1 0 1,1 0 0,0-1-1,0 1 1,-1 0-1,1 0 1,0 0 0,0 0-1,-1 0 1,2 1 0,1-2 2,0 1 0,0-1 0,0 1 0,1 0 0,-1 0 0,0 0 0,0 1 0,0-1 0,0 1 0,0 0 0,0 0 0,0 0 0,0 0 1,0 0-1,0 0 0,-1 1 0,1 0 0,0-1 0,-1 1 0,0 0 0,1 0 0,-1 0 0,0 1 0,0-1 0,0 1 0,0-1 0,0 1 1,-1-1-1,1 1 0,-1 0 0,0 0 0,1 0 0,-1 0 0,-1 0 0,1 0 0,0 0 0,-1 3 0,1 5-58,0-1-1,-1 0 1,0 1 0,-1-1-1,0 0 1,-1 0-1,0 0 1,-1 0-1,0 0 1,-6 13 0,-6 7-927,-1 1 1,-2-2-1,-23 30 1,-69 70-3676,39-62 1973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6933 2 14208,'1'0'225,"-1"-1"0,1 1 0,-1 0 1,1 0-1,0 0 0,-1-1 1,1 1-1,-1 0 0,1 0 0,0 0 1,-1 0-1,1 0 0,-1 0 0,1 0 1,0 0-1,-1 0 0,1 1 1,-1-1-1,1 0 0,-1 0 0,1 0 1,0 1-1,-1 0-226,0-1 0,1 0 0,-1 1 1,0-1-1,0 1 0,0-1 0,0 1 0,0-1 0,0 1 0,0-1 0,0 1 1,0-1-1,0 1 0,-1-1 0,1 0 0,0 1 0,0-1 0,0 1 1,0-1-1,-1 1 0,1-1 0,0 0 0,0 1 0,-1-1 0,-19 22 923,-1-7 4708,0-3-5342,-1-2-1,-1 0 0,0-2 0,-30 8 1,49-15-253,-518 124-188,-12-34 450,304-54-292,-690 119 280,1 23 70,-473 145-20,604-137-328,-449 37-1522,1219-221 1339,-6 1-296,0-1-1,0-1 1,-1-1-1,-43-4 1,64 2 304,0 0 0,0 0 1,0 0-1,0-1 1,0 1-1,-4-4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19 13440,'-6'-4'686,"0"1"0,-1 1 0,1-1 0,-10-2 0,14 5-531,0-1 0,0 1 0,0 0 0,0 0 0,0 0-1,-1 0 1,1 0 0,0 0 0,0 0 0,0 1 0,-4 1 0,3-1-72,1 1 0,-1 0 1,1 0-1,0 0 0,0 0 0,0 0 1,0 0-1,0 1 0,0-1 0,0 1 1,1-1-1,-1 1 0,1 0 0,0 0 1,0-1-1,0 1 0,0 0 1,0 0-1,0 6 0,0-3 531,0 0-1,0 1 1,0-1 0,1 1 0,0-1-1,1 0 1,0 10 0,14 36 579,-10-37-1301,16 41 84,3-1 0,1 0 0,3-2 0,3-2 0,1 0 0,3-2 0,2-2 0,2-1 0,2-2 0,1-2 0,3-2 0,1-1 0,2-3 0,1-2 0,107 54 0,-69-49 40,1-3 1,2-5-1,1-4 1,1-3-1,149 17 1,-22-20 306,282-10 1,250-8-46,-518-2-1686,-218 0 1166,-1-1 0,1-1 0,-1-1 0,1 0 1,-1-1-1,0 0 0,0-1 0,14-6 1,-26 9 186,1 0 0,-1-1 0,0 1 0,1-1 0,-1 1 1,0-1-1,0 0 0,0 0 0,0 0 0,0 0 0,-1 0 1,1 0-1,-1-1 0,1 1 0,-1 0 0,0-1 0,1 1 1,-2-1-1,1 0 0,0 1 0,0-1 0,0-3 0,-1-3-34,0 0-1,0 1 0,-1-1 1,0 1-1,-4-13 0,5 19 76,-5-16-28,0-1 0,-1 1 0,-1 1 0,-1-1 0,0 1 0,-1 0 0,-16-21 0,16 25 245,-1 1-1,-1 0 0,0 1 0,0 0 0,-1 0 0,0 1 0,-1 1 0,0 0 1,-17-8-1,28 16-135,0 0 0,0 0 0,0 0 0,0 0 0,0 1 1,0-1-1,0 0 0,-1 1 0,1 0 0,0-1 1,0 1-1,-1 0 0,1 0 0,0 0 0,0 0 0,-1 1 1,1-1-1,0 1 0,-4 1 0,4-1-7,0 0 0,0 1 0,0-1 0,1 1 1,-1 0-1,0 0 0,1-1 0,-1 1 0,1 0 0,0 0 0,0 0 0,-1 1 0,1-1 1,1 0-1,-2 4 0,-1 8 96,0-1 0,1 1 1,1 0-1,0 0 0,2 16 0,-1-6-107,-2 190 388,0-184-401,-2 0 1,-2 0-1,0-1 0,-2 0 1,-13 34-1,-16 14-1716,-88 137 1,103-180 1348,-10 18-843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720 41 13696,'-8'-5'539,"1"0"1,-1 0 0,0 1-1,0 0 1,0 0 0,-1 1 0,1 0-1,-1 0 1,-13-1 0,4 3-259,0 1 1,0 1 0,0 1-1,-34 8 1,44-9 281,0 1-1,0 0 1,0 0 0,0 1 0,0 0 0,1 1 0,0-1 0,-1 2 0,1-1 0,-8 7 0,-1 1-739,-19 16 64,1 2 0,1 1 0,1 2 0,2 1 0,2 1 0,1 1 0,-26 48 0,33-48 130,2 2 0,2 0 0,1 1 1,2 0-1,2 1 0,-10 65 1,18-87 23,1-1 0,1 1 0,0 0 0,2 0 0,0 0 0,5 25 0,-5-37-10,0 0-1,1 1 1,0-1 0,1 0-1,-1 0 1,1 0 0,0-1-1,0 1 1,1 0 0,0-1 0,0 0-1,0 0 1,1 0 0,-1-1-1,1 0 1,0 1 0,0-2-1,1 1 1,-1 0 0,10 3 0,-2-3 4,1 0 0,-1-1 0,1 0 1,0-1-1,0-1 0,0 0 0,0-1 1,1-1-1,19-3 0,-8 0-72,-1-2 0,1 0 0,-1-2 0,-1-1 1,0-1-1,0-1 0,-1-1 0,0-1 0,20-16 0,24-20-264,86-86-1,-71 52 493,126-170 0,-201 244-25,12-15 132,-18 23-267,0 0 0,0 0 1,0 0-1,0 0 0,0 0 0,0 0 0,0 0 1,1 1-1,-1-1 0,0 0 0,0 1 1,1-1-1,-1 1 0,0-1 0,3 1 0,-3 0-16,0 0 0,0 1 0,1-1 0,-1 1-1,0 0 1,0-1 0,0 1 0,0 0 0,0-1-1,0 1 1,0 0 0,-1 0 0,1 0 0,0 0-1,0 0 1,-1 0 0,1 0 0,0 0 0,-1 0-1,1 0 1,-1 1 0,1-1 0,-1 2 0,10 30 52,36 311-2573,-41-305 1149,-5-33 1071,2 2-255,-1 0 0,-1 0-1,0 0 1,0 0-1,0 0 1,-1 0 0,-3 15-1,-10 5-1763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83 4352,'-30'-50'2176,"41"24"-1152,-7 20 384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6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13824,'28'50'5269,"15"3"-4835,-27-36 305,12 20 4669,-8-2-3457,-12-15-2360,0 0 0,-2 0 0,5 25 0,-7-30 659,22 118-752,-23-113 402,-1 0 0,-1 1 0,0-1 0,-5 37 0,3-55 97,1 0 1,0 0 0,-1 0 0,1 0 0,-1 1-1,1-1 1,-1 0 0,0 0 0,0 0-1,0 0 1,0-1 0,0 1 0,-1 0 0,1 0-1,0-1 1,-1 1 0,1-1 0,-1 1 0,0-1-1,1 1 1,-1-1 0,0 0 0,0 0 0,0 0-1,0 0 1,-4 1 0,5-2 19,-1 0 0,0 0 0,0-1 1,1 1-1,-1 0 0,0-1 0,0 1 0,1-1 1,-1 1-1,0-1 0,1 0 0,-1 0 0,1 0 1,-1 0-1,1 0 0,0 0 0,-1 0 0,1 0 1,0-1-1,0 1 0,-1 0 0,1-1 0,0 1 1,1-1-1,-1 1 0,0-1 0,0 0 0,1 1 1,-1-1-1,1 0 0,-1-3 0,-1-2-2,1-1 1,0 1-1,1-1 0,0 1 0,0-1 0,0 1 0,1-1 0,1 1 1,-1 0-1,1-1 0,0 1 0,0 0 0,1 0 0,0 0 1,1 1-1,7-13 0,3-3-112,2 1 1,0 0 0,28-28-1,262-235-6175,-229 219 4352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6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382 172 12800,'-4'8'943,"0"-1"0,-1 0 0,1 0 0,-2 0 1,1 0-1,-1-1 0,0 1 0,-11 8 0,4-4 1149,-19 23-1,-19 32-2323,-47 81-1,72-102 217,2 1 1,-35 97-1,54-129-2,1 0 1,0 0-1,1 0 0,1 1 0,-1 26 1,2-39 24,1 0-1,0 0 1,1 0 0,-1 0 0,0 0 0,1-1 0,-1 1 0,1 0 0,-1 0 0,1 0 0,0-1 0,0 1 0,0 0 0,0-1 0,0 1 0,0-1 0,0 1 0,0-1-1,2 2 1,-1-2 2,-1 0-1,1-1 1,0 1-1,-1 0 0,1-1 1,0 1-1,0-1 1,-1 0-1,1 0 0,0 1 1,0-1-1,-1 0 1,1-1-1,0 1 0,0 0 1,2-1-1,4-1 21,0-1 0,0 0 0,0-1-1,-1 1 1,1-1 0,-1-1 0,8-6 0,228-197 573,-82 66-330,-59 53-200,37-30 112,-74 63 72,-48 44-107,-17 12-146,1 0-1,-1 0 1,0 0 0,0 0-1,0 0 1,0 0 0,0 0-1,1 0 1,-1 0-1,0 0 1,0 0 0,0 0-1,0 0 1,0 0 0,1 1-1,-1-1 1,0 0 0,0 0-1,0 0 1,0 0-1,0 0 1,0 0 0,0 0-1,1 1 1,-1-1 0,0 0-1,0 0 1,0 0 0,0 0-1,0 1 1,0-1 0,0 0-1,0 0 1,0 0-1,0 0 1,0 0 0,0 1-1,0-1 1,0 0 0,0 0-1,0 0 1,0 0 0,0 1-1,0-1 1,0 0-1,0 0 1,0 0 0,0 0-1,-1 0 1,1 1 0,-14 34 190,10-25-158,-14 35 43,3 2 1,-17 83-1,31-125-76,0 0 0,1 0 0,0 0 0,-1 1 0,2-1 0,-1 0 0,1 0 0,-1 0 0,1 0 0,1 0 0,-1 0 0,4 8 0,-4-12-2,-1 0 0,1 0 0,0 0 0,0 1 0,0-1 0,0 0 0,0 0-1,0 0 1,0 0 0,0-1 0,0 1 0,0 0 0,1 0 0,-1-1-1,0 1 1,0 0 0,1-1 0,-1 1 0,3-1 0,-2 0 0,1 0 0,-1 0-1,1 0 1,-1 0 0,1-1 0,-1 1 0,1-1-1,-1 0 1,0 0 0,1 0 0,-1 0 0,0 0 0,0 0-1,0-1 1,3-1 0,12-10 8,0-1-1,0-1 1,21-25-1,41-58 52,12-13-20,-88 108-43,-1 1 0,1-1-1,0 1 1,0-1 0,0 1 0,0 0-1,0 0 1,0 0 0,0 0-1,1 1 1,-1-1 0,1 1 0,-1 0-1,1 0 1,0 0 0,-1 1 0,1-1-1,0 1 1,-1 0 0,1 0 0,0 0-1,-1 1 1,1-1 0,0 1-1,-1 0 1,1 0 0,-1 0 0,1 0-1,6 4 1,23 7 60,52 12-1,-51-15-38,9 1-12,1-2 1,-1-2-1,78 1 0,-108-7-20,0-1 0,0 0 0,0 0 0,0-2 0,20-5 0,-27 6 10,1-1 1,-1 0-1,1 0 1,-1-1-1,0 0 1,0 0-1,-1 0 1,1 0-1,-1-1 1,0 0-1,0 0 1,5-7-1,-1-2 16,-1 0-1,0-1 1,-1 0 0,0 0-1,6-21 1,16-82 53,-28 114-61,0 1 0,0-1 0,0 1 0,1 0 0,-1-1 0,1 1 0,0 0 0,3-4 0,-5 6-3,0 1 0,1-1-1,-1 0 1,1 1 0,-1-1 0,1 1 0,0-1 0,-1 1 0,1 0 0,0-1 0,-1 1-1,1-1 1,0 1 0,-1 0 0,1 0 0,0-1 0,-1 1 0,1 0 0,0 0 0,0 0-1,-1 0 1,1 0 0,0 0 0,0 0 0,-1 0 0,1 0 0,0 0 0,0 1 0,-1-1-1,1 0 1,0 0 0,-1 1 0,1-1 0,0 0 0,-1 1 0,1-1 0,0 1 0,-1-1-1,1 1 1,-1-1 0,1 1 0,-1-1 0,1 1 0,-1-1 0,1 1 0,-1 0 0,1 0-1,1 2-43,-1 0-1,1 0 0,-1 1 0,1-1 0,-1 0 0,0 1 0,0-1 0,-1 1 0,1-1 0,-1 1 0,1 3 1,-2 46-2226,0-26 321,0 1 51,-4 4 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7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72 135 11520,'-41'-44'5759,"11"21"-15486,30 9 8319,0-5 1408,21-15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7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13696,'41'9'6783,"-22"18"-9215,-8-10 12288,4 16-9984,1 17 128,3 16-384,-10 15 128,-3 5 128,-6 13 128,0-1-384,-6 20 128,3-11-256,3-3 128,0-18-768,-6-16 0,6-10 0,-15-24 128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7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13696,'82'-44'6783,"38"7"-8191,-74 28 9856,31-4-10368,24-10 128,14-4-128,7-13 128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1095 12800,'0'1'187,"-1"-1"0,1 1 1,0-1-1,0 1 1,0 0-1,-1-1 1,1 1-1,0 0 0,0-1 1,0 1-1,0-1 1,0 1-1,0 0 1,0-1-1,0 1 0,0 0 1,1-1-1,-1 1 1,0-1-1,0 1 0,0-1 1,1 1-1,-1 0 1,0-1-1,1 1 1,-1-1-1,1 1 0,2 3 18,-1-1-1,1 0 1,-1-1-1,1 1 1,0 0-1,1-1 0,-1 0 1,4 3-1,-5-4 182,1 0-1,0 0 0,-1 0 1,1 0-1,0 0 0,0-1 1,-1 1-1,1-1 0,0 1 1,0-1-1,3-1 0,16-1-260,0-2 0,-1-1 0,1 0 0,27-12 0,-8 0-608,51-28 0,-8-5 430,114-90-1,-165 114 30,58-60-1,-82 77 76,-1-1 0,0 0 0,0 0 0,-1-1 0,-1 0 0,0 0 0,0 0 0,-1-1 0,-1 0 0,7-24 0,-10 28 1,-1 0 0,0-1-1,0 1 1,0 0 0,-1 0 0,-1 0-1,1 0 1,-1 0 0,0 0-1,-1 0 1,0 0 0,0 1 0,-1-1-1,0 1 1,0 0 0,-1 0-1,-8-10 1,-9-7 89,-1 1 0,0 0 0,-33-22 0,7 5-14,-120-95-157,53 45-26,102 79 56,1-1 0,0 0 0,-12-16 0,18 16 0,9 11 0,6 7 0,2 3 22,-1 2 0,0-1 0,0 1 0,-1 0 0,-1 1 0,0 0 1,0 0-1,-1 1 0,-1-1 0,0 1 0,-1 1 0,0-1 0,-1 0 0,2 16 0,-3-10-10,-1 0 1,0-1 0,-2 1-1,0 0 1,-1-1-1,-1 1 1,0-1 0,-2 0-1,0 0 1,-10 23 0,-2-6-279,-1-1 0,-2-1 0,-1 0 1,-27 30-1,1-7-1416,-70 62-1,43-54-1389,-100 65 1,69-58-1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8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280 895 15104,'-93'49'4237,"-42"20"-3222,109-56-1169,5-1 3568,16-6-466,7-5-2825,-1-1-1,0 0 1,0 1 0,1-1-1,-1 0 1,0 0 0,1 0 0,-1 0-1,0 0 1,1 0 0,-1 0-1,2-1 1,32-7-251,34-13 0,277-86-107,116-27 129,1162-244 468,-486 204 66,1 68-1005,-833 79-1471,-57 0-405,-57-4-64,-55-1 63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38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1108 13184,'-149'15'5267,"84"-13"943,140-9-4665,-19 0-1490,401-55 456,13-27-126,-68 5-2,-36 5 37,1160-234 760,156 26-2033,-1372 236-1429,-60 3-300,-67 4 22,-153 33 1707,-2-1 0,33-18-1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37:37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7751 2003 96 0,'49'-144'48'0,"14"-72"-48"0,-52 162 49 15,3-24-49-15,-7-10 0 16,-10 22 0-16,-11 4 1 15,-15 24-1-15,-9 4 0 16,-12 24 0-16,-20 32 1 0,-19 38 0 16,-2 31 0-16,-8 59 0 15,-7 10 0 1,4 22 0-16,24-6 0 0,25-35 0 16,32-32 0-16,21-18-1 15,21-31 0-15,22-26 0 16,17-21 1-16,24-35-1 15,8-12 1-15,7-10-1 16,-18-3 1-16,-7 22 0 16,-14 15 0-16,-18 29 0 15,-10 34 1-15,-21 13-1 16,-22 22 1-16,-10 34-1 16,-7 4 0-16,-22-1 0 15,1-9 0-15,10-6-1 16,11-22 1-16,14-19-1 15,7-19 0-15,17-19 0 16,11-18 0-16,8-13 0 16,6-13 1-16,11-6-2 15,10-9 1-15,25-16-8 0,4-22 0 16,17-28 0-16,18-12 0 16</inkml:trace>
  <inkml:trace contextRef="#ctx0" brushRef="#br0" timeOffset="259.89">9151 1627 97 0,'-56'-34'48'0,"-40"30"-46"0,72 4 56 0,-26 13-57 15,-6 12 0-15,-15 25-1 16,18-12 1-16,-24 43-1 15,6 7 0-15,18 0 0 16,18 19 1-16,24-4-1 16,22-15 1-16,21-10-1 15,14-15 1-15,14-28-10 16,17-26 0-16,22-28 0 16,17-25 0-16</inkml:trace>
  <inkml:trace contextRef="#ctx0" brushRef="#br0" timeOffset="903.51">9832 1652 100 0,'-7'-72'50'0,"28"0"-57"0,-10 37 64 15,3-27-58-15,0-7 1 16,0 3 0-16,4-3 0 16,-8-3 0-16,1 3 0 15,-1 3 0-15,4 3 0 16,1 0 0-16,2 4 1 0,4 15-1 16,4 13 1-16,0 6-1 15,3 25 1-15,0 18 0 16,0 17 0-16,-6 9 0 15,-5 18 0-15,-6 11 0 16,-1 8 0-16,-3 10 0 16,1 13 0-16,-5-17-1 15,-3 4 0-15,-11 16 0 16,1-7 0-16,-8-3 0 16,-3-9 0-16,-4-12 0 15,-6-4 0-15,-1-13-1 16,0-12 1-16,4 3 0 15,7-18 0-15,-7-1-1 16,3-6 1-16,0-6 0 16,-7 0 0-16,8-7-1 15,2-2 1-15,1-4-1 0,-7 0 1 16,7-6-1-16,3 0 1 16,1 0-1-16,6 0 0 15,4 0 0-15,11-9 1 16,6 3 0-16,11-4 0 15,0 1 0-15,8 3 1 16,2 2 0-16,12-2 0 16,6 6 0-16,4-3 1 15,7 6-1-15,4 3 0 0,-1 4-3 16,1-7 0-16,-8 3-11 16,-3-6 1-16,-4 3 0 15,1-3 0-15</inkml:trace>
  <inkml:trace contextRef="#ctx0" brushRef="#br0" timeOffset="1056.02">11042 2383 96 0,'-4'9'48'0,"11"38"-59"16,-3-40 69-16,3-4-89 15,0 3 1-15,7-3-1 16,0-12 1-16</inkml:trace>
  <inkml:trace contextRef="#ctx0" brushRef="#br0" timeOffset="1291.99">12231 1455 105 0,'-28'-16'52'0,"-11"50"-69"0,25-8 90 16,-15 11-73-16,-6 26 0 16,-7 15-1-16,0 4 1 15,-1 15-1-15,11-15 1 16,8-1-2-16,13 7 1 16,18-10-6-16,14-18 0 0,11-19-10 15,3-16 0-15,4-25 0 16,14-16 0-16</inkml:trace>
  <inkml:trace contextRef="#ctx0" brushRef="#br0" timeOffset="1587.34">12901 1658 85 0,'-3'-15'42'0,"-43"18"-45"16,32 3 68-16,-11-6-64 15,-3 3 1-15,-1 19-1 16,1 16 1-16,0 6-3 16,0 19 0-16,7-10 1 15,6 0 1-15,8-9-1 16,14 0 0-16,4-13 0 0,10-12 0 16,7-3 1-16,4-10 1 15,4-12 0-15,-1-10 0 16,0-3 0-16,-7-9 1 15,-3-6-4-15,-14-4 1 16,-4-9-24-16,-7-6 0 16,-7-1-1-16,-4-15 1 15</inkml:trace>
  <inkml:trace contextRef="#ctx0" brushRef="#br0" timeOffset="2829.29">13095 1624 108 0,'0'9'54'0,"18"26"-80"16,-8-23 109-16,1 7-83 15,3 16 1-15,4 24-2 16,3-5 0-16,0-11 0 16,0 8 0-16,-3-11-1 15,-1-2 1-15,-2-3-1 16,-1-17 1-16,0 7 0 15,0-12 0-15,-4-7 0 16,1 1 1-16,0-11 0 16,-1 4 0-16,1-9 0 15,3 6 0-15,4-13 0 16,13 4 0-16,1-20 0 16,0 10 0-16,10-31 0 15,4-7 0-15,-4 4 0 0,1 6 0 16,-1-3 0-16,-3 9 0 15,-4 3 0-15,-3 6 1 16,-4 4 0-16,-3 9 0 16,-4 6-1-16,0 7 1 15,0 9-1-15,-3 9 0 16,-4 10 0-16,-3 3 1 0,-4 9-2 16,-4 10 1-1,-3 3 0-15,-3 6 0 0,-1 1 0 16,4-8 0-16,0-8 0 15,0-4 0-15,4-6 0 16,6 0 0-16,1-12 0 16,10-4 1-16,-3-9-1 15,6-3 0-15,1-16 0 16,3-6 0-16,8-12 0 16,-1-7 0-16,0 0-1 15,4 0 1-15,0-3-1 16,3 12 1-16,-3 7 0 15,0 3 0-15,-11 0 0 16,0 13 0-16,-7 5 0 16,0 14 0-16,-3 5 0 15,-4 13 0-15,0 10 0 16,7 2 0-16,1 10 0 16,2 7 0-16,5-23 0 15,-5-3 0-15,8-12-1 16,-4-4 1-16,-3-5 0 0,-4-26 1 15,0-6-1-15,-3-13 0 16,3-6 0-16,0-15 1 16,0 2-1-16,11-12 0 15,0-19 0-15,3-6 0 16,0 10 0-16,4-1 0 16,4 0 0-16,-5 10 0 0,-2-3 0 15,-5 18 1 1,-2 10-1-16,-5 0 0 0,5 22 0 15,-5 18 1-15,1 23-1 16,-4 21 1-16,-3 26-1 16,-4 31 1-16,0 15-1 15,-3 20 0-15,-8 24 0 16,1 10 1-16,-4-6-1 16,0 0 0-16,0-4 0 15,3-6 1-15,-3-12-1 16,0-25 0-16,0-10 0 15,0-22 0-15,-3-6 0 16,-1-9 0-16,1-20 0 16,-1-14 1-16,-7-17-1 15,4-12 0-15,-3-22-1 16,-1-10 1-16,4-18-1 16,0-25 1-16,4-7-1 15,3-9 0-15,7 0 0 0,3-13 1 16,8-9 0-1,14 13 0-15,6 8 0 0,5 8 1 16,13 15-1-16,8 3 0 16,6 9 0-16,8 10 1 15,6 6-1-15,5 9 0 16,-5 26 0-16,-6 9 0 16,-15 9 0-16,-13 17 0 15,-15 11 0-15,-10 10 0 16,-22 16-1-16,-13 6 1 0,-15 3-2 15,-7-3 1-15,-6-13-11 16,-1-2 1-16,0-10-1 16,7-19 0-16</inkml:trace>
  <inkml:trace contextRef="#ctx0" brushRef="#br0" timeOffset="3159.93">16732 1455 71 0,'46'-41'35'0,"-25"0"-32"16,-17 35 34-16,-8-10-36 15,-3 13 0-15,-10 12 0 16,-8 7 0-16,-3 6-2 16,-4 6 1-16,0 16 2 15,4 6 0-15,3 13 0 16,11 0 0-16,7 3 1 0,14-1 0 15,11-8 0-15,10-10 0 16,7-13 0-16,15-8 1 16,-1-11 0-16,0-15 1 15,1-15-1-15,-4-4 1 16,-4-31-1-16,-7-4 0 16,-6-2-3-16,-5-7 0 15,-6 10-9-15,-8-1 0 0,-6 1-1 16,-8 3 1-16</inkml:trace>
  <inkml:trace contextRef="#ctx0" brushRef="#br0" timeOffset="3509.52">17872 1404 99 0,'63'-3'49'0,"-49"-16"-54"16,-10 10 64-16,-4-3-59 16,-7-1 1-16,-11-3-3 15,-7 4 1-15,-10-4 0 16,-7 7 0-16,0 2-1 16,-4 14 1-16,3 2-1 15,8 16 1-15,3-3 1 0,11 13 0 31,28 34 2-31,4 12 0 16,3-15 0-16,0 9 0 16,0-18 0-16,-7 2 0 15,-7-15-2-15,-3-6 0 16,-15-10-11-16,-10-3 0 16,-11-15-1-16,-7-10 1 15</inkml:trace>
  <inkml:trace contextRef="#ctx0" brushRef="#br0" timeOffset="3856.62">18429 1561 79 0,'39'10'39'0,"21"-10"-33"15,-46-7 46-15,0-2-49 16,-3 0 1-16,-1-7 1 16,-3-3 0-16,-7-9-7 15,-10 0 1-15,-4 3 4 16,-11 9 0-16,-7 3-2 16,-10 13 1-16,-11 10-1 15,-7 15 0-15,0 3-1 16,7 16 1-16,4 9-1 15,6 19 0-15,15 0 1 16,18-9 0-16,20 0-1 0,25-10 1 16,18-15-6-16,25-10 1 15,14-12-1-15,10-16 1 16</inkml:trace>
  <inkml:trace contextRef="#ctx0" brushRef="#br0" timeOffset="4212.97">20204 680 66 0,'17'-107'33'0,"-13"42"-12"16,-4 49 16-16,-7 0-33 15,-11 7 0-15,-10 6 5 16,-14 22 0-16,-18 9-10 16,-15 50 1-16,-9 10 7 15,-4 22 0-15,3 43-2 16,11 7 1-16,21 16-3 15,21-7 1-15,25 1-4 0,28-26 0 16,18-19-18 0,18-28 0-16,20-34 0 0,11-41 0 15</inkml:trace>
  <inkml:trace contextRef="#ctx0" brushRef="#br0" timeOffset="4796.6">21294 884 102 0,'7'-63'51'0,"-43"44"-68"15,22 19 85-15,-14 0-69 16,-18 19 1-16,-10 6-2 16,-11 22 1-16,0-3 1 15,-4 3 0-15,15 3-1 16,10-6 1-16,11-6-1 15,13-10 1-15,15-9 0 0,14-13 1 16,18-15-1-16,14-7 0 16,7-3 1-16,7-9 0 15,3 3-1-15,-3 6 1 16,-4 10 0-16,-3-1 0 16,-14 14-1-16,-11 11 1 15,-14 4-1-15,-14 28 1 16,-14 16-1-16,-11 12 0 15,-6-3 0-15,-1 10 0 16,0-1 0-16,4 7 0 16,10-16 0-16,-3-9 1 0,14-10 0 15,7-9 1-15,10-16 0 16,8-9 1-16,3-9-2 16,10-4 1-16,5-16-2 15,9 1 0-15,5-22-8 16,13-1 0-16,1-12-1 15,13-9 1-15</inkml:trace>
  <inkml:trace contextRef="#ctx0" brushRef="#br0" timeOffset="5066">22377 928 95 0,'-11'-16'47'0,"-28"16"-47"15,25 6 55-15,-11-6-54 16,-10 13 0-16,-7 3 0 16,-11 9 1-16,0 3-3 0,0 6 0 15,4-2 2-15,3 18 0 16,7-3-1-16,18 13 1 16,14-7-1-16,14-6 1 15,21 0 0-15,25-3 0 16,11-10-7-16,10 1 0 15,7-16-17-15,10-13 0 16,5-6-1-16,-12-16 1 0</inkml:trace>
  <inkml:trace contextRef="#ctx0" brushRef="#br0" timeOffset="5645.68">22691 1279 90 0,'49'-72'45'0,"25"34"-60"16,-53 29 89-16,4 9-74 16,3 0 1-16,0 9 0 0,8 10 0 15,-5 0-2-15,-9 15 1 16,-1 1 0-16,-14 3 0 16,-11 5 0-16,-6 1 0 15,-11 3 0-15,-11 4 0 16,-7 2 0-16,-7 10 0 15,-10-7 0-15,3 7 1 16,-4-1-1-16,4-11 1 0,8 2-1 16,6-15 1-16,7-4-1 15,7-6 1-15,8-9 0 16,10-3 0-16,7-4 0 16,0-2 0-16,14-4 0 15,7-6 0-15,0 0-1 16,7-9 1-16,8 2 0 15,6 4 0-15,7-6-1 16,4-7 1-16,7 10-1 16,7-4 1-16,0 1-1 15,-10-4 0-15,-8 7-1 16,-14 6 1-16,-10-3-8 16,-18 3 0-16,-21 0 0 15,-14-9 0-15</inkml:trace>
  <inkml:trace contextRef="#ctx0" brushRef="#br0" timeOffset="6517.62">23604 316 91 0,'14'-9'45'0,"32"15"-45"15,-28 4 52-15,14 15-51 16,10 22 0-16,7 41 1 15,8 28 0-15,-1 15-3 16,4 42 1-16,0-10 1 16,-7 31 0-1,-7 76-1 1,-28-38 0-16,-36-31-9 0,-31-38 0 16,-22-44 0-16,-38-16 1 15</inkml:trace>
  <inkml:trace contextRef="#ctx0" brushRef="#br0" timeOffset="8578.52">4604 6804 84 0,'14'-103'42'0,"-18"-1"-31"0,4 76 42 0,-10-19-51 16,-11-6 0-16,-8-10 1 15,-2 3 0-15,-15 10-4 16,-4 10 0-16,-24 5 3 15,-3 22 0-15,-4 26-1 16,-15 28 0-16,-2 12 0 16,-15 26 0-16,-4 30 0 15,11 26 0-15,18 3-1 16,18 13 1-16,20-13-1 16,15-22 0-16,24-25 0 15,18-19 1-15,8-19-1 16,13-15 0-16,21-4 0 15,8-15 0-15,6-19 0 16,4-19 1-16,14-25-1 16,11-3 1-16,7-9 0 15,7-7 1-15,-15-6-1 16,1-6 1-16,-7 9-1 16,-4 9 0-16,-21 14 0 0,-11 11 0 15,-6 17-1-15,-15 11 1 16,-18 20-1-16,-10 19 0 15,-21 21 0-15,-14 26 0 16,-11 37 0-16,-10 12 1 16,-15 29-1-16,-7 7 0 15,4-1 0-15,7 3 1 16,7-9-1-16,11-22 0 16,7-13 0-16,3-21 0 15,11-19 0-15,10-16 1 0,4-16 0 16,7-12 0-16,7-10 1 15,10-15 0-15,15-7 0 16,17-15 1-16,18-16-1 16,11-10 0-16,7-5-1 15,6-23 0-15,11-9-1 16,-3 7 0-16,-4-1-1 16,-10 10 0-16,-15 5-2 15,-6 8 0-15,-22 5-1 16,0 10 0-16,-17 6 0 15,-4 7 0-15,-3-1 1 16,-4 1 1-16,3 2 2 16,-6 1 1-16,3-1 1 15,0 4 1-15,-3 0 0 16,3 0 1-16,-7 6-1 16,-7 6 0-16,-4 6-2 15,-10 10 0-15,-7 19-1 0,-4 19 1 16,-14 18-1-16,4 10 0 15,3-3 0-15,7 12 0 16,15-6 0-16,13-13 0 16,15-9 0-16,13-19 0 15,15-21 0-15,17-29 1 16,4-22-1-16,11-22 1 16,0-3 0-16,6-10 0 15,-17-9 0-15,-7-6 0 0,-14-3-1 16,-18 9 0-16,-14 7-3 15,-17 8 0 1,-19 23-12-16,-13 16 1 0,-25 12-1 16,-4 9 1-16</inkml:trace>
  <inkml:trace contextRef="#ctx0" brushRef="#br0" timeOffset="10628.59">4247 11348 105 0,'11'-41'52'0,"-36"-72"-62"16,11 76 72-16,-10-10-63 15,-5-7 1-15,-2-11-1 16,-8-8 1-16,-7 4 0 15,4 4 0-15,-8 18 0 16,1 3 0-16,-11 15 0 16,-4 20 0-16,-3 28 0 15,0 22 1-15,4 21-1 16,17-18 1-16,0 38-1 0,11-19 0 16,24 18-1-16,1-21 1 15,48-13 0 1,22-25 1-16,11-16-1 15,10-12 1-15,14-10 0 0,8 0 0 16,-5 4 0-16,-16 9 0 16,-5 6 0-16,-24 16 1 15,-7 21-1-15,-25 17 0 16,-17 18 0-16,-19 10 0 16,-34 24-1-16,-18 20 1 15,-14 12-1-15,-21 19 0 16,-8-3 0-16,4 3 1 15,15-10-1-15,13-9 0 16,25-18 0-16,7-23 1 0,22-15-1 16,6-23 1-16,18-18 0 15,18-9 1-15,6-10 0 16,26-16 0-16,17-12-1 16,3-19 1-16,22-12-1 15,17-10 0-15,18-6-2 16,-14-4 0-16,4 4 0 15,-15 6 1-15,4 3-1 16,-25 13 0-16,-25 3 0 16,-10 6 1-16,-17 10 1 15,-22 9 0-15,-18 12-1 16,-24 20 1-16,-8 21 0 16,-6 19 0-1,-39 57-1 1,24-26 1-16,15-18-2 0,28-16 1 15,21-25-1-15,21-28 0 16,14-20 1-16,29-18 0 16,-1-15 0-16,15-13 0 15,3-4 0-15,-3 1 1 16,-4 0 0-16,-4-1 0 16,-3 1-1-16,-10 3 1 15,-12 0-1-15,-6 6 0 16,-3-3-2-16,-15-3 1 15,-11-1 0-15,-3-2 0 0,-7 3 0 16,-3 3 0-16,-8 9 1 16,-3 7 0-16,-7 6 1 15,3 6 0-15,-10 3 0 16,0 13 1-16,3 3-1 16,-3 7 0-16,7 2-1 15,0 10 1-15,-8 0-1 16,12 12 0-16,3 3 0 15,0 10 1-15,-1 10 0 16,-6 8 0-16,4 4 0 16,-1 3 0-16,4-6 0 15,3 0 1-15,11-13-2 16,-7-9 1-16,14-7-1 16,-7-25 1-16,4-15-2 15,3-13 1-15,3-15-1 16,5-10 1-16,-1-12-1 15,7 9 1-15,-11-1-1 16,1 5 1-16,3 11 0 0,0 1 0 16,-3 9 0-16,-1 0 0 15,1 6 0-15,-4 4 0 16,-3 5 0-16,3 17 1 16,-14 18 0-16,-11 32 0 15,-3 43-1-15,-11 38 0 16,-7 22 0-16,-14 32 1 15,-10 43-1-15,3-12 0 0,14-29-1 16,-3-30 1-16,10-39 0 16,7-31 0-16,7-28-1 15,4-31 1-15,0-32 0 16,10-25 0-16,4-24-1 16,14-39 1-16,4-21 0 15,7-17 0-15,6-8-1 16,12-1 0-16,-1-2 0 15,4 15 1-15,-4 3-1 16,-3 6 0-16,0 7 1 16,-4 2 0-16,0 11 0 15,-3 11 0-15,-8 11 0 16,1 11 1-16,-8 7-1 16,-6 16 1-16,3 12-1 15,-18 22 1-15,1 22-1 16,-15 25 1-16,-7 32-1 15,-6 18 0-15,-1 7 0 16,4 3 0-16,6-13-1 16,1-16 1-16,10-12 0 0,4-25 0 15,4-9-1-15,3-23 1 16,7-18-1-16,7-19 1 16,3-16 0-16,8-28 0 15,7-12 0-15,3-17 0 16,4-11 0-16,7-1 0 15,3 6 0-15,-3 7 0 16,-4 13 0-16,0 11 0 0,-7 14 0 16,-6 18 1-16,-8 19-1 15,-4 28 0-15,-10 26 0 16,-17 43 1-16,-5 41-1 16,-13 38 1-16,-11 21-1 15,-3 10 1-15,0 0-1 16,10-18 0-16,7-20-1 15,4-31 1-15,17-28-5 16,1-22 0-16,20-32-14 16,4-37 0-16,11-41 0 15,17-41 1-15</inkml:trace>
  <inkml:trace contextRef="#ctx0" brushRef="#br0" timeOffset="10936.01">6078 8018 109 0,'-91'12'54'0,"66"-30"-70"0,32 14 87 16,14 1-71-16,25 0 0 0,35-3 0 15,29-7 1-15,31-5-1 16,28-4 0-16,7-3 0 16,8-4 0-16,3 4 0 15,-7 3 0-15,-4 3 0 16,-10 7 0-16,-21 2-9 15,-22 14 0-15,-21 21 0 16,-24 28 1-16</inkml:trace>
  <inkml:trace contextRef="#ctx0" brushRef="#br0" timeOffset="11307.93">6184 11906 108 0,'-67'-3'54'0,"67"0"-65"0,14 0 72 16,22-3-61-16,24-4 1 0,14-9 1 16,21-6 0-1,25 0-2-15,14 0 0 0,3 0 1 16,19 0 1 0,-5 0-4-16,1-7 0 0,-7 1-19 15,-15-16 0-15,-10-6-1 16,-28-32 1-16</inkml:trace>
  <inkml:trace contextRef="#ctx0" brushRef="#br0" timeOffset="11662.58">8456 6895 119 0,'11'-91'59'0,"-71"-6"-85"0,49 85 111 15,4 2-87-15,0 13 1 16,0 32-2-16,0 43 0 16,-11 63 3-16,1 66 1 15,-1 91-3-15,-7 75 1 16,4 79 0-16,3 46 0 15,-3 26 2-15,0 6 1 16,-7-16 0-16,0-24 0 16,3-42-1-16,-10-59 1 15,3-51-3-15,0-46 0 0,8-57-7 16,2-50 0-16,8-56-13 16,-7-54 1-16,14-56 0 15,7-57 0-15</inkml:trace>
  <inkml:trace contextRef="#ctx0" brushRef="#br0" timeOffset="12517.26">8050 6337 115 0,'-105'-97'57'0,"119"44"-80"16,7 40 104-16,28-3-82 0,36-2 1 16,49-8 0-16,39-2 0 15,53-6 0-15,45-7 0 16,43-25-1-16,39-12 1 15,42-4 0-15,21 4 0 16,32-10 0-16,22 13 0 16,-12 3-1-16,-6 12 1 15,-25 16 1-15,-43 13 0 0,-42 21-1 16,-49 20 1-16,-60 15-2 16,-39 9 1-16,-49 13 0 15,-36 16 0-15,-31 19-1 16,-36 9 1-16,-17 3 0 15,-15 28 1-15,-13 32 0 16,-4 31 0-16,0 40 0 16,0 48 1-16,10 25-1 15,4 38 0-15,4 24 0 16,6 35 0-16,5 4-2 16,6 2 1-16,3-9-2 15,15-35 1-15,0-21 0 16,7-29 0-16,4-12-1 15,-5-28 1-15,-9-17 0 16,-11-14 1-16,-18-17 0 16,-25 4 0-16,-28-19-1 15,-24-19 0-15,-29-7-1 0,-31-8 0 16,-26-26-1-16,-23-16 1 16,-26-24-2-16,-17-26 1 15,-18-9 0-15,-17-12 1 16,-19-16 0-16,-16-1 1 15,-1-11 1-15,4-4 0 16,3 3 1-16,7 0 0 16,4-9-1-16,7-3 1 15,11-4 0-15,3 1 0 16,17-1 0-16,-2 4 0 0,13 3-1 16,4 0 1-16,10-4 0 15,8 4 1-15,20 0 0 16,11-3 0-16,11-7 1 15,14-9 0-15,25-6 0 16,10-7 0-16,25-9 0 16,10-9 0-16,22-26-1 15,10-15 0-15,18-25-4 16,17-25 1-16,15-19-9 16,20-38 1-16,19-19-1 15,17-40 1-15</inkml:trace>
  <inkml:trace contextRef="#ctx0" brushRef="#br0" timeOffset="12910.74">11716 7805 120 0,'-4'-163'60'0,"-31"25"-70"0,17 106 82 16,-13-2-73-16,-22 9 0 15,-25 25-2-15,-31 22 0 16,-22 25 3-16,-28 22 0 16,-13 44-2-16,-15 28 1 0,-4 40 0 15,8 30 1-15,24 21 1 16,28-3 1-16,47-13 0 15,34-3 1-15,43-22-1 16,39-31 1-16,42-15-2 16,25-26 1-16,28-25-2 15,21-19 1-15,7-25-4 16,8-18 1-16,-5-17-9 16,-10-21 0-16,-10-13-1 15,-11-9 1-15</inkml:trace>
  <inkml:trace contextRef="#ctx0" brushRef="#br0" timeOffset="13120.9">12319 9595 121 0,'-18'22'60'0,"1"125"-69"0,10-81 83 16,-4 54-74-16,-7 49 0 15,4 53 0-15,-7 39 1 16,4 2-3-16,2-18 1 16,8-26-6-16,7-34 1 15,4-28-17-15,10-38 0 16,14-34 0-16,18-32 1 16</inkml:trace>
  <inkml:trace contextRef="#ctx0" brushRef="#br0" timeOffset="13470.52">14697 9376 122 0,'-18'-22'61'0,"57"41"-89"15,-7-13 114-15,28 3-86 16,35 1 0-16,42-4-2 0,43 0 1 16,36-3 0-16,27-9 1 15,22-13-2-15,3-3 1 16,0-3 0-16,-18 3 0 15,-24 3 0-15,-35-3 1 16,-29-3-7-16,-28-6 1 16,-21-3-1-16,-14-23 1 15</inkml:trace>
  <inkml:trace contextRef="#ctx0" brushRef="#br0" timeOffset="13793.24">18295 6205 114 0,'-92'-81'57'0,"75"84"-62"16,17 10 70-16,0 30-66 15,3 42 1-15,-3 41 1 16,4 55 0-16,-1 55-2 15,-3 52 1-15,-3 63 1 16,-8 63 0-16,-6 50 0 16,2 25 1-16,-2 10-1 15,3 3 0-15,3-10 0 16,8-18 1-16,6-45-2 0,8-49 0 16,3-45-5-16,3-49 0 15,1-54-12-15,0-44 0 16,-1-47 0-16,1-47 1 15</inkml:trace>
  <inkml:trace contextRef="#ctx0" brushRef="#br0" timeOffset="14598.58">18210 6199 113 0,'-91'-147'56'0,"24"2"-74"15,60 124 89-15,7-1-72 16,10-16 0-16,25 0-2 15,36-2 0-15,42-1 3 16,56-6 1-16,61-19-3 16,76 0 1-16,54-9 0 15,78-32 0-15,52 7 1 16,32 3 1-16,18 9 1 16,-7 0 0-16,-8 16 1 15,-34 19 1-15,-36 12-1 0,-43 31 0 16,-45 20-1-16,-49 21 0 15,-46 10-2-15,-54 34 1 16,-45 35-3-16,-46 12 1 16,-42 38-1-16,-46 19 1 15,-47 50 0-15,-41 28 1 16,-32 44 0-16,-28 41 0 16,-8 37 1-16,1 10 1 15,17 19-1-15,14 9 1 16,22 3-1-16,20-12 1 0,19-1-2 15,17 4 1-15,17-22-2 16,15-19 0-16,0-16 0 16,6-24 0-16,-9-17-1 15,-1-24 1-15,-14-42-1 16,-14-8 0-16,-14-32 0 16,-15-22 1-16,-17-25-1 15,-24-13 1-15,-22-28-1 16,-21-19 0-16,-25-12-1 15,-31-28 1-15,-39-23-2 16,-29-21 1-16,-41-6-2 16,-36-20 0-16,-18 7 1 15,-7 3 1-15,-10-3 3 16,14 0 1-16,0 12 2 16,3-3 0-16,11 1 2 15,0 8 1-15,10 1-1 0,8 0 0 16,13-7-3-16,29-3 1 15,32-2-3-15,35-17 0 16,42-3-5-16,39-9 0 16,39-12-9-16,46-10 0 15,35-7 0-15,35-8 0 16</inkml:trace>
  <inkml:trace contextRef="#ctx0" brushRef="#br0" timeOffset="15170.35">21198 8234 118 0,'18'-179'59'0,"7"-53"-78"16,-29 182 99-16,-10-6-82 15,-18-7 0-15,-21 13-2 16,-28 15 1-16,-21 23 3 16,-29 31 1-16,-20 40-3 15,-19 64 0-15,-13 43 1 0,3 56 0 16,18 51 1-1,24 3 0-15,39 6 0 0,39-24 0 16,29-20-1-16,31-25 1 16,14-34-1-16,14-29 0 15,4-18-1-15,7-28 0 16,6-20 0-16,-9-18 1 16,20-19 1-16,8-22 0 15,3-22 1-15,10-18 0 16,15-29 1-16,21-25 1 15,25-16-1-15,13-3 1 16,8 0 0-16,-11 19 0 0,-7 13-1 16,-21 25 0-16,-21 12 0 15,-18 22 0-15,-17 16 0 16,-11 28 1-16,-15 28-2 16,-2 16 1-16,-5 13-3 15,5 15 1-15,-8 6-11 16,0-9 0-16,-7 0-1 15,-14-19 1-15</inkml:trace>
  <inkml:trace contextRef="#ctx0" brushRef="#br0" timeOffset="16130">14450 7388 60 0,'-64'3'30'0,"-13"12"-14"16,52-5 7-16,-10-1-20 16,-15 10 1-16,-3 0 3 15,0-4 1-15,4 1-6 16,10-3 0-16,11-7 8 16,21-6 0-16,25-9-1 15,49-10 1-15,39-22-1 16,59-12 0-16,68 6-4 15,42-10 1-15,36 13-3 16,20 7 1-16,-6 8-2 16,7 11 1-16,-22-1-3 0,-7 9 0 15,-13-2-4-15,-26 6 0 16,-20 2-7-16,-33 4 0 16,-20 4 0-16,-47-1 0 15</inkml:trace>
  <inkml:trace contextRef="#ctx0" brushRef="#br0" timeOffset="16641.98">15060 11088 97 0,'-21'-6'48'0,"-7"2"-51"0,24 8 58 15,1 2-55-15,-4 0 0 16,0 3 0 0,3 7 1-16,8 3 0 0,6 6 0 15,18 3 2-15,32-3 0 16,36-9 1-16,55-7 1 15,57-15 0-15,46-6 0 16,46-4-1-16,14-3 0 16,0 7-4-16,-14-1 0 0,-35 1-9 15,-36-1 1-15,-39 0-20 16,-38-2 1-16,-35-13-1 16,-43-13 0-16</inkml:trace>
  <inkml:trace contextRef="#ctx0" brushRef="#br0" timeOffset="18443.97">15247 9398 101 0,'-53'-57'50'0,"21"57"-74"0,39-3 101 16,-10 3-77-16,6 16 0 16,-3 6 0-16,8 22 0 15,-1 21 0-15,7 20 0 16,7-3-1-16,14-1 1 15,11-9-1-15,17-12 1 16,15-29 0-16,10-18 0 16,0-23 1-16,1-15 0 15,-8-19 1-15,-7-22 0 16,-7-6 0-16,-14-3 1 0,-18-6-2 16,-21-1 0-16,-17 10-2 15,-15 19 0-15,-21 15-1 16,-24 16 1-16,-15 16-1 15,-7 28 0-15,-13 18 1 16,2 33 0-16,8 8 2 16,7 10 0-16,25-3 1 15,24-7 0-15,21-2 0 16,22 2 0-16,17-21-1 16,11-19 1-16,14-19-2 15,10-19 0-15,1-16-1 16,-1-15 1-16,-6-19-1 15,-11-13 1-15,-11-24 0 16,-14 2 0-16,-10-2 0 16,-15 5 1-16,-17 7-1 15,-11 16 0-15,-10 15-1 16,-7 9 0-16,-8 17 0 0,1 18 1 16,3 13-1-16,0 15 0 15,14 25 1-15,14 20 1 16,18-1-1-16,14-3 1 15,18-6-1-15,17-10 1 16,22-9-1-16,6-12 1 16,4-16-1-16,4-16 1 15,-4-9-1-15,-10-16 1 0,-8-29-1 16,-10-18 1-16,-18-9-1 16,-17-10 0-16,-22-6 0 15,-13 6 0-15,-33 10-1 16,-21 15 0-16,-13 22 0 15,-12 26 0-15,-2 15 0 16,-1 12 0-16,14 10 1 16,14 16 0-16,18 6 0 15,25 19 1-15,25 15-1 16,31 7 1-16,21-1 0 16,22-12 0-16,24-6-1 15,18-16 1-15,7-15-1 16,3-19 0-16,0-16 0 15,4-16 0-15,-3-22 0 16,-11-24 1-16,-15-11-1 16,-17-11 1-16,-21-10-1 15,-21 3 0-15,-25-3-1 16,-21 9 1-16,-21 19-2 0,-25 16 1 16,-14 22 0-16,-11 28 0 15,-10 25 0-15,7 12 1 16,13 11 0-16,23 11 0 15,20 7 0-15,28 15 1 16,25-2-1-16,25-7 1 16,25-12-1-16,31-13 1 15,18-19-1-15,18-19 1 16,17-15-1-16,-3-32 0 0,-1-9 0 16,-10-19 1-16,-7-6-1 15,-28-3 1-15,-21 0-1 16,-29-10 1-16,-24 16-1 15,-35 13 0-15,-36 15-1 16,-28 22 1-16,-28 16-1 16,-25 25 0-16,-7 19 0 15,10 3 1-15,4 6 0 16,25 3 0-16,25-6 0 16,17 0 1-16,35-3-1 15,25-3 1-15,25-10-1 16,25-9 1-16,17-9-1 15,10-10 1-15,5-13-1 16,-1-2 1-16,-3-13-1 16,-18-3 0-16,-14-4 0 15,-14 1 1-15,-18-4-2 0,-21 7 1 16,-28 6-1-16,-29 13 1 16,-34 2-1-16,-36 11 0 15,-21 2-1-15,-15 6 1 16,8 4 0-16,14 0 0 15,28-4 1-15,32-2 0 16,25-7 0-16,35-3 1 16,28-3-1-16,32 3 1 15,14-7-1-15,14 1 1 16,0 0-1-16,-7 0 0 16,-14-1 0-16,-22 1 0 0,-23-3 0 15,-33-1 1-15,-46 1-1 16,-38 9 0-16,-39-3 0 15,-22 9 1-15,-9 3-1 16,6 7 0-16,17 0-1 16,26 3 1-16,31-1-1 15,29-2 0-15,31 0 0 16,35-1 0-16,36 1-1 16,39-10 1-16,45-12 0 15,43-3 0-15,31-10 1 16,15 0 0-16,3-3 0 15,-7 3 0-15,-18 1 0 16,-38 11 0-16,-36 7-1 16,-34 7 1-16,-40 2 0 15,-35 10 1-15,-39 6-1 16,-32 6 1-16,-20 7 0 0,-12-4 1 16,5 4-1-16,13-13 1 15,25-3-1-15,32-9 0 16,24-7-5-16,36-12 0 15,32-10-13-15,34-9 1 16,22-3-1-16,14-13 0 16</inkml:trace>
  <inkml:trace contextRef="#ctx0" brushRef="#br0" timeOffset="19893.25">20729 9940 89 0,'-14'-34'44'0,"7"-10"-34"0,14 34 44 15,4 4-52-15,10-7 1 16,25-5 2-16,21-4 0 16,24 0-6-16,12 6 0 15,6 0 4-15,8 7 0 0,-8 9-2 16,-3 9 1-16,-22 4-1 15,-9 6 0-15,-23 6 0 16,-6 19 0-16,-14-3 0 16,-11 6 1-16,-14 22 0 15,-17 3 0-15,-15 12 0 16,-21 7 0-16,-14 19-1 16,-10 9 1-16,-8-9-2 15,-7-3 1-15,15-10-1 16,17-16 1-16,25-5-1 15,28-17 1-15,35-12 0 16,39-22 0-16,39-9-1 16,17-16 1-16,29 0-1 15,14-9 1-15,-4-1-4 16,-10 1 1-16,-18-4-10 16,-17-3 1-16,-40-2-1 15,-41-11 1-15</inkml:trace>
  <inkml:trace contextRef="#ctx0" brushRef="#br0" timeOffset="20444.55">21107 9774 112 0,'-18'-35'56'0,"50"48"-66"15,-11-4 74-15,18 1-65 16,14 9 1-16,10-1-1 16,11 11 0-16,7 5 1 15,-3-6 0-15,-4 7-1 16,-14 2 1-16,-7 10 0 16,-18 13 0-16,-14 6 0 15,-24 0 1-15,-18 9-1 16,-22 3 1-16,-13 20-1 15,-11-1 1-15,0-9-1 0,-11-1 1 16,15-11-1-16,6-14 0 16,15-5 0-16,14-7 0 15,10-6-1-15,11-10 1 16,21-5 0-16,18-7 1 16,14-10-1-16,21-12 1 15,25-3-1-15,13-3 0 16,15-10 0-16,11-3 0 15,10 0-8-15,-14-3 0 0,-7 1-1 16,-25 5 1-16</inkml:trace>
  <inkml:trace contextRef="#ctx0" brushRef="#br0" timeOffset="21686.8">12252 9743 101 0,'-56'-57'50'0,"27"41"-48"16,26 23 51-16,-4 5-53 15,-4 13 0-15,-7 22 0 0,-3 35 0 16,-7 37 0-16,7-28 1 16,-18 116-1-16,-7 3 0 15,7-6 0-15,8-54 1 16,2 13-1-16,12-34 1 16,3-35-1-16,3-25 0 15,4-19 0-15,11-25 1 16,-4-22-1-16,7-31 0 15,3-25 0-15,4-22 1 16,0-23 0-16,11-30 0 16,10-16 0-16,8-23 0 0,-4 14 0 15,6 15 1-15,1 19 0 16,-3 21 0-16,-8 17 0 16,-3 21 0-16,-8 13-1 15,-2 10 0-15,-5 15 0 16,1 9 0-16,-1 16-1 15,-2 16 0-15,-1 41 0 16,-4 31 0-16,-3 34 0 16,-7 32 0-16,-3 18 0 15,-4-2 0-15,0-7 0 16,0-28 0-16,3-28 0 16,1-29 0-16,3-21-1 15,0-29 1-15,0-28-1 16,0-24 0-16,-4-17 0 15,1-19 1-15,-1-12-1 0,0-21 1 16,4-14 0 0,4-6 0-16,3-3 0 0,7 1 0 15,4-1 0-15,3 3 1 16,-3 25-1-16,3 10 0 16,-7 12 0-16,-7 16 0 15,-14 16 0-15,-7 15 1 16,-7 19-1-16,-1 32 0 15,-6 37 0-15,-7 22 1 16,3 31-1-16,8 29 0 0,-1 0 0 16,7 12 0-16,8-22 0 15,-5-6 0-15,5-22-1 16,-1-15 0-16,4-23-4 16,0-12 1-16,0-13-16 15,4-15 0-15,13-23 0 16,4-30 1-16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1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2337 222 13952,'-295'-126'6258,"50"45"-4175,232 77-1637,0 1 0,-1 0 0,1 1 0,0 1 0,-1 0 0,1 1 0,-1 0 0,1 1 0,-1 1 0,-16 3 0,-14 7 162,-70 29 0,53-14-600,1 3 0,1 2-1,2 3 1,2 2 0,1 3 0,2 2-1,1 2 1,3 2 0,2 3 0,-40 54-1,20-15-39,-94 167 0,86-115 11,-72 198 0,73-128-22,-47 221 0,-21 386-106,75 143-491,82 50-149,76-53-64,42-107-22,37-127-298,33-97-43,129 140-704,-225-565 1184,210 295 0,-59-178 266,-18-78 300,-192-194 221,92 67 1,-120-99 43,1 0 0,1-2 0,0-1 0,1 0 0,0-2 0,42 10 0,-48-15 16,-1-1 1,1 0-1,0-2 1,-1 0-1,1-1 1,0-1-1,0 0 1,-1-2-1,1 0 1,-1-1-1,1 0 1,-1-2-1,-1 0 0,19-9 1,-15 4 85,-1-1 0,0-1 0,0-1 0,-1 0 0,-1-2 0,-1 0 0,0 0 0,-1-2 0,-1 0 1,22-35-1,-13 11 213,-2-1 1,-1-1 0,23-79-1,37-230 1190,-22-91-256,-22-76-149,-6-533 199,-27-4-736,-4 684-513,-16-1628-60,-22 1135-167,-40 20-134,9 402 2,-16 75-20,-13 78-300,75 233 204,-53-91-1,66 131 139,0 0 0,-1 1 0,-1 0 0,-1 2 0,-25-24 0,34 35 113,1 0-1,-1 1 0,0 0 1,0 0-1,-1 0 0,1 1 1,-1-1-1,-7-1 0,10 3 37,1 1-1,-1 0 0,0-1 0,1 1 0,-1 0 0,0 0 0,1 1 0,-1-1 1,0 0-1,1 1 0,-1 0 0,0-1 0,1 1 0,-5 3 0,3-2-17,0 1 0,0-1 0,1 1 0,-1 0 0,1 0 0,0 1 0,0-1 0,0 1 0,-3 4 0,-1 4-83,1-1 0,0 1 1,-5 15-1,-47 189-1136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18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13824,'0'-1'143,"1"1"1,-1-1 0,1 1 0,0-1 0,-1 1 0,1 0 0,-1-1-1,1 1 1,0 0 0,-1-1 0,1 1 0,0 0 0,0 0 0,-1 0-1,1 0 1,0 0 0,-1 0 0,1 0 0,0 0 0,0 0 0,-1 0-1,1 0 1,0 0 0,-1 0 0,1 0 0,0 1 0,-1-1 0,1 0-1,0 1 1,-1-1 0,1 0 0,-1 1 0,1-1 0,0 1 0,-1-1-1,1 1 1,-1-1 0,1 2 0,12 9 551,0 2 0,-1 0 0,0 0 0,-1 1 1,-1 0-1,0 1 0,-1 0 0,-1 0 0,0 1 0,-1 0 0,8 29 0,9 54-729,13 105 0,0 113-87,-19-142 75,33 225-44,29-2 31,-62-331 117,4-1-1,3-1 1,2-1 0,58 98-1,-56-116 12,2-2-1,1-1 1,3-1-1,1-2 1,2-2 0,66 53-1,-47-50 79,2-2 1,1-3-1,2-3 0,127 48 1,-97-50-12,2-5 1,0-3-1,102 10 1,-50-18-1,202-5 1,135-42-221,256-78-533,-10-36-199,-489 96 521,160-35-196,275-38-20,-224 74 599,142-24 826,-532 62-650,0-3 0,-2-2 0,81-34 0,-105 35-104,-2-2 0,0-1 0,-1-1 0,-1-2 0,-1-1 0,51-50 0,-24 11 55,-3-3 1,-3-3-1,-3-2 0,-2-1 1,66-144-1,-68 113-127,-5-2-1,-4-2 1,41-217 0,-66 261-83,-3-1 0,-3-1 1,-7-122-1,-2 129-5,0 22 0,3-1 0,0 1 0,3 0 0,7-60 0,-7 87 0,1 0 0,0 1 0,0-1 0,1 1 0,-1-1 0,2 1 0,-1 0 0,1 0 0,-1 0 0,2 1 0,-1-1 0,0 1 0,1 0 0,0 0 0,1 1 0,-1 0 0,1 0 0,-1 0 0,1 0 0,11-4 0,-15 7-35,1 0 0,0 0 0,-1 0 0,1 1 0,0-1 0,-1 1 0,1 0 0,0-1 0,-1 1 0,1 0 0,0 1 0,0-1 0,-1 0 0,1 1 0,0 0 0,-1 0 0,1-1 0,-1 1 0,1 1 0,-1-1 0,1 0 0,2 2 0,0 2-102,1 0 0,0 0 1,-1 0-1,0 0 0,0 1 1,-1 0-1,6 9 0,7 17-396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2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1584 14464,'-11'9'1807,"1"0"1,-14 15-1,24-24-1780,0 0 0,0 0 0,0 0 0,0 0 0,0-1 0,0 1 0,1 0-1,-1 0 1,0 0 0,0 0 0,0 0 0,0 0 0,0 0 0,1 0 0,-1 0 0,0 0-1,0 0 1,0 0 0,0 0 0,0 0 0,0 0 0,1 0 0,-1 0 0,0 0-1,0 0 1,0 0 0,0 0 0,0 0 0,1 0 0,-1 0 0,0 0 0,0 0-1,0 1 1,0-1 0,0 0 0,0 0 0,0 0 0,1 0 0,-1 0 0,0 0 0,0 0-1,0 0 1,0 1 0,0-1 0,0 0 0,0 0 0,0 0 0,0 0 0,0 0-1,0 0 1,0 1 0,0-1 0,0 0 0,0 0 0,0 0 0,0 0 0,0 0-1,0 1 1,0-1 0,0 0 0,0 0 0,0 0 0,0 0 0,33-13 1320,109-61 4853,59-53-6895,-115 70 1163,555-402-617,-584 414 123,540-445-162,-531 431 168,125-123 19,-180 170 12,-1-1-1,0 0 1,14-27 0,-23 37 2,1 1 0,-1-1 0,0 1 0,0-1-1,-1 0 1,1 1 0,0-1 0,-1-5 0,0 7-8,0 1 0,0-1 0,0 0 0,0 1-1,0-1 1,0 1 0,0-1 0,-1 1 0,1-1 0,0 0-1,0 1 1,-1-1 0,1 1 0,0-1 0,-1 1 0,1-1-1,-1 1 1,1 0 0,0-1 0,-1 1 0,1-1 0,-1 1 0,1 0-1,-1 0 1,-1-1 0,-2 0 16,0 0-1,-1 1 1,1 0-1,-1 0 1,1 0-1,-1 1 1,1-1 0,-1 1-1,-6 2 1,-18 4 48,1 2 0,-50 22 0,-60 40 105,135-70-171,-635 395 551,149-74-575,468-307-43,-34 29 0,52-41 53,0 0-1,0 0 0,0 1 1,0-1-1,1 1 1,-1-1-1,-2 7 1,5-9 10,0-1 0,0 1 0,-1-1 0,1 0 0,0 1 0,0-1 0,0 1 0,0-1 1,0 1-1,0-1 0,0 0 0,0 1 0,0-1 0,0 1 0,1-1 0,-1 1 0,0-1 0,0 0 1,0 1-1,0-1 0,1 1 0,-1-1 0,0 0 0,0 1 0,1-1 0,-1 0 0,0 1 1,1-1-1,1 1 2,-1 0-1,1-1 1,-1 1 0,1-1 0,-1 1 0,1-1 0,0 0 0,-1 1 0,1-1 0,0 0 0,-1 0 0,3-1-1,35-3 59,-1-2 0,0-2-1,70-25 1,73-29 90,473-160 598,-324 116-363,-232 80-277,-93 25-104,0 0-1,0 0 1,0 1 0,1 0 0,-1 0 0,0 0 0,7 2 0,-11-2-3,0 0-1,-1 0 1,1 0 0,0 1 0,-1-1 0,1 0 0,-1 1-1,1-1 1,-1 0 0,1 1 0,-1-1 0,1 1 0,-1-1-1,1 0 1,-1 1 0,1-1 0,-1 1 0,0 0 0,1-1-1,-1 1 1,0-1 0,1 1 0,-1 1 0,0-1-1,0 1-1,0-1 1,0 1 0,0-1-1,-1 1 1,1-1 0,0 1 0,-1-1-1,1 1 1,-1-1 0,0 1 0,0-1-1,1 0 1,-3 3 0,-5 6-16,-2 1 0,1-1 0,-1-1-1,-14 11 1,-98 69-25,-287 166-193,-54 31-21,-1-8 21,399-234 321,51-31-63,14-13-23,0 0 1,0 0-1,0 0 0,0 0 1,0 1-1,0-1 1,0 0-1,0 0 1,0 0-1,0 0 1,0 0-1,-1 0 1,1 0-1,0 0 0,0 0 1,0 0-1,0 0 1,0 0-1,0 0 1,0 0-1,0 0 1,0 1-1,0-1 1,0 0-1,0 0 0,0 0 1,0 0-1,0 0 1,0 0-1,0 0 1,0 0-1,0 0 1,0 0-1,0 1 1,0-1-1,0 0 0,0 0 1,0 0-1,0 0 1,0 0-1,0 0 1,0 0-1,0 0 1,0 0-1,0 0 1,0 1-1,0-1 0,0 0 1,0 0-1,0 0 1,0 0-1,1 0 1,-1 0-1,0 0 1,0 0-1,0 0 1,0 0-1,0 0 0,0 0 1,0 0-1,0 0 1,0 0-1,0 0 1,0 0-1,1 0 1,26-12 95,818-457-1660,-689 387 440,-26 13 100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6:38:27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1291 935 13184,'-695'-15'7530,"426"6"-2005,83-4-5423,157 10-54,5 1 18,-29-3 34,51 5-102,0 0-1,0 0 1,0-1 0,0 1 0,0-1 0,1 0 0,-1 0 0,0 1 0,0-1-1,0 0 1,1 0 0,-1-1 0,0 1 0,1 0 0,-1-1 0,1 1 0,-3-3 0,4 2 2,0 1 0,-1 0 0,1 0 0,0-1 0,1 1 0,-1 0 0,0-1 0,0 1 0,0 0 0,1 0 0,-1 0 0,0-1 0,1 1 0,0 0 0,-1 0 0,1 0 0,-1 0 0,1 0 0,0 0 0,0 0 0,0 0 0,0 0 0,0 0 0,-1 0 0,2 0 0,-1 1 0,0-1 0,1 0 0,13-9 26,-1 0 1,2 1 0,19-8-1,129-50 102,100-12 0,104-7 0,98-2 0,92 4 0,82 7 0,65 10-21,2280-122-107,-2323 160-86,-68 16 65,-81 3 21,-80 7 0,-95 3 21,-88 2 86,-80 5 21,-156-6-96,1 0 0,-1 1 0,25 7 0,-39-9-29,1 1 0,0-1-1,-1 0 1,1 0 0,-1 0 0,1 1 0,-1-1-1,1 0 1,-1 0 0,0 1 0,1-1-1,-1 1 1,1-1 0,-1 0 0,1 1 0,-1-1-1,0 1 1,1-1 0,-1 1 0,0-1-1,0 1 1,1-1 0,-1 1 0,0 0 1,0 0 0,-1-1 0,1 1 0,0 0 0,-1-1 1,1 1-1,0-1 0,-1 1 0,1 0 0,-1-1 0,1 1 0,-1-1 1,1 1-1,-1-1 0,1 1 0,-1-1 0,1 0 0,-1 1 0,0-1 0,-13 7 44,0 0 0,-1-1 0,-24 6 0,-140 32 16,-95 11 22,-94 12-65,-88 12-21,-67 10 0,-1073 144 0,308-49 0,-1013 162-107,1959-293 86,50 0 21,55-15 0,-71 16 21,242-45 86,65-7 33,12-2-88,29-2 12,1842-200 1579,-323-16-1110,-1509 211-533,16-1 0,77-21 0,-119 19 0,-23 10 0,-1 0 0,0 0 0,0 0 0,0 0 0,0 0 0,0 0 0,0 0 0,1 0 0,-1 0 0,0-1 0,0 1 0,0 0 0,0 0 0,0 0 0,0 0 0,0 0 0,1 0 0,-1 0 0,0-1 0,0 1 0,0 0 0,0 0 0,0 0 0,0 0 0,0 0 0,0-1 0,0 1 0,0 0 0,0 0 0,0 0 0,0 0 0,0 0 0,0-1 0,0 1 0,0 0 0,0 0 0,0 0 0,0 0 0,0 0 0,0-1 0,0 1 0,0 0 0,0 0 0,0 0 0,-1 0 0,1 0 0,0 0 0,0-1 0,0 1 0,0 0 0,0 0 0,0 0 0,0 0 0,-1 0 0,1 0 0,0 0 0,0 0 0,0 0 0,0 0 0,-1 0 0,-4-2 0,-1 1 0,0 0 0,0 0 0,1 1 0,-12 0 0,-109 7 0,-83 12 0,-82 14 0,-75 19 0,-1421 281-235,631-99 214,894-180 21,68-10-43,135-28-27,38-10 8,-1 0-1,1-2 1,-43 4-1,59-10 45,17-4 15,140-42 3,-65 22 0,155-46 0,82-20 0,70-16 21,-349 96-13,354-93 91,414-70 24,-618 136-118,1310-247-5,-1078 214 0,-60 13 0,-59 6 21,-58 8 65,-181 32-70,190-39 10,-245 49-16,53-16 68,-63 18-70,-1 0 0,0 0 0,0 0 0,0-1-1,-1 1 1,1-1 0,0 0 0,-1 0 0,1 0 0,-1 0-1,1 0 1,-1-1 0,0 1 0,0-1 0,3-4 0,-5 7-8,0 0 1,0-1 0,0 1-1,1 0 1,-1-1 0,0 1 0,0-1-1,0 1 1,0-1 0,0 1-1,0 0 1,0-1 0,0 1-1,0-1 1,0 1 0,0 0-1,-1-1 1,1 1 0,0-1 0,0 1-1,0 0 1,0-1 0,-1 1-1,1-1 1,0 1 0,-1-1-1,-15-7 3,1 5-3,-1 1 0,0 1 0,-18 0 0,-119 5 0,-68 14-43,-65 16-149,-51 8 22,-3022 364-1836,3335-404 2002,-568 45-13,562-46 44,25-3 18,16-1 32,178-28 307,-1 6-149,55-17 21,881-132 393,11 43-4135,-868 107 1865,-39 3 63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6:52:09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5221 1599 58 0,'53'-63'29'0,"-46"-62"-18"15,-3 81 29-15,-4-16-35 0,-4-6 0 16,-17-6 3-16,-4 10 0 16,-10 18-10-16,-4 15 0 15,-17 23 7-15,-18 22 0 16,-15 21-3-16,-9 32 0 16,9 22-1-16,12 7 0 15,13 8-1-15,8-5 0 16,21-23 0-16,17-31 0 15,11-31 0-15,32-26 1 0,17-21-1 16,25-16 1-16,4-13 1 16,3-15 0-16,3 12 0 15,1 10 0-15,-4 12 0 16,0 29 0-16,-25 24 0 16,1 29 1-16,-18 22-1 15,-18 37 0-15,-18 22-1 16,-6 16 0-16,-15 19-1 15,0 3 1-15,-7-16-1 16,-3-15 1-16,3-1-1 16,1-12 0-16,2-15 0 15,1-20 1-15,7-12-1 16,3-15 1-16,4-20 0 16,4-15 1-16,10-28-1 15,10-26 1-15,15-18-1 16,14-19 1-16,17-16-1 15,15-3 0-15,-1 12-1 16,-3 14 0-16,-21 11 0 0,0 14 0 16,-18 11 0-16,-14 11 0 15,-14 21 0-15,-10 22 0 16,-11 22 0-16,-11 12 0 16,-7 4 0-16,7 15 0 15,15 4 0-15,6-7 0 16,22-12 0-16,17-13 1 15,0-15-1-15,14-23 0 0,8-21 0 16,10-23 1-16,0-11 0 16,0-8 0-16,-7-5 0 15,-14-19 0-15,-18 3 0 16,-11-1 0-16,-13 11-2 16,-15 15 1-16,-3 0-10 15,0 22 1-15,0 6-1 16,3 3 1-16</inkml:trace>
  <inkml:trace contextRef="#ctx0" brushRef="#br0" timeOffset="475.97">4279 1044 94 0,'-3'-53'47'0,"-8"115"-47"0,4-34 54 0,3 54-54 16,-6 40 1-16,-1 51-1 16,11 27 1-16,0 29-2 15,0 0 0-15,0-6-5 16,11-10 0-16,-8-25-17 16,4-28 1-16,-7-16 0 15,0-37 0-15</inkml:trace>
  <inkml:trace contextRef="#ctx0" brushRef="#br0" timeOffset="897.23">6011 928 99 0,'7'12'49'0,"-7"-30"-76"0,7 24 101 0,8 3-75 15,2 13 1-15,15 10-1 16,17 24 1-16,29 22 0 16,7 23 1-16,-1 15-2 15,12 41 1-15,-8-4 0 16,0-2 0-16,-18-1 1 16,-13-2 0-16,-32-23 0 15,-25-3 1-15,-25 4-1 16,-14 9 0-16,-17-10-10 15,-18-3 1-15,-25-15-1 16,7-4 0-16</inkml:trace>
  <inkml:trace contextRef="#ctx0" brushRef="#br0" timeOffset="1521.72">4216 6102 101 0,'-46'28'50'0,"0"116"-60"0,46-81 70 0,-7 50-60 15,14 66 0 1,-7 59-1-16,0 44 1 0,-14 0-3 16,3-9 0-16,8-34-10 15,-8-39 0-15,11-40 0 16,-10-41 0-16</inkml:trace>
  <inkml:trace contextRef="#ctx0" brushRef="#br0" timeOffset="2038.16">5260 6196 104 0,'-57'-35'52'0,"5"17"-68"15,34 11 84-15,-10 1-69 16,3 6 1-16,-10 10-2 16,-1 27 1-16,-2 20 1 0,-1 30 0 15,0 23-2-15,7 22 1 16,4-10 0-16,10-3 0 15,4-21 0-15,14-30 0 16,11-20 1-16,14-27 0 16,3-24 0-16,0-22 0 15,14-25 0-15,4-16 1 16,4-6-1-16,13 6 1 0,-6 7-1 16,3 18 1-16,-22 19-1 15,-6 19 1-15,-11 28-1 16,-3 28 0-16,-15 19 0 15,-6 26 1-15,-25 8-1 16,-4 13 1-16,-3 0 0 16,-4-2 1-16,4-8-1 15,6-18 1-15,8-16 0 16,4-21 0-16,13-13 0 16,4-20 0-16,11-11-2 15,13-38 1-15,22-16-2 16,4-19 1-16,9-12-6 15,1 0 1-15,11-7-13 16,-4 16 0-16,4 7 0 16,-8 5 0-16</inkml:trace>
  <inkml:trace contextRef="#ctx0" brushRef="#br0" timeOffset="2188.96">5838 7293 99 0,'-21'101'49'0,"-49"43"-65"0,56-84 83 15,-8 31-67-15,1 21 1 16,0 11-7-16,4 5 0 16,13-12-4-16,4-15 0 15,0-23-3-15,11-37 0 0</inkml:trace>
  <inkml:trace contextRef="#ctx0" brushRef="#br0" timeOffset="2572.11">6040 6086 110 0,'-50'0'55'0,"8"16"-75"16,35-16 93-16,3 3-74 16,15 10 1-16,6 12-1 15,15 25 0-15,18 22 1 16,31 31 0-16,7 32-1 16,7 19 1-16,0 9 0 0,-6 13 0 15,-19-7 0-15,-17-9 0 16,-21-10 0-16,-18-2 1 15,-25-13-1-15,-10-10 1 16,-21-15-3-16,-25-19 0 16,-11-22-19-16,-6-22 1 15,9-28-1-15,-6-19 1 16</inkml:trace>
  <inkml:trace contextRef="#ctx0" brushRef="#br0" timeOffset="2942.12">7620 2151 104 0,'-7'-10'52'0,"42"23"-74"0,-3-13 93 16,14 0-72-16,49 9 1 15,25 1-3-15,39-1 0 16,14 4 1 0,21-10 0-16,-4 3-10 0,-6-6 1 15,-12 0-1-15,-16 3 1 16</inkml:trace>
  <inkml:trace contextRef="#ctx0" brushRef="#br0" timeOffset="3313.52">7666 7118 101 0,'-4'12'50'0,"68"29"-63"0,-22-35 76 15,43 7-63-15,31-7 0 16,43 1 0-16,10-4 0 15,32-6-1-15,-3-4 1 16,0-2-7-16,6-13 1 16,-20-9-15-16,-15-1 0 15,-24-12 0-15,-22-28 1 16</inkml:trace>
  <inkml:trace contextRef="#ctx0" brushRef="#br0" timeOffset="28064">9744 6055 103 0,'-67'-19'51'0,"3"97"-51"0,57-40 51 0,4 40-51 16,13 42 0-16,15 52 0 16,7 60 0-16,-4 28 0 15,14 35 0-15,1 3-1 16,2-16 1-16,-6-34-1 15,0-41 1-15,0-31-7 16,-7-35 1-16,-4-35-15 16,-7-34 1-16,-10-46 0 15,3-48 0-15</inkml:trace>
  <inkml:trace contextRef="#ctx0" brushRef="#br0" timeOffset="28689.84">9543 6130 98 0,'-96'-78'49'0,"72"34"-71"0,27 34 93 16,15-12-72-16,31-9 1 15,25-3-1-15,25-17 1 16,42-8 0-16,25 2 0 0,28 1 0 16,18-4 0-1,13 1-1-15,12 9 1 0,-11-4 0 16,-1 7 0-16,-20 0 0 16,-25 19 0-16,-18 15 0 15,1 17 0-15,-29 8 0 16,-22 26 0-16,-20 15 0 15,-11 35 0-15,-17 12 0 16,-11 29 0-16,-7 28 0 16,-4 18 0-16,4 20 0 15,0 8 0-15,3-2 0 16,7 12 0-16,-3-15 0 16,0-13 1-16,-10-3-2 15,-1-22 1-15,-7-13-1 16,-3-15 1-16,-7-13 0 15,-4 0 0-15,-7-15-1 16,-7-7 1-16,-10-12-2 0,-15-10 1 16,-21-9 1-16,-28 3 0 15,-14-7-1-15,-36-5 1 16,-34-4 0-16,-22 0 0 16,-39 1 1-16,-6 2 0 15,-33-3-1-15,1 1 1 16,-22 2-1-16,18 4 1 15,-7 6-1-15,42-13 0 16,25-19-4-16,42-18 0 16,40-25-1-16,34-32 1 0</inkml:trace>
  <inkml:trace contextRef="#ctx0" brushRef="#br0" timeOffset="28971.56">12128 6444 108 0,'-67'15'54'0,"-14"26"-64"16,46-6 73-16,-14 34-64 15,-4 31 0-15,-7 35-1 16,7 53 1-16,-11 28 1 15,-6 19 1-15,-15-12-3 16,4 0 1-16,0-26-6 16,10-30 0-16,8-33-12 0,6-33 1 15,-3-42-1-15,4-34 1 16</inkml:trace>
  <inkml:trace contextRef="#ctx0" brushRef="#br0" timeOffset="29164.71">10806 6792 101 0,'-4'-88'50'0,"82"79"-70"0,-50 15 91 0,14 22-71 16,22 35 0-16,24 25 0 15,18 37 1-15,3 16-2 16,18 3 0-16,7-3-10 15,-3 1 0-15,-15-42-1 16,-7-41 1-16</inkml:trace>
  <inkml:trace contextRef="#ctx0" brushRef="#br0" timeOffset="30512.17">8791 2286 54 0,'-17'0'27'0,"10"3"-16"0,7 3 15 15,0 0-26-15,7 4 1 16,0 9-1-16,0-1 1 16,10-5-2-16,-3 3 1 15,11-10 1-15,10 3 1 16,15-9-1-16,13-6 1 15,15-13 1-15,0 0 1 16,13-9-1-16,22 6 1 16,18 3-1-16,-11 1 0 15,14 2-1-15,14 6 0 0,-4 1-1 16,1 6 0 0,14-3-1-16,0 2 1 0,-8-5-1 15,8 9 0-15,7-16 0 16,-14 7 1-16,-1 0 0 15,22-1 0-15,-7 1 0 16,-7 9 1-16,21 3 0 16,-11 6 0-16,-7 1-1 15,11-4 0-15,-7 0 0 16,-11-3 0-16,4-3-1 16,-4 0 0-16,0-9 1 15,-14 0 0-15,1-1-1 16,2 1 1-16,-10-1 0 15,-3 1 0-15,-8 6 0 16,8 3 0-16,-4 0-1 16,3 3 1-16,-6-3-1 0,-1-9 1 15,11 2-1 1,4 1 0-16,-15-3 0 0,-6-1 1 16,-8 1-1-16,4-1 0 15,-18 4 0-15,-10 6 0 16,-7 0 0-16,-8 0 0 15,-6 0 0-15,-4-3 0 16,-4 3 0-16,-7-9 1 16,-6-1-1-16,-12 1 1 15,-9-13 0-15,-12 9 1 16,-10-6 0-16,-10 1 0 0,-8 2 0 16,-7 7 1-16,-6 2-2 15,-5 14 1-15,-6 5-1 16,-18 13 0-16,0 10-1 15,-4 9 0-15,5 9 0 16,2 22 0-16,8 4 0 16,13 2 0-16,12-3 0 15,10-5 0-15,14-14 0 16,17-12 0-16,19 0 0 16,20 7 0-16,15-14 0 15,10-11 0-15,14-4 0 16,18-3 1-16,-11-13-1 15,0-9 0-15,-10-13 0 16,-7-12 1-16,-8-9 0 16,-17-10 0-16,-14-31 0 0,-14-19 1 15,-14 9-1 1,-15 7 0-16,-17 12-2 0,-18 22 0 16,-21 9-8-16,-28 26 0 15,-7 18 0-15,-4 26 1 16</inkml:trace>
  <inkml:trace contextRef="#ctx0" brushRef="#br0" timeOffset="31192.37">13049 7083 78 0,'-42'-18'39'0,"24"21"-39"0,18 0 40 16,-7 0-41-16,7 6 0 0,4 1 0 15,6 5 0 1,8-2 2-16,10 3 0 0,11-4 0 15,17-5 0-15,26-4 1 16,23 3 0-16,19-3 1 16,24 6 0-16,18-2-1 15,3-4 0-15,11-3-1 16,0 0 1-16,0-6-2 16,3-13 0-16,-6-9 0 15,-8-1 0-15,-14-5 0 16,1-4 0-16,-19 4-2 15,-24 9 0-15,-18 12-11 16,-24 4 1-16,-15 6-1 16,-13-1 1-16</inkml:trace>
  <inkml:trace contextRef="#ctx0" brushRef="#br0" timeOffset="32145.41">16090 3236 82 0,'-46'-32'41'0,"32"45"-53"16,11-1 64-16,-1 7-53 15,1 19 1-15,-1 15-1 16,4 22 0-16,0 10 1 15,0 12 1-15,0 32-1 16,7 21 0-16,0 4 1 16,7 37 0-16,0 1 0 15,4 27 0-15,0 1 0 16,-4-1 1-16,0-9-1 0,0-6 0 16,-3 0-1-1,-1-10 1-15,4-15-1 0,0-19 0 16,11 0 0-16,7-25 1 15,-7-19-1-15,3-25 1 16,-3-19-1-16,-8-19 1 16,-3-25 1-16,0-6 0 15,-3-22 0-15,-8-12 1 16,-6-20-1-16,-4-8 1 16,-7-7-1-16,-18 0 0 15,-7-4-1-15,-7-5 0 0,-7 6 0 16,-7-3 0-16,-3 9 0 15,-1 9 0-15,-13 4 0 16,6 12 0-16,4 6-1 16,4 17 1-16,6 8-1 15,11 10 0-15,4 16-1 16,7 18 1-16,7 26 0 16,10 21 0-16,4 1-1 15,10 15 1-15,11 6 0 16,15 4 0-16,9-13 0 15,22-3 0-15,7-4 0 16,11-2 0-16,3-13 0 16,7-6 1-16,18-16-1 15,-4-12 1-15,4-20-1 16,-4-8 1-16,4-17-1 0,14-18 1 16,-7-12-1-16,-11-17 0 15,-3-15 1-15,-11-3 0 16,-7-10-1-16,-14 13 1 15,-11-34 0-15,-10-7 0 16,-18 3-1-16,-10-5 1 16,-15 11-1-16,-17-2 1 15,-18-10 0-15,-24-10 0 16,-18 10 0-16,-8 10 0 16,-6 2-1-16,-7 17 1 15,-4 15-3-15,4 9 0 16,10 13-10-16,4 19 0 15,10 18 0-15,8 7 1 0</inkml:trace>
  <inkml:trace contextRef="#ctx0" brushRef="#br0" timeOffset="32412.94">15896 7526 89 0,'-25'-4'44'0,"8"8"-49"15,17-11 57-15,0 7-53 16,10-9 0-16,12-1 0 16,6-2 1-16,14-4 1 15,11-3 0-15,14-6 0 0,7 13 0 16,0-10 0-16,-3 3 0 15,-4 0-3-15,3 0 0 16,-10 4-1-16,-7-1 0 16</inkml:trace>
  <inkml:trace contextRef="#ctx0" brushRef="#br0" timeOffset="32649.84">16129 7065 97 0,'-28'-13'48'0,"31"26"-53"0,4-7 59 0,7 3-55 15,8 13 1-15,13 3 0 16,0 22 0-16,8 13 0 16,-5 15 1-16,1 7-1 15,0 9 1-15,-4 3-3 16,0-3 0-16,-6-4-19 15,-1-18 0-15,-3-18-1 16,-4-26 1-16</inkml:trace>
  <inkml:trace contextRef="#ctx0" brushRef="#br0" timeOffset="33055.19">17216 7482 108 0,'-50'-16'54'0,"29"35"-83"0,21-16 107 0,7-3-80 16,11 3 1-16,20-6-1 15,26 0 0-15,17-16 3 16,36-9 0-16,31-4-1 16,28 4 0-16,36 3 1 15,21 0 0-15,21 3 0 16,3 3 1-16,8 10-1 15,-11-1 0-15,0 10-7 16,-18-6 1-16,-7 3-19 16,-20-3 1-16,-19-13-1 15,-24-9 1-15</inkml:trace>
  <inkml:trace contextRef="#ctx0" brushRef="#br0" timeOffset="33633.96">16401 2204 65 0,'-7'-9'32'0,"24"2"-24"16,1 4 32-16,10-3-39 15,14 6 1-15,18-6 0 16,25 6 1-16,17-3-4 16,22 3 1-16,31 0 2 15,11-7 0-15,28-2-1 0,18-1 0 16,24-2 0-16,14-4 1 15,19-3-1-15,-1-15 1 16,0 6-1-16,-11 3 1 16,-17 0-1-16,-11 6 1 15,-31 0-1-15,-18 0 1 16,-35 3-1-16,-26 4 1 16,-16-1-1-16,-22 4 0 15,-21 6-4-15,-14 3 0 16,-14 0 0-16,-15 9 0 15</inkml:trace>
  <inkml:trace contextRef="#ctx0" brushRef="#br0" timeOffset="44338.37">14958 903 53 0,'-21'-47'26'0,"-15"-47"-20"16,29 72 26-16,-7 0-31 16,-11 3 1-16,-10 6 1 15,-21 13 1-15,-8 10-3 16,-10 34 1-16,0 3 3 16,0 15 0-16,-4 11 0 15,11 8 0-15,14 13-1 16,4-3 0-16,24-13-2 15,15-2 0-15,20-7-1 0,12-25 0 16,16-7 0-16,19-12 0 16,20-15-1-16,12-17 1 15,-5 4-12-15,-3-6 0 16,-3-13 0-16,-7 0 0 16</inkml:trace>
  <inkml:trace contextRef="#ctx0" brushRef="#br0" timeOffset="44678.45">15744 677 79 0,'8'-88'39'0,"27"44"-41"15,-28 38 58-15,3 3-55 16,1 6 0-16,0 13 0 16,-11 28 0-16,0 21-2 15,-4 14 1-15,-6 9 0 16,-5 12 1-16,8 13-3 15,4-32 1-15,-4 17-4 16,3-17 0-16,1-15-13 16,-1-6 1-16,-10-7 0 0,3-19 0 15</inkml:trace>
  <inkml:trace contextRef="#ctx0" brushRef="#br0" timeOffset="45085.45">15843 1000 79 0,'14'-82'39'0,"-10"-40"-47"0,-1 94 73 0,4-7-62 15,1 7 0-15,-1 9 0 16,3 13 0-16,1 22-5 16,3 6 0-16,4 18 3 15,3 4 0-15,7-3-2 16,4 12 1-16,3-9 0 15,7 0 0-15,4 0 0 16,0 9 1-16,3 1-1 16,-3-1 1-16,-3-15-1 15,-5-7 1-15,-2-9-1 16,-1-6 0-16,-7-23 0 16,0-11 1-16,-3-11-1 15,0-8 1-15,3-13-1 16,-3-4 0-16,-4-8 0 15,-4-4 1-15,1-13-1 16,-4 1 0-16,-7 21-7 0,-3 7 1 16,-4 13-1-16,-4 2 1 15</inkml:trace>
  <inkml:trace contextRef="#ctx0" brushRef="#br0" timeOffset="45501.26">16965 730 76 0,'11'-12'38'0,"-4"-1"-37"0,-7 4 37 0,0 9-38 16,0 0 0-16,-7 19 0 15,0-4 0-15,-4 13 0 16,0 7 0-16,4 3 0 15,0-1 0-15,4 13 0 16,-4-12 0-16,17 6 0 16,1-6 0-16,7-1 1 15,3 4 0-15,3-22 0 16,8 0 0-16,11-10 0 16,2-3 1-16,5-6-1 15,-11 0 0-15,17-9 0 16,-3-7 0-16,-7 0 0 15,-4-5 1-15,-3-14 0 16,-14-3 0-16,-11-5 1 16,-11-11 0-16,-13-5-1 0,-15 5 1 15,-14 7-2-15,0 10 1 16,-3 12-8-16,3 15 1 16,0 13-1-16,4 7 0 15</inkml:trace>
  <inkml:trace contextRef="#ctx0" brushRef="#br0" timeOffset="45709.83">18002 661 84 0,'32'-47'42'0,"0"32"-43"15,-18 15 48-15,0 0-47 16,4 0 0-16,-1 15 0 15,4 4 0-15,1 9 0 16,-1 7 0-16,-4 2 0 16,1 10 0-16,-4-3 0 15,-7 6 0-15,-3-6-6 16,-4-3 0-16,-4 3-1 16,-3-3 1-16</inkml:trace>
  <inkml:trace contextRef="#ctx0" brushRef="#br0" timeOffset="45958.11">17974 680 78 0,'-21'-72'39'0,"14"28"-41"0,14 41 46 15,3-10-44-15,15 4 1 16,14 0 0-16,10-1 0 16,18 7-3-16,14-6 1 0,4 9-12 15,0 0 0-15,-4 0-1 16,-14 3 1-16</inkml:trace>
  <inkml:trace contextRef="#ctx0" brushRef="#br0" timeOffset="46852.89">14954 1991 68 0,'-21'-38'34'0,"18"51"-43"0,3-7 52 15,7 3-44-15,0 10 1 16,3 9 0-16,4 7 0 16,0 9 0-16,1 0 0 15,2 18-1-15,-3 20 1 16,-3 9 0-16,-8 16 0 15,-3 43 0-15,-3 10 0 16,-1 41 0-16,4 9 0 16,7 22 0-16,8-10 0 15,-1 4 0-15,-4 13 1 16,1 18-1-16,-4 3 0 0,0 13 1 16,0 6 0-16,11 16 1 15,6 3 0-15,8 9-1 16,-4-6 1-16,4-6 0 15,0-54 0-15,-4-24 0 16,-3-23 1-16,-4-6-1 16,-3-19 0-16,-4-2-1 15,0-11 1-15,3-14-3 16,5-26 0-16,-5-19-16 16,1-28 1-1</inkml:trace>
  <inkml:trace contextRef="#ctx0" brushRef="#br0" timeOffset="48038.87">14947 1941 62 0,'-3'-94'31'0,"17"-10"-29"16,-7 85 37-16,7 0-39 16,4 1 0-16,3 2 0 15,14 0 1-15,11-3-2 16,3 7 1-16,11-7 0 15,7-3 0-15,11 3 0 16,21 7 0-16,7-1 0 16,3 4 0-16,7 6-1 15,18 3 1-15,7 9 0 16,-10-3 0-16,-4 13-1 0,11 0 1 16,-15 0 0-16,-10-3 0 15,-14 2 0-15,-11 7 0 16,-7 7 0-16,-14 9 0 15,-14-1 0-15,-11 14 0 16,-10-4 0-16,-7 13 0 16,-8-1-1-16,-3 17 1 15,-3 24 0-15,-7 10 0 16,-1 9 0-16,1 23 1 0,-1 5-1 16,1 7 0-16,3 25 1 15,0 3 0-15,3 15 0 16,1 11 0-16,0-1 0 15,-1 31 1-15,4 7-1 16,11 25 1-16,0-13-1 16,6 6 0-16,1-21 0 15,7-10 0-15,0-18-1 16,-7-7 0-16,-1 3 0 16,-6-19 1-16,-4-2-1 15,-3-4 1-15,-4-6-1 16,-4-10 0-16,-2-12 0 15,-1-6 1-15,3-10-1 16,1-6 1-16,-8-13-1 16,1-5 0-16,-4-1 0 15,0-16 1-15,-4-9-1 16,-3-18 0-16,-3-8 0 16,-8-8 1-16,-7-7-1 0,-3-9 0 15,-7-9 0-15,-15 2 0 16,-3-5 0-16,-10-4 1 15,0 0-1-15,-1-3 1 16,-3 0-1-16,-11-6 1 16,-6 0-1-16,-12-3 0 15,-2-4 0-15,6 7 1 16,-3 0-1-16,-8-3 0 0,5-1 0 16,-1 4 1-16,18 3-1 15,7-3 1-15,10 0-1 16,8-4 1-16,6-2-1 15,4-1 0-15,8-2 0 16,-1-1 0-16,4-6 0 16,6 0 1-16,-2-9 0 15,-1-6 0-15,4-7-1 16,3-3 1-16,4-3 0 16,3-3 0-16,4-4 0 15,3-2 0-15,8-13 0 16,-1-3 1-16,4-4-1 15,0-12 0-15,4-15-9 16,-4-16 1-16,-7-4-1 16,-11-12 1-16</inkml:trace>
  <inkml:trace contextRef="#ctx0" brushRef="#br0" timeOffset="49070.19">19329 348 43 0,'7'-44'21'0,"-4"-53"-3"0,1 71 21 15,-1-2-32-15,-3 3 0 16,0 3 5-16,-3 7 0 16,-4 11-15-16,-7 17 0 0,-11 37 10 15,-10 16 0 1,-8 31-3-16,-10 44 0 0,4 13-3 15,7 40 1-15,13 4-7 16,15-29 1-16,28 1-13 16,15-36 1-16,10-36-1 15,13-45 1-15</inkml:trace>
  <inkml:trace contextRef="#ctx0" brushRef="#br0" timeOffset="49376.08">20235 304 96 0,'-35'-69'48'0,"-25"41"-71"0,42 34 92 15,-6 13-69-15,-8 9 0 16,-7 16 0-16,-3 9 0 16,0 19-1-16,-4 16 1 15,7 9 0-15,4-6 0 16,6 0 0-16,12 6 0 16,13-15-4-16,15-4 0 15,13-6-16-15,15-28 0 16,7-9-1-16,21-23 1 0</inkml:trace>
  <inkml:trace contextRef="#ctx0" brushRef="#br0" timeOffset="49620.38">21100 429 100 0,'31'-47'50'0,"-31"13"-75"16,0 34 99-16,-3-10-75 15,-4 20 1-15,-7-1-3 16,-7 19 1-16,-8 7 1 16,-2 18 0-16,-5 19-5 15,5 16 0-15,-8-3-12 16,0 3 1-16,0-1 0 16,-10 11 0-16</inkml:trace>
  <inkml:trace contextRef="#ctx0" brushRef="#br0" timeOffset="49886.37">20479 589 73 0,'21'-81'36'0,"-11"12"-36"0,-2 50 59 15,2 9-58-15,1 1 1 0,6 9-1 16,8 13 1-16,7 12-3 16,7 3 0-16,6 22 1 15,5 13 1-15,10 9-4 16,3-9 0-16,1 2-8 16,10-2 0-16,-11-3 0 15,-10-16 0-15</inkml:trace>
  <inkml:trace contextRef="#ctx0" brushRef="#br0" timeOffset="50154.91">21569 348 73 0,'0'-60'36'0,"0"-68"-38"0,3 102 51 16,1-2-46-16,3 9 0 16,0 4 0-16,4 15 0 15,3 19-4-15,3 18 0 16,1 16 3-16,-4 16 0 16,-3 13-2-16,-8 25 1 15,-6 9-1-15,-11 9 1 16,-11 7-3-16,-10 18 1 15,-22 4-1-15,-35 15 0 0</inkml:trace>
  <inkml:trace contextRef="#ctx0" brushRef="#br0" timeOffset="58016.78">15688 14101 78 0,'-49'-25'39'0,"-15"-6"-36"0,47 18 40 0,-8 1-42 16,-3-4 0-16,-8 0 0 16,-6 7 1-16,-18 9-3 15,-7 9 1-15,-7 17 0 16,-4 8 1-16,-3 13-1 15,0 19 1-15,-11 6 0 16,15 16 0-16,13 9 0 16,18 0 0-16,32-6 0 15,25-6 1-15,17-13-1 16,18-19 1-16,24-12-2 16,29-16 1-16,4-9-1 15,-1-16 0-15,4-13-8 16,3-2 1-16,-3-1-1 15,-18-3 1-15</inkml:trace>
  <inkml:trace contextRef="#ctx0" brushRef="#br0" timeOffset="58413.28">16944 14010 97 0,'-49'7'48'0,"3"15"-54"0,39-10 68 0,-7 7-61 16,-4 9 0-16,0 4 0 16,-3 11 1-16,-7 20-3 15,-4 19 0-15,-3 5 0 16,3 4 1-16,-7-6-3 16,0-3 0-16,4-13-6 15,3-16 0-15,1-12-13 16,2-13 0-16,1-16 0 15,11-18 1-15</inkml:trace>
  <inkml:trace contextRef="#ctx0" brushRef="#br0" timeOffset="58671.67">16270 14377 55 0,'-18'-75'27'0,"-20"-3"-21"16,31 59 46-16,0-6-45 0,0-4 0 15,-1 1 3-15,5 0 0 16,3 0-12-16,7-4 0 15,11 1 8-15,10 3 1 16,7 6-4-16,7 16 0 16,4 12-1-16,4 16 0 15,10 16-2-15,-4 12 1 16,18 6-1-16,-7 7 1 0,-7 9-1 16,-3 6 1-16,-4-6-1 15,-4 4 0-15,0-14 0 16,-6-2 0-16,-1-13-6 15,-3-6 1-15,3-13-17 16,-3-9 0-16,-7-7 0 16,-1-12 1-16</inkml:trace>
  <inkml:trace contextRef="#ctx0" brushRef="#br0" timeOffset="58952.92">17999 13474 89 0,'-53'-37'44'0,"3"37"-67"16,43 6 87-16,-3 6-65 0,-4 13 1 15,-4 7 0-15,0 15 0 16,-6 12 1-16,-8 32 0 15,4 19 2-15,3 16 0 16,0 18 0-16,11 9 1 16,11-5-1-16,6-10 1 15,18-3-6-15,15-19 1 16,17-13-3-16,10-24 0 0</inkml:trace>
  <inkml:trace contextRef="#ctx0" brushRef="#br0" timeOffset="60154.31">18955 13926 80 0,'0'-13'40'0,"-53"-9"-30"15,42 10 33-15,-3-4-41 16,0-9 0-16,-4-10 2 16,1-2 1-16,-4-7-6 15,-1 9 0-15,-2 7 3 16,-5 9 1-16,-2 16-2 16,-1 22 0-16,-21 34 0 15,0 23 0-15,0 21-1 0,4 3 1 16,3 10-1-16,11-3 0 15,10-17 0-15,11-5 0 16,7-32-1-16,14-18 1 16,7-23 0-16,11-18 0 15,6-19 0-15,8-3 0 16,-7-7 0-16,0 4 0 16,-8-3 1-16,1-4 0 0,-4 0 0 15,1 7 1-15,-1-10-1 16,0 0 1-16,0 1-1 15,0 5 1-15,-3 4-2 16,-4-1 1-16,-4 17-1 16,-2 8 1-16,-12 14-1 15,0 18 1-15,-6 9-1 16,-8 7 1-16,1 3-1 16,-1 9 1-16,-3 7-1 15,3 6 1-15,-3 9-1 16,7 0 1-16,0-6-1 15,3-3 0-15,4-6 0 16,0-13 0-16,-3-7 0 16,2-5 0-16,5-7 0 15,3-6 0-15,0-9 0 16,0-4 0-16,7-9 0 16,4-3 0-16,-1-6 0 15,4-7 1-15,0 0-1 16,1-3 0-16,2 1 0 0,-3-8 1 15,0 11-1-15,-3-1 0 16,0-6 0-16,3 0 0 16,0-3 0-16,3 0 0 15,12-6 0-15,6 2 1 16,4-5-1-16,3 6 0 16,0 9-1-16,-3 3 1 15,-14 4-1-15,-8 9 1 0,-17 6-8 16,-7 0 0-16,-7-3 0 15,-3-6 0-15</inkml:trace>
  <inkml:trace contextRef="#ctx0" brushRef="#br0" timeOffset="61170.02">19315 14531 46 0,'-7'-22'23'0,"-4"-25"5"0,7 34-5 0,1-9-15 16,-1-9 1-16,1-3 4 16,-1-1 0-16,-3 1-16 15,4 2 0-15,-1 4 12 16,1 6 0-16,-1 3-4 16,1 4 0-16,-1 5-2 15,-3 13 1-15,0 10-2 16,3 6 0-16,-6 15-1 15,3 7 1-15,0 15-2 16,3 10 1-16,-3 3 0 16,4 3 0-16,3 0-1 15,0-6 0-15,3-6 0 16,4-1 0-16,0-5 0 16,4-4 0-16,-4-12-1 15,3-7 1-15,1-9 0 16,3-6 0-16,4-10-2 15,7-9 1-15,3-10-9 0,7-12 0 16,-3-6 0-16,3-7 0 16</inkml:trace>
  <inkml:trace contextRef="#ctx0" brushRef="#br0" timeOffset="62707.51">19590 14230 65 0,'-36'-16'32'0,"5"-3"-29"0,27 13 28 16,-3 0-30-16,-3 0 0 16,-1-1 2-16,-3 1 1 15,0 3-4-15,-4 3 1 16,-3 6 2-16,3 0 1 16,1 4-1-16,-4 9 1 15,-4 9-2-15,0 10 1 16,0 15-2-16,4 0 0 15,4 13-1-15,2 3 1 0,1-3-1 16,7 6 0-16,4-3-1 16,6 0 1-16,-3-3-1 15,4-7 0-15,3-12 0 16,0-3 1-16,4-9-1 16,-1-10 0-16,4-9 1 15,4-10 0-15,10-6 0 16,4-6 0-16,3-4 0 15,7 1 0-15,4-4 0 16,-7 4 0-16,-7-1 0 16,-7 4 0-16,-4 3 0 15,-7-6 1-15,-4 5-1 16,-10 4 0-16,0-6 1 16,-10 3 0-16,-4-3 0 15,-4 3 0-15,-3-1 0 16,-4-2 0-16,-3 6-1 15,-4 0 1-15,-3-6-1 16,0 6 1-16,-1-13-1 0,1 7 0 16,3-16 0-16,1-3 0 15,6-6 1-15,4-10 0 16,10 0-1-16,11-9 1 16,7 0-1-16,4 3 1 15,3 6-1-15,7 0 0 16,4 7 0-16,3 2 0 15,4 4 0-15,3 3 0 16,4 0 0-16,7 3 1 16,-7 0-1-16,-4 10 1 0,-7-1-1 15,-7 7 1-15,-7 6 0 16,-3 3 0-16,-8 3 0 16,-6 4 0-16,-8-1 0 15,-3 4 0-15,-3-4 0 16,-1 0 0-16,-3-2 0 15,-4-1 0-15,-3 0 0 16,0 0 0-16,-4 1 0 16,4 5 0-16,-1 4 0 15,1 6 0-15,0 12-1 16,0 7 0-16,3 6 0 16,4-3 0-16,3-3 0 15,4 6 0-15,4 0 0 16,6 6 0-16,1 1 0 15,6-4 0-15,4-6 0 16,4 0 0-16,-1-10-1 16,4 0 1-16,4-12-1 0,0-6 0 15,10-3-11-15,4-13 1 16,6-10-1-16,5-9 1 16</inkml:trace>
  <inkml:trace contextRef="#ctx0" brushRef="#br0" timeOffset="62970.5">20218 14785 76 0,'7'9'38'0,"-14"4"-45"16,7-7 49-16,-4 7-39 15,-3 5 0-15,0 11 2 16,-4 8 1-16,-3 7-8 16,-3 10 1-16,3-1 3 15,3-3 0-15,8 3-13 16,6-9 1-16,8-9-2 16,-1-23 1-16</inkml:trace>
  <inkml:trace contextRef="#ctx0" brushRef="#br0" timeOffset="63621.4">21029 14111 73 0,'-7'-50'36'0,"-35"-41"-37"0,35 62 51 16,-4-5-46-16,0-7 0 0,-10 3 4 16,0 4 0-1,-4 3-10-15,-3 12 1 0,-11 6 6 16,-6 7 1-16,-5 9-3 16,-3 16 0-16,-3 25-2 15,3 25 1-15,7 12-2 16,7 10 1-16,11-6-2 15,3 0 1 1,36-10-1 0,17-22 0-16,4-25-1 15,14-15 1-15,0-26 0 16,-4-5 0-16,-3-14 0 16,-4-8 1-16,-3-8 1 15,-8 1 0-15,-2 7 0 16,-5 8 0-16,-3 7 0 15,-3 3 1-15,0 7-1 16,-4-1 1-16,0 7-2 16,0 5 1-16,-7 17 0 15,-4 15 0-15,-3 13-1 0,0 9 1 16,-4 22-1-16,-3 16 0 16,0 3 0-16,4 3 0 15,-4-12 0-15,3-7 0 16,0-9 0-16,4-13 0 15,4-9 0-15,3-10 0 16,3-12 0-16,8-9 1 16,7-13-2-16,3-6 1 0,10-10 0 15,5-3 0-15,3-6-6 16,6-3 1-16,1-4-14 16,-3-2 1-16,-5-1 0 15,1 4 0-15</inkml:trace>
  <inkml:trace contextRef="#ctx0" brushRef="#br0" timeOffset="63956.55">21403 14559 58 0,'18'-9'29'0,"-8"-23"-30"15,-6 17 38-15,6-10-30 16,-3 0 0-16,0-1 5 16,-3-2 0-16,0 6-13 15,-1 3 0-15,-3 4 10 16,0 8 1-16,-7 11-4 0,-4 24 0 16,-6 13-2-16,3 24 0 15,3 8-3-15,1-1 0 16,-1 0-1-16,7 6 1 15,1-6-1-15,6-3 1 16,4-9-2-16,4-13 1 16,3-19-5-16,4-9 1 15,10-13-9-15,0-12 1 0,4-7 0 16,-7-8 0 0</inkml:trace>
  <inkml:trace contextRef="#ctx0" brushRef="#br0" timeOffset="64148.63">21135 14663 86 0,'-14'15'43'0,"17"14"-54"16,8-23 61-16,14 0-52 15,6 0 1-15,12 1-18 16,6-7 0-16,4-10 20 15,3-5 0-15</inkml:trace>
  <inkml:trace contextRef="#ctx0" brushRef="#br0" timeOffset="64619.58">21865 13828 86 0,'7'-34'43'0,"4"-26"-56"16,-4 42 64-16,7-7-52 15,4 6 0-15,10 0 1 16,4 3 1-16,6 1 1 15,12 8 0-15,10 4 1 16,3 19 1-16,-3 9 1 16,4 22 0-16,-8 31-1 15,-10 26 1-15,-18 31-2 16,-28 21 0-16,-24-5-5 0,-22-7 0 16,-21-6-13-16,-4-16 1 15,1-18-1-15,-5-19 1 16</inkml:trace>
  <inkml:trace contextRef="#ctx0" brushRef="#br0" timeOffset="67498.69">16168 2054 58 0,'-35'-10'29'0,"-22"-15"-14"0,43 9 29 0,-4-6-41 15,-3-3 1-15,-4 0 1 16,-3-6 0-16,-3 6-7 16,-5 6 1-16,-3 10 4 15,-3 2 0-15,0 14-2 16,-1 5 1-16,5 4-2 15,2 9 0-15,5 3 0 16,6 0 0-16,4 16 0 16,7 0 0-16,7 9-1 15,10 1 1-15,11 18 0 16,14-6 0-16,11 0 0 16,7-1 1-16,7-8-1 15,3-7 0-15,8-15 0 16,14-7 1-16,6-3-2 15,1-6 1-15,-4-10 0 0,-3 0 0 16,-4-2 0-16,0-7 0 16,-4-7 0-16,-3-2 0 15,0-10 0-15,-3-6 0 16,-15-12 0-16,-10-17 1 16,-11 1-1-16,-6 3 1 15,-8-4-1-15,-7 7 1 16,-18 0-1-16,-10 7 1 15,-7 2-1-15,-8 10 1 0,-6-7-1 16,-4 7 1-16,-10 3-1 16,6-3 1-16,-6-7-1 15,-11 7 1-15,-4 3 0 16,4 0 1-16,0 15 0 16,7 7 0-16,0 3-1 15,0 3 1-15,0 13-1 16,0-3 1-16,-3 9-2 15,14 0 0-15,6 6 0 16,8 3 0-16,3 7-1 16,4 3 0-16,7 6 0 15,7 9 1-15,7 4-1 16,3 2 0-16,11 1-1 16,14 0 1-16,4-4 1 15,7-2 0-15,3-4-1 16,7 0 0-16,1-15 1 15,6-3 0-15,11-10 0 16,0-16 0-16,7 0 0 0,7-9 0 16,-3-15 0-16,-1 2 0 15,1-12 0-15,3-13 0 16,-7-2 0-16,-7-7 1 16,-7 0 0-16,0-7 0 15,-14 1 0-15,-11 0 0 16,-14-10 0-16,-14 10 1 15,-11-7-1-15,-6 7 1 16,-12-4-2-16,-2 4 1 0,-8 0-1 16,0 12 1-16,-10 3-1 15,-11 10 1-15,-7 0-1 16,0 18 1-16,-4 7-5 16,8 16 0-16,-1 6 0 15,1 0 0-15</inkml:trace>
  <inkml:trace contextRef="#ctx0" brushRef="#br0" timeOffset="77215">21329 14769 58 0,'-18'16'29'0,"-17"-25"-21"0,21 2 29 16,-4 1-36-16,1 0 1 15,-1-1 2-15,4 1 1 0,-4 0-6 16,1 3 1-16,3 0 3 15,-1 3 1-15,5 3-2 16,3 0 1-16,3 3-1 16,8-3 0-16,6 7-1 15,12-7 0-15,13 0 0 16,7-3 1-16,4-6-1 16,3-7 0-16,4-6 0 15,4 1 0-15,3-1 0 16,-7 3 0-16,-11 0-1 15,-7 4 1-15,-7 2-1 16,-6 7 1-16,-12 3-1 16,-3 0 1-16,-10-3 0 15,-8 0 0-15,-6 0-1 16,-5-3 1-16,-2-1-1 16,-5 1 1-16,1 3-1 15,0-3 0-15,-4 12 0 0,0 0 0 16,1-3 0-16,3 7 0 15,6-1 0-15,5 1 0 16,6-4-1-16,1 0 1 16,6 0 0-16,11 1 0 15,4 2 0-15,6-6 0 16,1 0 0-16,0-3 1 16,-1 0-1-16,-3 0 0 15,4 3 0-15,-11 4 1 0,-7-4-1 16,-4 0 1-16,-10 3-1 15,-10 1 0-15,-5-4 0 16,-9 3 1-16,-5 0-1 16,4 4 1-16,4-4-1 15,7 3 0-15,3 1-1 16,11-1 1-16,7 4-1 16,7-4 1-16,21 0 0 15,4-5 0-15,7-4 0 16,7-7 0-16,-1-2 0 15,5-4 0-15,-1-5 0 16,4 2 0-16,-4 0-1 16,-3 4 1-16,-7 5-1 15,-4 1 0-15,-7 3-8 16,0 6 1-16,1 3-1 16,9 1 1-16</inkml:trace>
  <inkml:trace contextRef="#ctx0" brushRef="#br0" timeOffset="87923.33">13649 10824 89 0,'-7'-37'44'0,"0"18"-43"0,7 19 44 15,0 3-45-15,0 10 0 16,3 9 2-16,1 18 1 16,-4 32-3-16,0 63 1 0,-4 60 2 15,-3 68 0 1,-3 82 0-16,-1 78 1 0,1 60-1 15,3 32 0-15,10-11 0 16,18-27 1-16,11-16 1 16,10-41 0-16,15-31-1 15,6-31 0-15,1-32-1 16,-4-32 0-16,-11-33-3 16,-7-39 1-16,-10-27-5 15,-14-26 1-15,-8-28-3 16,-6-15 1-16,-11-26-5 15,-7-22 0-15,-4-34-8 16,-7-31 0-16,-3-44 1 16,7-54 0-16</inkml:trace>
  <inkml:trace contextRef="#ctx0" brushRef="#br0" timeOffset="90055.27">1958 10357 56 0,'-25'-3'28'0,"18"-22"-18"16,7 16 28-16,-3-10-33 15,3 3 0-15,0 0 2 16,0 7 1-16,3 6-10 0,4 15 0 16,4 13 7-16,-1 22 1 15,-17 22-2-15,4 38 0 16,-8 6 0-16,-6 6 0 16,-1 3 0-16,-3 10 0 15,10-13-1-15,1-9 0 16,-1-13-2-16,11-18 1 15,0-13-7-15,4-13 0 16,10-12-10-16,0-13 0 0,14-6 0 16,0-13 0-16</inkml:trace>
  <inkml:trace contextRef="#ctx0" brushRef="#br0" timeOffset="90755.76">3062 10410 84 0,'-32'-78'42'0,"1"-3"-50"16,16 65 67-16,1 10-59 15,-14-1 1-15,0 14 0 16,-4 2 0-16,0 7-2 15,-6 12 1-15,-5 0 0 16,-13 16 1-16,-4 6 0 0,0 22 0 16,7 13 0-16,-3 9 1 15,13 3 0-15,4-6 0 16,11-9 0-16,18-1 0 16,10-21-2-16,7-13 1 15,3-25-2-15,15-16 1 16,10-12 0-16,0-13 0 15,1-12-1-15,3-4 1 16,-8-2 0-16,8-7 0 16,-7 0 0-16,-4-10 1 0,0 1 0 15,4 0 0-15,-4 0 0 16,8-1 1-16,-1 4-1 16,7 6 1-16,1 3-2 15,-8 10 1-15,-11 9 0 16,1 16 0-16,-25 12-1 15,-10 13 1 1,-19 75 0 0,-2-3 0-16,2 3 0 15,1-3 0-15,0 0-1 16,7 9 1-16,0-9 0 16,-1-6 0-16,1-4-1 15,-3-2 0-15,2-17 0 16,12-8 0-16,-8-17 0 15,15-8 1-15,-4-11-1 16,14-11 1-16,3-14 0 16,11-8 0-16,8-10-1 0,9-7 1 15,5 1-1-15,17-10 0 16,-4 0-3-16,4 1 0 16,-10 5-8-16,-8 4 0 15,-3 6-14-15,-8 3 1 16,-2 3 0-16,-12 3 1 15</inkml:trace>
  <inkml:trace contextRef="#ctx0" brushRef="#br0" timeOffset="91084.57">3609 10900 68 0,'-21'-19'34'0,"-29"6"-42"16,40 16 63-16,-11 1-52 15,-4 5 0-15,0 4 2 16,-3 5 0-16,-4 7-6 16,-3 10 1-16,10 6 4 15,-3 6 0-15,0 6 0 16,7 0 0-16,3-6-1 15,14-3 0-15,4-16-1 16,11-2 0-16,3-11 0 16,11-12 0-16,10-15-6 15,11-10 0-15,14 3-13 0,0 3 0 16,0 1 0-16,-11 2 0 16</inkml:trace>
  <inkml:trace contextRef="#ctx0" brushRef="#br0" timeOffset="91297.64">3986 11185 97 0,'-31'3'48'0,"-8"19"-66"0,39-6 86 0,-11 3-69 16,4 12 1-16,-3 13-5 16,-1 3 0-16,-7 3 3 15,4 7 0-15,-3-4-11 16,-1-3 0-16,7-3-6 15,8-16 1-15,3-12 1 16,10-13 1-16</inkml:trace>
  <inkml:trace contextRef="#ctx0" brushRef="#br0" timeOffset="91876.71">4911 10398 99 0,'-64'-47'49'0,"8"6"-75"0,38 25 102 16,-10-2-76-16,0-4 0 16,3 3-1-16,-10 13 1 15,-1 9-1-15,8 12 1 16,-7 14-1-16,3 11 1 15,0 14-1-15,1 8 1 16,-5 1 0-16,15 3 0 16,4-10 0-16,13-9 1 15,4-18-1-15,18-14 0 16,6-21 0-16,12-13 1 0,6-9-1 16,11-3 0-16,3-1 0 15,-6 1 0-15,-8 0 0 16,-7 9 0-16,-3 3 0 15,-4 6 1-15,-14 1 0 16,4 2 0-16,-11 7 0 16,0 6 0-16,-7 7 0 15,-3 9 0-15,-8 12-1 16,-7 19 1-16,4 16-1 16,-10 6 0-16,-1 10 0 15,-3-1 0-15,-1 1 0 16,8 9 0-16,4-16 0 15,3-3 0-15,3-12 0 16,4-10 1-16,3-6-1 16,4-13 1-16,11-6-1 15,-11-6 1-15,25-7-1 0,10-8 1 16,-3-4-5 0,6-19 0-16,12-19-11 0,-1-9 0 15,11-6 0-15,-7-7 1 16</inkml:trace>
  <inkml:trace contextRef="#ctx0" brushRef="#br0" timeOffset="92176.73">5461 10627 87 0,'-21'-6'43'0,"0"15"-52"0,21-3 65 0,-11 13-56 16,4 0 1-16,-4 9-1 15,4 10 1-15,4-1-1 16,-8 10 0-16,1 0 2 16,-1 7 0-16,-3 8 0 15,0 14 1-15,3-4 0 16,11 0 0-16,0-12-1 16,14-1 1-16,8-12-3 15,2-12 1-15,1-10-7 16,10-6 1-16,-3-10-7 15,-4-6 1-15,0-3-12 16,-6-3 1-16,-8-3 0 16,-4-1 1-16</inkml:trace>
  <inkml:trace contextRef="#ctx0" brushRef="#br0" timeOffset="92375.43">5052 11113 65 0,'-36'-6'32'0,"29"-4"-42"0,7 10 62 16,11-3-52-16,10 3 0 15,11-3 1-15,17 3 1 16,8-6-3-16,6-1 0 0,4-2-3 16,4-4 1-16,-1-2-11 15,-10-1 1-15,11 0-1 16,-11 4 0-16</inkml:trace>
  <inkml:trace contextRef="#ctx0" brushRef="#br0" timeOffset="92759.12">5877 10156 83 0,'-28'-81'41'0,"-39"21"-53"15,63 54 83-15,-6 0-69 16,3-4 1-16,3 10-1 0,4 0 1 16,11 7-5-16,3 5 1 15,4 10 2-15,10 16 1 16,0 12-2-16,7 6 1 15,11 1-1-15,-14 9 1 16,0 6 0-16,-1 19 1 16,5-3 0-16,-15 3 0 15,-3 9 0-15,-18-3 0 16,-11 7-1-16,-17 5 1 16,-8-11-4-16,-20-8 1 15,-11-2-15-15,-11-16 0 0,4-6 0 16,-3-9 0-16</inkml:trace>
  <inkml:trace contextRef="#ctx0" brushRef="#br0" timeOffset="93976.81">2604 11756 53 0,'-32'15'26'0,"-18"-8"-24"0,43-1 26 15,-3 3-27-15,-1-2 0 16,8-1 1-16,3-6 0 16,10 0-2-16,1-10 1 0,21-2 2 15,-1-1 1-15,15-5 0 16,14-4 1-16,4 0-1 15,20 3 1-15,8 0-2 16,-11 7 1-16,-3-1-2 16,-8 7 1-16,-3 3-3 15,-7 6 0-15,-7-10-6 16,-10 4 0-16,2 0 0 16,5-6 0-16</inkml:trace>
  <inkml:trace contextRef="#ctx0" brushRef="#br0" timeOffset="94413.11">4618 11891 98 0,'-64'-16'49'0,"54"41"-64"16,20-16 78-16,12 1-64 15,23 2 0-15,12 1-3 16,10-10 1-16,10-6 3 16,5-7 0-16,6-5-3 15,0-4 1-15,-3-6 0 16,-11 3 0-16,-11 3-6 15,-6 7 1-15,-4 5 0 16,-15 14 0-16</inkml:trace>
  <inkml:trace contextRef="#ctx0" brushRef="#br0" timeOffset="95530.28">3397 13088 57 0,'-46'0'28'0,"15"4"-22"16,20-4 20-16,-7 0-25 15,4 3 1-15,-3 0 0 0,-5 9 0 16,-6 1-3-16,-3 9 0 16,-8 12 2-16,0 7 1 15,7 12-2-15,11 13 1 16,3 6-1-16,11-3 1 16,14-6 0-16,11-6 0 15,7-14-1-15,10-11 1 16,11-10-1-16,0-22 1 15,7-10 0-15,3-5 0 16,-3-14 1-16,7-5 0 0,-4-4 1 16,-6 4 0-16,-11-1 0 15,-8 1 1-15,-13-4 0 16,-7-3 0-16,-22 4-2 16,-7-1 1-16,-10-3-1 15,-4 7 0-15,-10 9-2 16,3 6 0-16,0 0-9 15,8 7 1-15,2 5 0 16,19 7 0-16</inkml:trace>
  <inkml:trace contextRef="#ctx0" brushRef="#br0" timeOffset="96006.53">4964 12834 82 0,'-22'-15'41'0,"5"15"-47"0,17 0 57 0,0 3-51 16,7 3 1-16,3 7-1 15,-6 12 1-15,3 22-2 16,0 12 1-16,-3 23 1 16,-4 34 0-16,-7 6 0 15,3 7 0-15,-14-7 0 16,8-3 0-16,6-6-12 16,-3-19 1-16,7-18-2 15,0-17 1-15</inkml:trace>
  <inkml:trace contextRef="#ctx0" brushRef="#br0" timeOffset="96996.26">3369 14669 56 0,'-11'-22'28'0,"-24"13"-23"0,32 9 27 0,3 0-32 16,-7-4 0-16,3 4 1 15,4-3 0 1,0 6-1-1,0 1 0-15,0-4 4 16,0 3 0-16,-7 9 1 16,3-2 1-16,-3-1 0 15,4-3 1-15,-8 1-1 16,4-1 1-16,-3 3-3 16,-1 10 0-16,0 9-2 15,-6 19 0-15,6 22-2 16,1 29 1-16,-1 2-1 15,1 0 0-15,2-6-1 16,5-15 1-16,3-17 0 16,3-15 0-16,8-15 0 0,7-13 0 15,-1-19 0 1,4-10 0-16,1-5 0 0,-5-4 0 16,-3-6 0-16,4-7 0 15,-7-5 0-15,-1-7 0 16,1-10 0-16,-1-5 0 15,-3-13 0-15,4 3 1 16,-11 3-1-16,-7 0 0 16,3 3 0-16,-6 19 0 0,-1 13-1 15,-13 6 0-15,9 9-7 16,-6 7 1-16,7-4-1 16,11 1 0-16</inkml:trace>
  <inkml:trace contextRef="#ctx0" brushRef="#br0" timeOffset="99711.79">4981 14769 45 0,'0'7'22'0,"-7"-11"-10"15,7 4 22-15,-3 0-30 16,-4-3 0-16,0-3 3 15,-4 0 1-15,-3-1-9 16,-4 1 1-16,-10 3 6 16,7 0 1-16,-22 15-3 15,-6 4 1-15,7 6-2 16,3 3 0-16,0 0-2 16,0 10 1-16,11 2-2 15,7 4 1-15,10 3-1 16,4 6 0-16,14-3-1 0,-3 0 1 15,10-6 0-15,-3 0 0 16,10-7 0-16,7-5 0 16,7-14 0-16,1-2 0 15,6-10 0-15,0-13 0 16,-3-2 0-16,0-10 1 16,7-6-1-16,-15-4 1 15,8-5 0-15,-11 2 0 16,4 1 0-16,-11-1 0 0,-10 4 0 15,-4-7 1-15,-7 1-1 16,-7-1 1 0,-25-6-14-1,-3 10 0-15,0 15-1 16,-15 9 0-16</inkml:trace>
  <inkml:trace contextRef="#ctx0" brushRef="#br0" timeOffset="100346.87">3260 15920 76 0,'-32'-12'38'0,"21"5"-46"16,4 4 54-16,7 6-47 16,0 4 0-16,0 5 0 15,0 16 1-15,0 13 0 16,0 12 0-16,7 10 0 0,-7 0 0 15,0 6 1-15,-7 3 1 16,7 0-1-16,-7 6 0 16,4-5 0-16,3-1 0 15,3-13-5-15,11 1 1 16,-3-19-14-16,-1-10 0 16,5-9 0-16,2-13 1 15</inkml:trace>
  <inkml:trace contextRef="#ctx0" brushRef="#br0" timeOffset="101499.55">4762 16111 64 0,'-21'-15'32'0,"-17"15"-43"0,30-7 59 0,-2-2-48 16,-1 3 1-16,1-1 0 15,-1 4 0-15,-10 6-2 16,3 7 1-16,1 6 1 16,3 2 1-16,-8 7-1 15,5 4 1-15,6 2-1 16,1 4 1-16,3 5 0 15,7 1 0-15,7 0-2 16,7 0 1-16,7-4-1 16,7 1 0-16,11-13 0 15,3-13 0-15,4-2-1 16,-4-16 1-16,4-4 0 16,-10-5 1-16,-1-7 0 15,-3-4 1-15,-4-2-1 16,0-3 1-16,-3 0 0 15,-8-1 1-15,-3 1-2 0,-10 3 1 16,-4-4-1-16,-7 1 1 16,-4 0-2-16,-10 2 1 15,-7-2-1-15,-14 3 0 16,-8 12-4-16,4 4 1 16,4 2-15-16,-7 10 1 15,10 0-1-15,0 3 0 16</inkml:trace>
  <inkml:trace contextRef="#ctx0" brushRef="#br0" timeOffset="102129.88">3457 17297 65 0,'-28'3'32'0,"0"-3"-44"0,24 3 58 0,-6 0-46 15,3 3 1-15,0 4 2 16,3 5 0-16,-7 14-2 15,11 8 0-15,0 13 2 16,-7 16 1-16,4 19-1 16,3 3 1-16,0 6-2 15,0 6 0-15,0-18-1 16,0-4 0-16,0-12-1 16,0-16 0-16,0-6-8 15,10-9 1-15,1-7-1 16,7 3 1-16</inkml:trace>
  <inkml:trace contextRef="#ctx0" brushRef="#br0" timeOffset="102517.32">5009 17651 72 0,'-17'-6'36'0,"-11"25"-38"16,24-19 46-16,-3 6-43 16,0 10 0-16,3 12 1 15,4 13 0-15,-7 18-2 16,7 13 0-16,-3 16 1 16,-8 16 1-16,4 5-1 15,4-5 0-15,-15-7-6 16,0-16 1-16,4-8-1 15,4-20 0-15</inkml:trace>
  <inkml:trace contextRef="#ctx0" brushRef="#br0" timeOffset="103287.61">5969 13239 82 0,'-21'-9'41'0,"0"15"-45"0,21-6 52 0,0 0-48 16,10 0 0-16,4 3 0 15,8 0 0-15,6 0 0 16,7 4 0-16,14-7 0 16,22 0 0-16,10-4 0 15,7 1 0-15,11 3 0 16,14 0 1-16,7 0-1 16,0 0 0-16,7 3 0 15,-4 4 1-15,-3-7-1 16,-10 3 1-16,-8 9-2 15,-10 1 0-15,-18-7-6 16,-4 4 1-16,-6-1-1 16,-15-6 1-16</inkml:trace>
  <inkml:trace contextRef="#ctx0" brushRef="#br0" timeOffset="103834.94">5877 14854 62 0,'-14'-10'31'0,"21"4"-27"16,0-3 28-16,4-4-29 16,3 4 1-16,4-1 1 15,10 10 1-15,0 0-7 16,11 4 0-16,14 2 5 16,14 3 0-16,14 1-2 0,4-1 0 15,-1 0-1-15,8 1 1 16,10-7-1-16,-3 6 0 15,-4-2-1-15,-3 2 1 16,7-3 0-16,-7 7 0 16,6-7-1-16,-9 0 0 15,-1-2-8-15,-4-1 1 16,-17-10-1-16,-17 7 1 16</inkml:trace>
  <inkml:trace contextRef="#ctx0" brushRef="#br0" timeOffset="104385.72">5842 16296 74 0,'-25'4'37'0,"-14"-4"-40"0,32 0 46 16,7 0-43-16,11 3 0 0,7 0 0 15,10 0 0-15,4 3-1 16,17-3 1-16,4 0 0 15,17 4 0-15,19 2 0 16,6-3 0-16,0-2-1 16,4-1 1-16,0 0 0 15,17 0 1-15,-6 0-1 16,-1 3 0-16,4 4 0 16,7 2 0-16,-4 1-1 15,-6-4 1-15,-12 4-8 16,-13-4 0-16,-14 1 0 15,-22 5 0-15</inkml:trace>
  <inkml:trace contextRef="#ctx0" brushRef="#br0" timeOffset="105120.13">5860 18128 63 0,'-18'3'31'0,"14"-13"-35"0,4 7 39 16,0 0-35-16,11-3 0 16,-4 3-1-16,4-4 1 15,3 4 0-15,3 6 0 16,5 1 0-16,6 2 0 16,-3 0 0-16,10 0 0 15,4 1 0-15,14-1 1 0,24-3-1 16,1-3 1-16,6-3-1 15,5-3 1-15,-1-10-1 16,11-3 0-16,-8 0 0 16,-2-3 0-16,-8 0 0 15,-4 4 0-15,-17 2 0 16,0 3 0-16,-7 4 0 16,-3 3 0-16,-8 3-5 15,-10 3 0-15,-1 0-1 16,-20-4 1-16</inkml:trace>
  <inkml:trace contextRef="#ctx0" brushRef="#br0" timeOffset="127233.15">9345 13070 58 0,'-28'12'29'0,"-11"-21"-21"0,28 2 29 0,-6-2-33 16,-4-7 0-16,0 1 3 16,-8-1 1-16,1 0-9 15,0 7 1-15,3 3 6 16,0 9 0-16,1 16-1 16,-1 3 0-16,4 12-2 15,-4 7 1-15,4 9-2 16,3-3 0-16,4 3-1 15,7 0 0-15,7 4-1 16,11-4 0-16,6 0 0 16,12-3 0-16,2-9 0 15,12-4 0-15,3-12 0 16,-4-6 1-16,-3-13-1 16,0-9 1-16,-1-16 0 15,1-10 0-15,3-5 0 0,-3-4 1 16,4-3 0-16,-12-6 0 15,-6 6 0-15,-11 3 0 16,-7 1-1-16,-14 2 1 16,-10-3-1-16,-5-3 1 15,-2 7-1-15,-12 8 0 16,-2 11-2-16,2 8 0 16,-20-2-12-16,3 15 1 15,0 12-1-15,4 1 1 0</inkml:trace>
  <inkml:trace contextRef="#ctx0" brushRef="#br0" timeOffset="127843.85">10037 12731 75 0,'-18'-35'37'0,"21"7"-34"0,1 22 40 0,-1-3-41 15,5 5 1-15,-1 4 2 16,3 10 1-16,1 9-6 16,3 6 1-16,-4 9 4 15,1 16 0-15,-4 10 0 16,-3 6 0-16,-8 3-1 16,1 6 0-16,-8 10-1 15,0-7 0-15,1 10-1 16,-1-7 1-16,1-2-2 15,-1-13 1-15,0-7-2 16,4-9 0-16,4-9-7 16,-1-3 1-16,4-19-1 15,0-4 0-15</inkml:trace>
  <inkml:trace contextRef="#ctx0" brushRef="#br0" timeOffset="129531.97">9035 14951 57 0,'-7'-12'28'0,"3"-35"-7"0,4 28 4 15,-3 3-22-15,-5-6 1 16,1-3 2-16,-3 0 0 0,-1 6-7 16,-10 3 1-16,3 13 4 15,1 6 1-15,-1 10-1 16,-3 6 0-16,3 9-2 16,4 3 0-16,-3 13 0 15,2 10 0-15,5 8-1 16,10 7 0-16,-11 3-1 15,11 1 1-15,-7-4-1 16,7-7 1-16,7-5-1 16,-3-10 0-16,6-10 0 15,5-5 1-15,9-13-1 16,4-13 0-16,11-3 0 16,11-9 1-16,-4-10 0 15,6-3 0-15,-6-3 0 16,-3 0 1-16,-1-3-1 15,-14-6 1-15,-3-7 0 0,-4 1 0 16,-3-10-1-16,-1-7 0 16,-10-2 0-16,0 6 0 15,0 3 0-15,-3 3 0 16,-8 6-1 0,-6 7 1-16,-1 6-1 0,-10 6 0 15,-7 6 0-15,-7-2 1 31,-22 2-12-31,8 7 1 0,10 3 0 16,4 6 0 0</inkml:trace>
  <inkml:trace contextRef="#ctx0" brushRef="#br0" timeOffset="130130.32">9867 14732 83 0,'-42'6'41'0,"-18"16"-43"0,46-16 50 16,-14 10-48-16,-1-1 0 15,-2 14 0-15,2 5 0 16,5 7 0-16,2 6 0 15,5 3 0-15,3 0 0 16,7 7 0-16,3-7 1 0,4 3-1 16,7-9 1-16,4 0-1 15,13-6 1-15,5-10-1 16,6-6 1-16,7-6-1 16,1-13 1-16,-1-3-1 15,0-10 1-15,1-5 0 16,-5-7 0-16,5-3 1 15,-8-7 0-15,-3-5 0 16,-4-4 0-16,-7-6 1 16,-7 0 0-16,-7 0-1 15,-3 3 1-15,-11 3-1 16,-11 3 0-16,-10 4-1 16,0-1 0-16,-7 10-5 15,-8 6 1-15,-3 7-1 16,-7 3 0-16</inkml:trace>
  <inkml:trace contextRef="#ctx0" brushRef="#br0" timeOffset="131474.13">2565 12982 78 0,'-32'44'39'0,"39"50"-39"0,-7-72 40 15,-7 12-40-15,-4 7 0 16,1 9 0-16,-8 3 1 16,8 4 0-16,-1 6 0 15,0-4 1-15,11 1 0 0,4-1-4 16,14 1 1 0,3 0-1-16,7-7 0 0</inkml:trace>
  <inkml:trace contextRef="#ctx0" brushRef="#br0" timeOffset="132022.45">5412 12593 83 0,'-43'6'41'0,"15"13"-42"0,17-13 46 0,11 1-45 15,-7 5 0-15,4 4 0 16,3 3 0-16,10-1 0 15,-6-2 0-15,10 0 0 16,7 3 1-16,0 3 0 16,8 6 0-16,6 13 1 15,11-1 0-15,3 14 0 16,25 2 1-16,-7 7-1 16,-7 6 0-16,-7-3-1 15,-7 9 1-15,-18-6-2 16,-7 16 1-16,-21-7-5 15,-31 19 0-15,-15 4-1 16,-7 2 1-16</inkml:trace>
  <inkml:trace contextRef="#ctx0" brushRef="#br0" timeOffset="132498.2">2561 14336 84 0,'-28'-40'42'0,"7"71"-43"0,21-18 43 0,0 9-42 16,3 18 0-16,8 20 0 16,-4 18 0-16,0 13 0 15,-3 13 0-15,-4 15 0 16,7 9 0-16,3-8-1 16,-6 8 1-16,13-6-8 0,1-5 0 15,7-8 0-15,10-15 1 16</inkml:trace>
  <inkml:trace contextRef="#ctx0" brushRef="#br0" timeOffset="133015.41">5419 14387 68 0,'-60'3'34'0,"10"31"-32"16,33-27 39-16,6-1-41 16,0 0 0-16,11 0-2 15,4 4 0-15,14-1 2 0,10 1 0 16,4-1 0-16,6 7 1 15,12 6-1-15,10 6 0 16,0 6 2-16,14 4 0 16,0 0 1-16,-14 2 0 15,0-2-1-15,-25 3 1 16,0 0 0-16,-17 6 0 16,-7 6-2-16,-22 0 1 15,-17 7-9-15,-11-1 0 0,-21 4-1 16,-7 9 1-16</inkml:trace>
  <inkml:trace contextRef="#ctx0" brushRef="#br0" timeOffset="133419.1">2642 15801 79 0,'0'-6'39'0,"-49"6"-45"0,49 0 52 16,0 15-46-16,0 10 0 16,0 10 0-16,0 9 0 15,7 12 0-15,4 16 0 0,-8 10 0 16,8 3 0-16,-4 6-1 15,3 15 0-15,8 4-8 16,-4-7 0-16,4 1 0 16,-1-13 1-16</inkml:trace>
  <inkml:trace contextRef="#ctx0" brushRef="#br0" timeOffset="133990.9">5323 15795 60 0,'-24'-38'30'0,"27"19"-34"0,8 13 36 0,6 9-34 16,-6-6 1-16,17 6-4 15,-3 6 0-15,10 7 6 16,-7 3 0-16,15 6-2 16,-4 0 0-16,-1 10 4 15,5 5 0-15,-1 7 4 16,4 7 0-16,-7 5 0 15,3 7 1-15,-14 3-3 16,-3-6 1-16,-7 0-3 16,-8 6 1-16,-13-7-4 15,-15 1 0-15,-10-3-2 16,-11-4 1-16,-7-3-10 16,0-6 1-16,-10-3 0 15,-8-3 0-15</inkml:trace>
  <inkml:trace contextRef="#ctx0" brushRef="#br0" timeOffset="134381.19">2600 17444 82 0,'-56'-31'41'0,"-4"31"-52"16,49 0 67-16,4 3-56 15,3 6 1-15,4 13-1 16,0 19 1-16,4 15-2 16,14 26 1-16,-1 9-2 15,15 16 0-15,-4 15-5 16,-3 0 1-16,10-6-1 15,-3-6 0-15</inkml:trace>
  <inkml:trace contextRef="#ctx0" brushRef="#br0" timeOffset="134933.67">5440 17341 74 0,'-21'0'37'0,"7"6"-47"16,14-6 46-16,3 0-37 15,8 3 1-15,-1 6-2 16,11 4 1-16,-3 6 1 0,14 3 0 16,0 3 0-16,6 6 0 15,5 10 2-15,3 6 1 16,3 13 1-16,-21 5 0 16,-3 8 0-16,-18 8 1 15,-25 10-2-15,-10 16 1 16,-7 2-4-16,-4 4 1 15,-7-9-20-15,4-7 1 0,-8-9-1 16,8-19 1 0</inkml:trace>
  <inkml:trace contextRef="#ctx0" brushRef="#br0" timeOffset="135617.76">8735 15860 78 0,'-21'19'39'0,"24"-19"-52"16,-3 7 75-16,7 5-62 16,-3 1 0-16,3 12 0 15,0 9 1-15,-4 10-1 16,8 6 0-16,-11 10 0 15,3 6 0-15,-3-4 0 16,0 7 1-16,0 10-1 0,0-10 1 16,8-3-5-16,-1-13 0 15,0-9-14-15,0-10 0 16,0-5 0-16,7-20 0 31</inkml:trace>
  <inkml:trace contextRef="#ctx0" brushRef="#br0" timeOffset="135934.04">9236 16174 83 0,'-25'19'41'0,"0"3"-57"15,18-19 80-15,0 0-63 16,0 0 1-16,0 0 0 16,-3 4 0-16,-1-1-3 15,4 3 0-15,0 4 2 16,7 6 0-16,3 6-1 16,-3 6 0-16,-7 4-1 15,4 9 1-15,-1-7-3 16,4 1 0-16,7-4-13 15,7-12 1-15,-3-6 0 16,10-16 0-16</inkml:trace>
  <inkml:trace contextRef="#ctx0" brushRef="#br0" timeOffset="136196.4">9705 16074 76 0,'-18'19'38'0,"18"-7"-48"0,0-12 63 0,0 0-52 16,4 0 1-16,-4 6 0 15,-4 4 1-15,8 12-3 16,-4 9 0-16,0 10 3 15,3 3 0-15,-3 9-1 16,-10 3 1-16,-4 10-6 16,3-9 1-16,4-4-2 15,0-6 1-15</inkml:trace>
  <inkml:trace contextRef="#ctx0" brushRef="#br0" timeOffset="136644.26">8604 14255 85 0,'0'0'42'0,"-56"3"-44"15,45 0 48-15,4 7-47 16,4 12 1-16,-8 9-1 16,8 10 0-16,-1 12 0 15,0 19 1-15,4 10-1 16,-3 15 0-16,-1 3 0 16,1 7 0-16,-1-1-3 15,4-11 0-15,4-14-14 16,10-9 0-16,14-15 0 15,-3-26 0-15</inkml:trace>
  <inkml:trace contextRef="#ctx0" brushRef="#br0" timeOffset="137154.13">10234 14612 84 0,'-42'-18'42'16,"-22"8"-62"-16,57 7 85 0,0-3-66 15,4-4 1-15,3-2-2 16,7-1 0-16,3 1 1 16,15 2 0-16,3 4-1 15,4 3 0-15,3 3 0 16,4 3 1-16,-4 7 0 15,1 2 1-15,2 7 1 16,5 0 0-16,-1 15 1 16,-3 1 0-16,-4 2 0 15,-3 4 0-15,-7 0-1 16,-11 6 1-16,-7 9-3 0,-14 10 1 16,-7 3-3-16,-8 6 1 15,-6 1-13-15,-7 8 0 16,-7-8 0-16,-4-7 1 15</inkml:trace>
  <inkml:trace contextRef="#ctx0" brushRef="#br0" timeOffset="137541.92">8393 12433 86 0,'-18'-6'43'0,"-31"-4"-57"16,45 10 77-16,4 7-63 15,4 5 1-15,6 7-1 16,4 12 1-16,4 16-2 16,-4 16 0-16,0 16 0 0,7 15 0 15,-10 12-1-15,-1-27 0 16,5 55-6-16,2 4 0 15,8-15 0-15,-4-10 1 16</inkml:trace>
  <inkml:trace contextRef="#ctx0" brushRef="#br0" timeOffset="138060.99">10248 12587 84 0,'-63'-10'42'0,"3"17"-44"16,49-4 56-16,4 6-53 15,0 4 0-15,3 2-1 16,12 1 1-16,2 3-2 16,18 0 0-16,11-4 0 0,7 4 1 15,3 3-1-15,4 0 0 16,7 6 0-16,7 10 1 15,7-7 0-15,0 7 0 16,-3 6-1-16,0-7 1 16,-11-2 0-16,-4-7 1 15,-3-3-1-15,-7 0 0 16,-7-6 0-16,-11 3 0 0,-11-6 0 16,-9 3 0-16,-12 9 1 15,-7 9 0-15,-13 10 0 16,-12 13 1-16,-13 6 0 15,-14 3 0-15,-1-6-2 16,1-1 0-16,6-5-12 16,8 5 1-16,-1-5-1 15,4 6 0-15</inkml:trace>
  <inkml:trace contextRef="#ctx0" brushRef="#br0" timeOffset="139080.54">8724 17610 69 0,'-10'-6'34'0,"6"-28"-28"16,8 30 34-16,-1-2-39 15,1 0 0-15,-4 9 0 16,0 6 1-16,-4 10-1 16,-6 16 0-16,-1 5 2 15,-7 14 0-15,-3 5-1 16,0 7 1-16,-11 6 0 0,8 0 0 15,2 1-3-15,8-4 1 16,7-4-5-16,7-8 0 16,14-10-14-16,7-9 1 15,1-10-1-15,-1-13 1 16</inkml:trace>
  <inkml:trace contextRef="#ctx0" brushRef="#br0" timeOffset="139402.35">9190 17667 79 0,'-42'-3'39'0,"3"3"-55"15,28 3 73-15,1-3-56 16,-8 3 0-16,0 3 2 16,1 13 0-16,-8 6-3 15,4 16 0-15,7 9 3 16,-4 19 0-16,4 3-1 16,0 3 0-16,3-3-1 15,4 1 0-15,0-4-5 16,7-10 1-16,11-12-14 0,3-9 0 15,0-7 0-15,0-6 1 16</inkml:trace>
  <inkml:trace contextRef="#ctx0" brushRef="#br0" timeOffset="139904.82">9553 18056 75 0,'-32'18'37'0,"15"-8"-44"16,10-13 64-16,0 6-56 16,0 0 0-16,-7 0-1 15,3 10 1-15,0-1-2 16,1 7 1-16,3 3 0 15,-4 16 1-15,8-7-1 16,-1 3 0-16,4 1 0 16,7-4 1-16,7-3-1 15,4-2 0-15,7-8-1 16,6-8 1-16,8-7 0 16,0-6 0-16,0-7-1 15,-4-2 1-15,0-4 0 16,1-6 0-16,-5 0 0 0,-6-3 1 15,-4-3 0-15,-3 0 0 16,-8-4 0-16,1 1 0 16,-7-7 0-16,-8 7 1 15,-7 3-1-15,-3 0 0 16,-14-1-1-16,-7 4 1 16,0 3-3-16,-1 3 1 15,1 4-19-15,3 2 1 16,4-2-1-16,3-1 1 15</inkml:trace>
  <inkml:trace contextRef="#ctx0" brushRef="#br0" timeOffset="140396.13">10171 17432 65 0,'-22'-26'32'0,"-13"20"-30"16,28 6 57-16,-4 0-54 15,-3 3 0-15,0 7 3 16,0-1 0-16,4 4-10 15,3-1 0-15,3-2 6 16,4-4 0-16,7 0-2 0,4 4 0 16,3-4-2-16,3 0 1 15,15-3-1-15,7 7 0 16,3 2-1-16,4 4 1 16,4 3 0-16,-5 12 0 15,8 4 0-15,7 2 0 16,-7 1 0-16,0 3 0 15,-4-1 0-15,-3 1 0 0,-17 3 0 16,-8 9 1-16,-25-3-1 16,-10 7 0-16,-11 9 0 15,-10 3 1-15,0 6-1 16,-4-6 0-16,-3-6-2 16,-4-7 1-16,4-9-4 15,-18-3 1-15,10-19-12 16,8-9 1-16,7-10 0 15,3-12 0-15</inkml:trace>
  <inkml:trace contextRef="#ctx0" brushRef="#br0" timeOffset="141044.82">10051 15995 74 0,'-4'19'37'0,"-31"-28"-43"0,28 6 56 0,3-4-47 15,1 1 0-15,-1 0 1 16,1-4 1-16,3 1-6 16,0 0 1-16,0-1 4 15,0 1 0-15,3-1-1 16,1 4 1-16,-4 6-2 15,7 0 1-15,3 3-2 16,4 10 1-16,8 2-2 16,16 4 1-16,1 3-1 15,11-3 1-15,-4 3-2 16,-1 3 1-16,-6-3-1 16,0 3 1-16,-4-3 0 15,4 3 0-15,-4-3-1 16,-6 0 1-16,-1 0 0 15,-7 3 0-15,-3-3 0 16,-8 3 1-16,-3-3-1 0,-7 6 0 16,-7-3 0-16,-7 10 1 15,-7-4-1-15,0 1 1 16,-7-1-2-16,-1 3 1 16,-6 1-2-16,-7-1 1 15,-4 4-1-15,3 3 0 16,-2 3-2-16,-1-4 1 15,7 8-4-15,4-1 1 0,3-4 0 16,4 4 1 0</inkml:trace>
  <inkml:trace contextRef="#ctx0" brushRef="#br0" timeOffset="144310.69">1457 2982 106 0,'11'3'53'0,"27"-97"-54"15,-6 69 54-15,35-25-53 16,53-16 1-16,28-41 0 15,53-6 0-15,7 0-4 16,22 16 0-16,-29 9-16 16,-4 7 0-16,-24 27 0 15,-35 1 0-15</inkml:trace>
  <inkml:trace contextRef="#ctx0" brushRef="#br0" timeOffset="144732.76">1746 7955 104 0,'-17'-25'52'0,"161"-78"-52"16,-70 62 52-16,43-31-52 15,45-29 1-15,43-5-1 16,17-4 0-16,4 19-8 16,-4 16 0-16,-10 9 0 15,-8 9 0-15</inkml:trace>
  <inkml:trace contextRef="#ctx0" brushRef="#br0" timeOffset="151270.53">24388 1395 25 0,'-8'-13'12'0,"-6"-12"-3"0,11 16 13 16,-4 0-18-16,-4-1 0 15,1 4 5-15,-1 3 0 0,0 3-10 16,1 9 1-16,-1 4 7 16,4 6 0-16,4 12-1 15,3-3 0-15,3-3-2 16,8 13 0-16,3-4 0 16,4-5 1-16,3 5-1 15,3 1 1-15,1 8-1 16,3 8 1-16,8 8-2 15,-5 4 1-15,-2 0-2 16,-5-4 1-16,1-2-2 16,-7-10 0-16,-4 3 0 15,-4-6 0-15,-3 3-1 16,-3-3 0-16,-4 0 0 16,0 0 1-16,-4-1-2 15,-3-2 0-15,4 3-2 16,-1-3 0-16,1 3-12 15,-1 0 0-15,8-7 0 0,3-2 0 16</inkml:trace>
  <inkml:trace contextRef="#ctx0" brushRef="#br0" timeOffset="153136.51">26229 1420 30 0,'-14'-9'15'0,"-14"-10"0"16,17 13 8-16,-3 2-19 15,-4 4 0-15,1 0 4 16,-1 0 0-16,4 0-10 0,3 4 0 16,4 2 6-16,4 3 1 15,10 1-3-15,3-1 1 16,22 1-2-16,7 5 0 16,10 4-1-16,8 0 1 15,6-3-1-15,11 12 1 16,15-3-1-16,-1-3 0 15,-4 3 0-15,-2-6 1 16,-5 6-1-16,-3-6 1 16,-7 15-1-16,-10-9 0 15,-11 3 0-15,-8-9 0 0,-9 6 0 16,-8-6 1-16,-7 0-1 16,-7-10 0-16,-14 7 0 15,-7 6 0-15,-14 3 0 16,-8 3 0-16,-6 7 1 15,-11-1 0-15,-17 4 1 16,3 3 0-16,-4 3 1 16,-3 12 0-16,7 10 0 15,7 0 0-15,7-4-1 16,7-5 1-16,4-10-1 16,6-3 0-16,8-3-2 15,4-7 1-15,6 4-5 16,0-10 1-16,4 6-1 15,0 1 0-15</inkml:trace>
  <inkml:trace contextRef="#ctx0" brushRef="#br0" timeOffset="154043.79">24627 6422 65 0,'11'-32'32'0,"-11"-37"-20"15,4 54 33-15,-4-1-43 16,0 0 0-16,0 7-1 16,0 15 1-16,-4 7-3 15,4 9 0-15,0 9 2 16,0 0 1-16,0 16-1 15,0 4 1-15,0 5 0 16,0 22 1-16,0 7 0 16,0 6 1-16,-7 3-1 15,-4 6 1-15,-6 20-2 16,6 5 0-16,-14-12-1 0,8-13 1 16,6-2-2-16,4-14 0 15,4-9-2-15,10-6 1 16,-4-15-5-16,8-10 1 15,-1-4-15-15,4-8 0 16,1-13 0-16,-1-13 1 16</inkml:trace>
  <inkml:trace contextRef="#ctx0" brushRef="#br0" timeOffset="155084.91">26395 6431 66 0,'-18'-16'33'0,"-14"10"-38"16,29 6 57-16,-8 0-51 15,4 3 0-15,0 0 1 16,0 1 0-16,7 2-2 16,0 0 0-16,4 0 1 15,6-2 1-15,8-1 0 16,3 0 0-16,7 3-1 16,8 7 1-16,6 5-1 0,4 14 1 15,10 2-1-15,1 7 0 16,6 16-2-16,1-7 1 15,3 6-2-15,0-6 0 16,-4 0 0-16,8-6 0 16,-4-9 0-16,-7-4 1 15,-7-3 0-15,-7-9 0 16,-11 0 1-16,-3-3 0 16,-8-1 0-16,-6-2 1 15,-7-4 0-15,-4 1 0 0,-7 2-1 16,-7 1 1-16,-4-4 0 15,-7 1 1-15,-6 2-1 16,-1-2 1-16,-7 2 0 16,-7 1 0-16,-3 6-1 15,-4 9 1-15,-7 22-1 16,-3 13 1-16,-1-1-1 16,-17 14 1-16,4-11-1 15,3 1 0-15,7-3-1 16,7 3 1-16,7-13 0 15,4 1 0-15,3-4-2 16,-4-3 1-16,1-3-2 16,3-4 1-16,1 1-8 15,-1-3 0-15,0-7 0 16,7-6 0-16</inkml:trace>
  <inkml:trace contextRef="#ctx0" brushRef="#br0" timeOffset="162640.45">7422 947 74 0,'-70'-38'37'0,"49"-40"-31"0,21 59 38 16,3-6-42-16,4 6 0 15,-3 0 1-15,3 19 0 16,3 9-4-16,15 29 1 15,0 22 4-15,-4 21 0 0,0 26-1 16,4 18 0-16,-11 4-1 16,7 18 1-16,0-9-1 15,1-6 0-15,-8-16-4 16,0-19 1-16,-7-18-5 16,-4-14 0-16,8-8-8 15,-8-16 0-15,8-16-1 16,-11-16 1-16</inkml:trace>
  <inkml:trace contextRef="#ctx0" brushRef="#br0" timeOffset="163038.13">8160 1197 65 0,'0'-34'32'0,"-11"6"-24"15,8 21 44-15,-1 4-49 0,1-3 1 16,-8 12 0-16,0 13 1 16,4 16-7-16,0 18 1 15,4 0 3-15,-1 4 1 16,8 12-2-16,6-7 0 16,8 7-1-16,0-6 0 15,6-10 0-15,5-12 0 16,-5-19 0-16,8-12 1 15,10-17-1-15,-10-2 0 16,7-16 0-16,-7 3 1 0,-1-13 1 16,-9-5 0-16,-15-1 0 15,-7-12 0-15,-11-10 0 16,-7 0 0-16,-3 4 0 16,-3 5 0-16,-1 10-4 15,4 16 0-15,-4 3-8 16,-7 12 0-16,0 13-1 15,-3 0 1-15</inkml:trace>
  <inkml:trace contextRef="#ctx0" brushRef="#br0" timeOffset="163343.87">8375 874 84 0,'-18'-43'42'0,"36"8"-44"0,-7 26 56 15,10-7-53-15,0 7 0 16,18 5 0-16,-1 14 0 16,8-1-2-16,4 7 1 15,-1-3 0-15,1 12 1 16,6-10-1-16,-7 13 1 15,-3 10 0-15,-7 6 1 0,-11 9 0 16,-21 26 1-16,-14 12-1 16,-17 6 1-16,-5 3-5 15,-10 23 1-15,1-14-18 16,-5-2 0-16,-17 0-1 16,4-29 0-16</inkml:trace>
  <inkml:trace contextRef="#ctx0" brushRef="#br0" timeOffset="163877.46">7034 5716 84 0,'-31'32'42'0,"2"18"-55"15,29-25 74-15,-3 16-60 16,-1 24 1-16,4 23 1 16,14 16 1-16,-3 12-5 15,10 6 0-15,-10 0 3 16,6-3 0-16,5-18-3 16,-12-13 1-16,4-13-9 15,-3-12 0-15,3-16 0 16,-10-13 0-16</inkml:trace>
  <inkml:trace contextRef="#ctx0" brushRef="#br0" timeOffset="164368.93">7264 6114 79 0,'-39'0'39'0,"18"19"-37"16,14-9 48-16,3 5-50 15,-6 7 1-15,10 10-1 16,0 15 1-16,0 3-2 15,3 6 1-15,8 4 0 16,6-7 1-16,12-3-1 16,-5-3 0-16,12-12 0 15,-5-10 0-15,8-9 0 16,3-10 0-16,-6-9 0 16,-1-10 0-16,0-9 0 15,-7-3 0-15,4 0 0 16,-7-6 1-16,0-4-1 15,-11 1 1-15,0-4 0 16,-4 1 0-16,-6-1 0 16,3 3 0-16,-14 4 0 15,-4 0 0-15,-10 2-1 0,0 4 1 16,-11 7-2-16,-3 2 1 16,3 3-9-16,8 4 1 15,2-4-1-15,8-5 1 16</inkml:trace>
  <inkml:trace contextRef="#ctx0" brushRef="#br0" timeOffset="164767.1">7592 5807 71 0,'-35'0'35'0,"-1"25"-28"16,29-19 38-16,-7 1-42 16,-4 2 0-16,11 1 0 15,4-1 1-15,6 4-6 16,4-7 1-16,8 6 2 16,9-2 1-16,1 2-2 15,3 4 1-15,4 3 0 16,3 3 0-16,4 0-1 15,3 0 1-15,4 3-1 16,14 3 1-16,0 0 0 16,0 7 0-16,-3-1 0 15,-12 4 0-15,-6 9 0 16,-14 3 0-16,-7 3 0 0,-11 16 1 16,-18 10-1-16,0 15 1 15,-17-3-5-15,-11-7 0 16,-3 4-18-16,3-16 1 15,0-18-1-15,8-26 0 16</inkml:trace>
  <inkml:trace contextRef="#ctx0" brushRef="#br0" timeOffset="168846.56">25509 1784 56 0,'-7'-41'28'0,"4"29"-23"16,3 12 28-16,-7-10-33 15,-4 7 0-15,-6 0 1 16,-5 3 1-16,1 6 0 15,0 4 1-15,3-1 2 16,1 0 0-16,-4 10 0 16,-1-3 0-16,1 12 0 15,0-6 1-15,0 9-4 16,0-6 0-16,3 13-1 16,8-3 0-16,-5 2-1 15,1 1 1-15,7-4-1 16,4 1 0-16,6-1 0 15,4 4 1-15,7 0-1 0,1 2 1 16,2-8-1-16,4-1 1 16,4-9 0-16,3-6 0 15,7-7-1-15,4 7 1 16,0-16-1-16,18 0 0 16,-15 0 0-16,4-16 1 15,-7 4-1-15,3-1 0 16,-10 1 0-16,-4-4 0 15,0 0 0-15,-7-3 1 0,-3 7-1 16,-4-10 0-16,0 0 0 16,-7-6 0-16,-3 6 2 15,-4 9 1-15,-4-6-1 16,-3 1 1-16,-3-4-1 16,-8 9 1-16,-3-12 0 15,3 6 0-15,-7-9-2 16,-3 3 0-16,3-3 0 15,1 3 0-15,-1-10 0 16,0 7 0-16,1 0-1 16,-5 3 1-16,1 6-1 15,0 0 0-15,-4 6-11 16,8 10 0-16,2 3 0 16,15-9 1-16</inkml:trace>
  <inkml:trace contextRef="#ctx0" brushRef="#br0" timeOffset="182588.27">10689 9335 65 0,'0'19'32'0,"4"-19"-47"16,-1 6 32-16,-3 7-36 16,-7-1 0-16,-10 4 0 15,-8 3 0-15</inkml:trace>
  <inkml:trace contextRef="#ctx0" brushRef="#br0" timeOffset="183660.76">10319 9498 73 0,'-50'-25'36'0,"-20"-13"-40"16,56 26 74-16,-7-4-67 15,-4-3 1-15,0 4 1 16,0-1 1-16,4 0-8 16,11 4 0-16,13 2 5 0,32 4 0 15,22 0-2-15,21-7 0 16,31-3-1-16,43-6 0 16,17-18 0-16,25 5 1 15,11-12 0-15,6 3 0 16,1 7-1-16,-15 2 1 15,-10 10-1-15,-17 3 1 16,-29 6-1-16,-21 1 1 16,-21-1-1-16,-18 10 1 15,-25 0 0-15,-17-4 0 0,-21-2 0 16,-18-4 1-16,-29-3-1 16,-34-6 0-16,-32 0-1 15,-15 3 1-15,-27 3-1 16,-18 7 1-16,-15 12-1 15,-13 9 0-15,3 10 1 16,-7 6 0-16,3 6-1 16,26 7 1-16,9 3 0 15,30-4 1-15,27-5-1 16,21-1 0-16,29-6 0 16,28-6 0-16,21-7-1 15,35-8 1-15,39-1-1 16,18-16 1-16,32-6-1 15,27 1 1-15,1-11-1 16,14 1 1-16,7-3-1 16,-21-1 1-16,-8 4-1 15,-13 3 0-15,-11 0 0 16,-21 3 0-16,-25 13 0 0,-18-7 0 16,-20 7 0-16,-26 2 1 15,-27 4-1-15,-22 3 0 16,-21 6 0-16,-24 4 0 15,-26 2 0-15,-17 7 0 16,-7 0 0-16,-7 3 0 16,-10 3-1-16,13 6 1 15,4 7 0-15,7-10 0 16,11 0 0-16,14-9 0 16,13 0-1-16,22-3 1 15,15-4-1-15,16-5 1 0,19-4-1 16,24-10 1-16,18-2-1 15,13-10 0-15,33-6 0 16,24-3 1-16,18 0 0 16,11-7 1-16,24 4-1 15,0-4 1-15,-3 7-1 16,-7 0 1-16,-1 3-1 16,-24 9 0-16,-14 4-1 15,-18-1 1-15,-14 1 0 16,-21 8 0-16,-10-2 0 15,-22 3 0-15,-14 3 0 16,-21 6 0-16,-32 7 0 16,-32 9 0-16,-17 12 0 15,-25 7 0-15,-21 12 0 16,-14 10 0-16,-4-3 0 0,0-7 0 16,11-6 0-16,3-16 0 15,8-6 0-15,10-6 0 16,10-9 0-16,19-4 0 15,16 0 0-15,12-6 0 16,10 0 0-16,14 0 0 16,11-6-1-16,14-3 1 15,14-1-1-15,7-6 1 16,17 1-1-16,22-13 1 16,95-23-1-1,11 4 0-15,10 3 0 16,-14 4 0-16,-7 2-4 15,-10 13 0-15,-1 3 0 16,-14 9 1-16</inkml:trace>
  <inkml:trace contextRef="#ctx0" brushRef="#br0" timeOffset="189027.57">25347 6949 83 0,'0'0'41'0,"4"-7"-36"0,-1 1 41 15,4 0-43-15,0 9 1 16,4 0 1-16,3 16 1 16,4 6-8-16,-4 13 1 0,0 12 4 15,3 22 0 1,-2 9-2-16,-1-2 0 0,0-7-1 16,-4-6 1-16,4-4-1 15,-3-15 0-15,0-12 0 16,3-13 0-16,-11-10 0 15,8-12 0-15,-15-9 0 16,1-10 0-16,-1-9 0 16,1-19 1-16,-1-9-1 15,1-4 0-15,-1-3 0 16,1-3 1-16,3 4-1 16,-4 2 1-16,1-12 0 15,3 6 1-15,0 3-1 16,-4 10 1-16,1 3 0 15,-1 9 0-15,0 10-1 16,1 9 0-16,-1 3-1 0,1 6 1 16,3 20-1-16,0 21 1 15,3 28-1 1,1 20 0-16,3 15 0 0,0 18 0 16,0 11 0-16,0-17 0 15,0-6 0-15,-3-15 0 16,-1-13 0-16,-3-16 0 15,-3-12 0-15,-1-16 0 16,1-13 0-16,-4-15 0 16,0-12 0-16,0-20 0 15,-1-15 0-15,5-19 0 16,3 0-1-16,3-6 1 16,1 3 0-16,3-1 0 0,0-2 0 15,-3-3 1-15,-1 6-1 16,1 6 0-16,-1 9 0 15,1 10 1-15,-4 13-1 16,0 6 0-16,0 12 0 16,0 22 1-16,-4 32-1 15,1 25 0-15,3 15 0 16,0 13 0-16,0 12 0 16,3-2 0-16,1-10 0 15,3-13 0-15,-4-9 0 16,4-19 0-16,0-15-1 15,-7-16 1-15,-3-16 0 16,-1-16 0-16,-3-21 0 16,0-20 0-16,0-8-1 15,0-7 1-15,4-3 0 0,3 3 0 16,3-10 0-16,4 13 0 16,0 4 0-16,0 8 0 15,0 7 0-15,-3 10 1 16,-1 2-1-16,-3 13 1 15,0 10-1-15,-3 8 1 16,-1 20-1-16,1 19 0 16,-4 18 0-16,3 13 0 15,1 3 0-15,3 6 0 16,3 3 0-16,1-9 0 16,-1 0-1-16,4-18 1 0,0-14 0 15,-7-9 0-15,0-9-1 16,-3-19 1-16,-1-19-1 15,1-9 1-15,3-9 0 16,0-14 0-16,-4-2 0 16,1-6 0-16,3-4 0 15,-4-3 0-15,1 6 0 16,3 10 0-16,0 9 0 16,-4 10 1-16,1 9-1 15,-4 16 0-15,0 12 0 16,-4 26 1-16,0 2-1 15,-3 13 0-15,0 6 0 16,4 10 0-16,3 3 0 16,3 0 0-16,4-13 0 15,4-3 0-15,-1-12-1 0,1-4 1 16,-1-12 0 0,1-6 0-16,-1-7-1 0,1-9 1 15,-1-15-1-15,-3-10 0 16,0-13 1-16,0-9 0 15,4-13 0-15,-1-5 0 16,1-8 0-16,-1 14 0 16,1 12 0-16,-4 9 0 15,0 19 0-15,0 26 0 16,-4 5 0-16,-3 20 0 16,0 11 0-16,-3 4 0 0,3 7-2 15,3 2 0-15,4-12-13 16,4-6 0-16,3-7-1 15,0-9 1-15</inkml:trace>
  <inkml:trace contextRef="#ctx0" brushRef="#br0" timeOffset="189913.68">24373 3204 84 0,'-24'10'42'0,"38"-16"-40"0,0 2 42 0,14 4-44 15,18 0 1-15,10-6 0 16,11-10 0-16,18-6-1 16,21-3 1-16,7-9 1 15,10-1 1-15,4-5-1 16,4-1 1-16,-8 3-1 16,-13 10 0-16,-22 0-1 15,-10 6 0-15,-15 0-2 16,-7 3 1-16,-13 3-6 15,-11 7 0-15,-15 0-8 16,-10 2 1-16,-14 14-1 16,-18-4 1-16</inkml:trace>
  <inkml:trace contextRef="#ctx0" brushRef="#br0" timeOffset="190185.46">24331 3367 85 0,'-11'0'42'0,"47"-9"-52"0,-15 3 68 16,25 0-58-16,17-7 0 16,8-6 0-16,17-6 1 15,25-6-1-15,10-7 0 16,8-12 0-16,10-13 0 15,7 4 0-15,-14-1 0 0,0 0-1 16,-14 23 1-16,-3 2-16 16,-19 4 0-16,-13 9 0 15,-25 6 0-15</inkml:trace>
  <inkml:trace contextRef="#ctx0" brushRef="#br0" timeOffset="190797.64">24888 8648 95 0,'18'-12'47'0,"63"-29"-66"16,-45 31 85-16,13-5-67 15,7-7 1-15,15 0 0 16,10-3 0-16,14-3 0 16,8-1 0-16,-12 1 0 15,5 3 0-15,-1-3-1 16,-3 9 1-16,-11-3-3 15,-7 9 1-15,-14 7-10 0,-7 6 1 32</inkml:trace>
  <inkml:trace contextRef="#ctx0" brushRef="#br0" timeOffset="191161.05">24853 8977 83 0,'-67'22'41'0,"35"-3"-38"16,32-16 48-16,0-3-51 16,0 0 1-16,11-3 0 15,7-3 0-15,13-7 0 16,15-5 0-16,18-1 1 15,10-3 1-15,3-10 0 16,12-2 0-16,9-1 0 16,8 1 0-16,0-4-1 15,-7 4 0-15,-4-7-2 16,-3 0 0-16,-8 1-3 16,-2 8 1-16,-12 7-3 15,-20 6 0-15,-8 7-14 16,-14 2 1-16,-17 10 0 15,-22 0 0-15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0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30 13568,'-41'-21'5119,"39"20"-4865,-1-1 0,0 1 0,0 0 1,0 0-1,0 0 0,0 1 0,-1-1 0,1 1 0,0 0 0,-5 0 0,8 0-160,-1 0-1,1 0 1,0 0 0,0 0 0,-1 0-1,1 0 1,0 0 0,-1 1 0,1-1-1,0 0 1,0 0 0,-1 0-1,1 0 1,0 1 0,0-1 0,0 0-1,-1 0 1,1 0 0,0 1-1,0-1 1,0 0 0,-1 0 0,1 0-1,0 1 1,0-1 0,0 0 0,0 1-1,0-1 1,0 0 0,0 0-1,0 1 1,0-1 0,0 0 0,0 1-1,0-1 1,0 0 0,0 0 0,0 1-1,0-1 1,0 0 0,0 1-1,0-1 1,0 0 0,0 0 0,0 1-1,0-1 1,1 0 0,-1 1-1,11 15 862,3 2-963,0 1 1,18 34 0,4 26 36,-3 1-1,28 103 0,-39-113-6,172 626 255,-28 250-1756,-165-938 1401,15 92-925,0-35-21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0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14 15360,'-91'-13'7679,"81"76"-9343,14-40 11008,17 7-9344,9 20 0,5 17-128,11 32 128,0 37 0,-1 4 0,1 7-384,-2-4 0,8-11-896,-12-12 0,0-26 0,0-35 128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54 13952,'-35'-50'7509,"35"49"-7433,0 1 1,0 0 0,-1 0-1,1-1 1,0 1 0,0 0 0,0 0-1,-1 0 1,1-1 0,0 1-1,0 0 1,-1 0 0,1 0 0,0 0-1,0 0 1,-1 0 0,1-1-1,0 1 1,-1 0 0,1 0-1,0 0 1,-1 0 0,1 0 0,0 0-1,0 0 1,-1 0 0,1 0-1,0 0 1,-1 1 0,1-1-1,0 0 1,0 0 0,-1 0 0,1 0-1,0 0 1,0 0 0,-1 1-1,1-1 1,0 0 0,0 0-1,-1 0 1,1 1 0,0-1 0,0 0-1,0 1 1,-13 15 2598,9-10-2436,-22 38-239,1 1 0,2 1 0,-27 79 0,37-85 24,2 1-1,1 0 1,2 0-1,2 1 0,2 0 1,2 0-1,1 1 1,3-1-1,9 61 1,-8-86-8,1 1-1,0-1 1,1 0 0,2 0 0,-1-1-1,2 0 1,0 0 0,1 0 0,0-1-1,2 0 1,16 19 0,-19-26 1,0-1 0,0 1 0,1-1 1,0 0-1,1-1 0,-1 0 0,1-1 1,0 0-1,0-1 0,1 1 0,-1-2 0,1 0 1,0 0-1,0-1 0,0 0 0,0-1 0,1 0 1,-1-1-1,15-1 0,-11-1-4,0-1-1,-1 0 0,1-1 1,-1-1-1,1 0 0,-1-1 1,-1-1-1,1 0 1,-1-1-1,-1 0 0,1-1 1,-1 0-1,12-13 1,2-3 7,-2-2 1,-1-1 0,-1 0 0,26-46-1,-36 53-2,-1 0 0,-1 0 0,0-1 0,-2 0 0,0-1 0,-2 1 0,5-36 0,-9 42-11,0 0 1,-2-1-1,0 1 1,-1-1 0,-1 1-1,0 0 1,-1 0 0,-1 0-1,0 0 1,-2 0-1,-10-23 1,7 22-81,-1 1 0,-1-1 0,-1 2 0,0-1-1,0 2 1,-2 0 0,0 0 0,-1 1 0,0 1 0,0 0 0,-2 1-1,1 1 1,-21-9 0,-48-25-439,4 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1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69 15488,'-98'-56'6271,"85"50"-5826,2 0 1053,13 6 512,11 6 1909,15 6-3387,-1 0-1,38 24 1,-12-6-783,284 168 246,-234-129 18,111 98 0,-167-125 49,-2 2-1,78 97 1,-105-116-45,-1 0 0,-1 1 1,-2 0-1,0 1 1,-2 1-1,-1 0 1,-1 1-1,8 37 1,-15-46-47,-2 0 0,0 1 1,-1-1-1,0 1 0,-2-1 1,-1 0-1,0 0 0,-2 0 1,0 0-1,-15 37 0,5-24-256,-1 0 0,-2-2 0,0 0-1,-3 0 1,-26 30 0,28-40-56,-1 0-1,-42 33 1,-57 28-678,119-81 1014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1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1245 14976,'-26'18'7423,"112"-59"-7935,-16 5 9088,68-25-8576,68-29 0,58-19 0,50 2 0,9-15-256,15 1 128,-19-1-128,-9 9 0,-23 16-384,-24 14 0,-26 20-1408,-34 16 128,-41 10 0,-60 24 128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1278 14976,'37'-14'7423,"347"-152"-9855,-233 89 11904,122-41-9600,71-29 128,50-25-512,21 21 128,-25 11-640,-56 14 0,-72 30-256,-65 26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2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13312,'35'-53'6655,"-45"43"1025,16 27-7808,-2 25 128,-4 39 0,0 31 0,0 28 0,0 47 0,0 16-384,5 13 0,11-6-640,14-7 0,1-50-1792,-2-27 0,1-32-127,1-45 127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0 14976,'-22'1'1723,"9"-1"-639,0 0 1,-21 4 0,30-3-1043,1-1 1,-1 1-1,1 1 0,0-1 0,-1 0 0,1 1 0,0 0 1,0-1-1,0 1 0,0 0 0,0 1 0,1-1 1,-1 0-1,-2 4 0,-5 12 6150,8 5-4368,3-8-1755,-6 58-492,7 115 0,0-164 417,2 0 1,0 0-1,1-1 1,1 0-1,2 0 1,0 0-1,1-1 1,22 37-1,-24-48 6,0-1-1,1 0 0,1-1 1,-1 0-1,1-1 0,1 1 1,0-2-1,0 1 1,0-1-1,1-1 0,0 0 1,0-1-1,1 0 1,-1 0-1,1-1 0,0-1 1,1 0-1,14 2 0,-13-4 28,0 0-1,1 0 0,-1-1 0,0-1 0,1 0 0,-1-1 0,0-1 0,0 0 0,0-1 0,-1-1 0,1 0 0,-1 0 0,0-2 0,0 1 0,18-14 0,-12 5-62,-1-1 0,-1-1-1,0 0 1,-1-1 0,0-1-1,-2-1 1,0 0-1,-2 0 1,0-2 0,-1 1-1,-1-1 1,-2-1-1,0 0 1,-1 0 0,-1-1-1,4-33 1,-9 45-293,0 1 1,-1-1-1,0 0 1,-1 0-1,-4-22 1,3 29 146,1 0 0,-1-1-1,0 1 1,0 0 0,-1 0 0,1 1 0,-1-1 0,0 0 0,-1 1-1,1 0 1,-1 0 0,0 0 0,0 0 0,0 0 0,-8-5 0,-6 0-661,-32-14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3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94 11392,'32'-3'3265,"22"-1"296,-53 4-3368,-1 0-1,0 0 1,1 0-1,-1 1 1,1-1-1,-1 0 1,1 0-1,-1 0 1,0 0-1,1 1 1,-1-1 0,1 0-1,-1 0 1,0 1-1,1-1 1,-1 0-1,0 0 1,0 1-1,1-1 1,-1 0-1,0 1 1,1-1-1,-1 1 1,0-1-1,0 1 1,1 12 1112,-8 12-1365,-20 32 326,3 0 1,-33 119 0,52-155-196,2-1-1,0 1 1,2 0-1,0-1 0,3 30 1,-1-37-1,1-1-1,1 1 1,0-1 0,1 0-1,0 0 1,1-1 0,0 1-1,0-1 1,15 21 0,-18-29-45,1 1 1,0-1 0,-1 0 0,1 1 0,0-1 0,0-1 0,1 1-1,-1 0 1,1-1 0,-1 1 0,1-1 0,0 0 0,-1-1 0,1 1 0,0-1-1,1 1 1,-1-1 0,0 0 0,0 0 0,0-1 0,8 1 0,-6-2 1,-1 0 0,1 0 0,-1-1 0,1 0 0,-1 0 0,1 0 0,-1 0 0,0-1 0,0 0 1,0 0-1,-1 0 0,1-1 0,-1 1 0,1-1 0,4-6 0,7-9 13,-1-1 0,0 0 0,-2-1 0,0 0 0,-2-1 0,0-1 1,-1 1-1,-2-2 0,0 1 0,-2-1 0,7-45 0,-8 31-370,-2 0 1,-2-1 0,-1 1-1,-2-1 1,-2 1-1,-2 0 1,-10-38 0,-2 13-461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41 13312,'15'-19'6655,"-11"-2"513,1 28-7168,-5 16 0,0 4 0,-9 6 0,-12 30 0,-25 93 0,6-3 0,0-19-640,9-8 0,16-13-2560,5-19 128,4-18-127,6-30 127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3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 12800,'-15'-4'6399,"64"17"-17278,-18-13 12671,9-4-1792,-4-5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3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12032,'-55'23'6015,"76"-10"-8190,-12-9 9598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1340 14080,'-113'121'7039,"159"-162"-8191,21-3 8320,63-32-7296,53-14 0,60-36 0,34-14 0,48-3 128,13 0 128,10-10-384,-7 7 128,-24 22-512,-38 15 128,-36 38-1920,-67 26 128,-69 35 0,-86 29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1:44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1475 15360,'-21'-4'7679,"279"-159"-11519,-120 79 14720,78-52-11392,78-24 128,45-22-768,14 3 0,28 5 256,-37 15 128,-31 29-896,-55 27 128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00:26.0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6297 1204 99 0,'0'0'49'0,"14"326"-46"16,4-198 49-16,-8 64-52 15,12 37 0 1,23 112-3-1,5-65 1-15,-11-91-9 16,-4-40 1-16,0-58-2 16,-3-36 1-16</inkml:trace>
  <inkml:trace contextRef="#ctx0" brushRef="#br0" timeOffset="544.19">8054 1188 107 0,'0'-81'53'0,"-14"40"-67"0,3 28 83 16,-13 4-70-16,-8 9 1 15,-7 12 0-15,-10 29 0 16,-4 31 0-16,-4 25 0 15,1 10-1-15,-4 37 1 16,10-25 0-16,12-6 0 0,9-12-1 16,19-23 1-1,10-25-1-15,14-21 1 0,11-20-1 16,3-21 1-16,7-22 0 16,11-26 0-16,3-12 1 15,11-6 0-15,11 0-1 16,-11 18 1-16,-4 13 0 15,-13 25 0-15,-12 10-1 16,-2 28 1-16,-19 25-1 16,-3 22 1-16,0 9-1 15,-3 6 1-15,-4-5-1 16,0 2 0-16,3 0 0 16,1-5 1-16,3-20-1 15,4-9 0-15,3-16 1 16,7-12 0-16,0-23 0 15,4-11 0-15,13-1-3 0,8-25 1 16,7 0-9-16,18-9 1 16,-8-1-1-16,-3 7 1 15</inkml:trace>
  <inkml:trace contextRef="#ctx0" brushRef="#br0" timeOffset="680.64">9006 1878 86 0,'29'22'43'0,"-22"59"-26"0,-7-49 45 15,0 24-59-15,-4 35 1 16,1 16-1-16,-8 3 1 16,4 12-9-16,3-3 1 15,4-6-7-15,0-25 0 0,0-19-2 16,0-19 0-16</inkml:trace>
  <inkml:trace contextRef="#ctx0" brushRef="#br0" timeOffset="1321.77">10033 1191 109 0,'-60'-63'54'0,"11"107"-66"16,27-22 82-16,-6 16-71 15,-11 15 1-15,-6 1-1 16,-1 11 0-16,3 4 0 0,8-3 0 16,7-16-1-16,10-15 0 15,11-26 0-15,14-9 0 16,18-31 1-16,7-10 1 16,7-9 1-16,3-13 1 15,0 7 0-15,0 6 1 16,4 18-1-16,0 20 1 15,-7 28-1-15,-7 18 0 16,-8 19-1-16,-6 29 0 16,-7 15-2-16,-4 3 1 15,-7 13-1-15,0-22 0 0,0-3 0 16,-4-6 1-16,4-1-1 16,0-3 1-16,0-15-1 15,4-9 1-15,3-1 0 16,0-22 0-16,3-6 0 15,12-18 1-15,6-36-1 16,11-21 0-16,7-6 0 16,-4-10 1-16,-3 3-1 15,-8 10 0-15,-6 12 0 16,-7 7 0-16,-8 15 0 16,-3 22 0-16,-3 13 0 15,-4 21 1-15,0 7-2 16,7 16 1-16,7-7 0 15,4 0 0-15,6-12 0 16,5-16 0-16,2 0 0 0,1-25 1 16,-4-15 0-1,-7-7 1-15,-10-3 0 0,-7-4 0 16,-8-5-1-16,-7-1 0 16,-3-2-7-16,-7-4 0 15,4-3-1-15,-1-3 0 16</inkml:trace>
  <inkml:trace contextRef="#ctx0" brushRef="#br0" timeOffset="1629.37">10929 947 111 0,'-14'-35'55'0,"42"51"-59"16,-14-7 66-16,7 1-62 16,11 24 0-16,11 10-1 15,6 28 1-15,-7 25 0 16,-10 16 0-16,-18 28 0 16,-17 10 0-16,-19-10 0 15,-13 13 0-15,-4-13-4 16,1-13 1-16,-5-21-17 15,4-13 1-15,8-12-1 16,13-39 1-16</inkml:trace>
  <inkml:trace contextRef="#ctx0" brushRef="#br0" timeOffset="1933.63">12203 2057 114 0,'0'-3'57'0,"88"-16"-80"0,-46 12 103 0,15 4-80 15,13-3 0-15,11 0-3 16,4 3 1-16,3-4 0 16,-3 7 0-16,-4-3-9 15,-7 3 1-15,-14 0-16 16,-11 3 1-16,-10 4 1 16,-14-4 0-16</inkml:trace>
  <inkml:trace contextRef="#ctx0" brushRef="#br0" timeOffset="2100.5">12097 2678 104 0,'14'-29'52'0,"120"4"-76"0,-74 10 107 16,21-7-84-16,35-10 1 15,18 4-8-15,8 0 0 16,13-13-13-16,4 3 1 15,-1-5-5-15,-9-20 0 16</inkml:trace>
  <inkml:trace contextRef="#ctx0" brushRef="#br0" timeOffset="2447.77">14982 1994 106 0,'-49'-56'53'0,"21"2"-80"16,24 39 107-16,1 2-80 15,3-3 0-15,7 10 0 16,3 6 1-16,12 13-1 15,2 5 1-15,1 17 1 16,3 18 0-16,-7 19 1 16,1 38 1-16,-8 16-1 15,-4 15 0-15,-10 19-5 16,-3-13 1-16,-1-6-26 0,-3-9 1 16,0-35-2-16,0-50 1 15</inkml:trace>
  <inkml:trace contextRef="#ctx0" brushRef="#br0" timeOffset="2789.54">16337 2107 108 0,'-7'-28'54'0,"11"15"-74"16,3 16 105-16,0 7-85 16,0 8 0-16,3 11 0 15,-3 24 1-15,-3 19-1 16,3 16 0-16,0 19 0 15,0 9 0-15,-3 3-4 16,10-13 1-16,7-15-18 16,0-15 0-16,4-14-1 15,-1-34 1-15</inkml:trace>
  <inkml:trace contextRef="#ctx0" brushRef="#br0" timeOffset="3208.41">17851 2179 107 0,'-46'-47'53'0,"-11"56"-71"16,40 4 94-16,-5 3-77 15,-2 12 1-15,-8 25-1 16,7 16 1-16,4 3 0 16,11 7 0-16,10-4 0 15,10-3 0-15,18-3 0 16,22-22 0-16,10-12 1 15,3-20 0-15,4-15 1 16,0-15 1-16,-7-14-1 16,-14-5 1-16,-14-16-1 15,-18-10 1-15,-14-9-5 16,-14 0 0-16,-18 3-12 16,-14 7 0-16,-7 5-1 15,0 14 1-15</inkml:trace>
  <inkml:trace contextRef="#ctx0" brushRef="#br0" timeOffset="3500.69">18524 1972 110 0,'-17'-31'55'0,"20"12"-68"0,-3 19 81 0,7-3-69 15,7-4 1-15,11 7 0 16,7 7 0-16,10-7 0 16,11 19 0-16,11 6 1 15,13 12 0-15,4 17 1 16,0 15 0-16,1 21 2 16,-5-5 0-16,-10 12-1 15,-14-3 1-15,-28-3-1 16,-32 10 1-16,-28-4-7 15,-43-16 1-15,-38-8-24 16,-40-17 1-16,-13-28-1 16,-7-28 0-16</inkml:trace>
  <inkml:trace contextRef="#ctx0" brushRef="#br0" timeOffset="5140.74">20306 2427 101 0,'-11'-13'50'0,"15"1"-51"16,10 15 51-16,4-6-52 15,17-4 1-15,14 4-1 16,15-6 0-16,-1-13 2 15,1 3 1-15,3-3-5 16,-4 0 1-16,4 3-11 0,0 7 1 16,-7 2 0-16,-7 4 1 15</inkml:trace>
  <inkml:trace contextRef="#ctx0" brushRef="#br0" timeOffset="5333.26">20348 2903 105 0,'-3'-31'52'0,"56"25"-69"0,-18 6 88 0,18-10-81 15,17 1 1-15,12 0-24 16,16-13 1-16,19-10 36 16,17-18 1-16</inkml:trace>
  <inkml:trace contextRef="#ctx0" brushRef="#br0" timeOffset="5540.14">22380 1687 91 0,'-3'-54'45'0,"-1"64"-55"16,4-10 72-16,4 9-62 16,-1 26 1-16,4 12 1 15,7 25 0-15,4 6-2 16,0 10 1-16,-1 12 0 15,-6 23 1-15,-1-17-1 16,-6 4 1-16,-4-10-6 16,0-6 0-16,0 7-18 15,-4-20 1-15,1-18-1 0,3-19 0 16</inkml:trace>
  <inkml:trace contextRef="#ctx0" brushRef="#br0" timeOffset="5782.87">22913 2007 107 0,'18'-69'53'0,"34"53"-80"0,-37 16 106 0,6 6-81 16,0 13 1-16,-3 6-3 15,-8 6 1-15,-10 20 2 16,-7 21 1-16,-7 15-4 15,0-5 0-15,0 6-5 16,3-7 0-16,4-15-13 16,4-6 0-16,10-16 1 15,7-22 0-15</inkml:trace>
  <inkml:trace contextRef="#ctx0" brushRef="#br0" timeOffset="6123.1">23185 1564 88 0,'3'-78'44'0,"18"37"-57"0,-7 32 88 15,11-7-74-15,10 7 0 16,15 12 0-16,3 9 0 16,10 17-1-16,-3 18 0 0,-7 31 2 15,-11 29 0-15,-13 9 0 16,-22 12 0 0,-64 76 0-1,-6-35 0-15,-4-24-6 16,-7-29 0-16,10-25-20 15,8-26 1-15,13-36-2 16,26-29 1-16</inkml:trace>
  <inkml:trace contextRef="#ctx0" brushRef="#br0" timeOffset="6354.79">25298 1546 111 0,'113'-38'55'0,"-46"16"-84"16,-57 22 113-16,-3 3-85 16,-14 16 0-16,-17 9-1 0,-22 35 1 15,-18 15 1-15,-17 13 1 16,-11 10-2-16,-3-4 0 16,0 16-1-16,7-7 0 15,13-15-6-15,1-19 0 16,11-6-15-16,10-22 1 15,7-13-1-15,7-21 0 16</inkml:trace>
  <inkml:trace contextRef="#ctx0" brushRef="#br0" timeOffset="6866.28">24243 1784 106 0,'21'-104'53'0,"74"86"-80"15,-59 14 107-15,13 14-81 16,14 21 1-16,-3 29-3 16,4 12 0-16,-4 0-3 15,0 6 1-15,0-2-11 16,0 8 1-16,3-12-1 16,1-18 0-16,-4-23 6 15,0-18 0-15,0-26 11 16,3-18 1-16,4-13 9 15,-3-28 1-15,-1-35 0 16,-6-6 1-16,-22-3-4 16,-21 6 0-16,-21-6-5 15,-28 10 1-15,-29 9-2 0,-17 25 0 16,-14 9 0-16,-7 16 0 16,-8 25-2-16,-6 28 1 15,-1 32-1-15,-3 40 0 16,4 32-1-16,10 50 1 15,14 9-1-15,29 26 1 16,28-32-1-16,35-13 0 16,31-24 0-16,26-26 0 15,28-31 1-15,17-22 0 0,21-41 0 16,4-18 1-16,0-39 0 16,4-21 0-16,-18-28-1 15,-18-13 0-15,-24-15-6 16,-22 8 1-16,-24 17-9 15,-22 9 0-15,-13 19 0 16,-8 2 1-16</inkml:trace>
  <inkml:trace contextRef="#ctx0" brushRef="#br0" timeOffset="7089.36">25668 1135 98 0,'53'-63'49'0,"11"54"-56"15,-43 18 72-15,0 0-64 16,7 29 1-16,0 34 0 16,1 22 1-16,-1 22-4 15,0 35 1-15,-7-4 1 0,-3 13 0 16,-1-6-2 0,-2-13 0-16,2-19-5 0,-3-12 0 15,0-22-14-15,-7-10 1 16,1-25-1-16,-5-12 1 15</inkml:trace>
  <inkml:trace contextRef="#ctx0" brushRef="#br0" timeOffset="7401.44">26663 1774 96 0,'11'-106'48'0,"-15"31"-62"0,0 56 86 0,-3 6-71 16,-3-9 0-16,-8 3 0 15,-3 10 0-15,-4 15-2 16,-3 13 0-16,0 16 1 16,3 37 1-16,11 6-1 15,11 13 0-15,17-3 0 16,21-16 1-16,11-9 0 16,10-1 0-16,11-24 0 15,-7-13 0-15,-7-15 0 16,-7-10 1-16,-11-26-2 15,-14-8 1-15,-10-22-6 16,-14-26 0-16,-12 4-15 16,-2-1 1-16,-4 4-1 15,-1 3 1-15</inkml:trace>
  <inkml:trace contextRef="#ctx0" brushRef="#br0" timeOffset="7667.15">27171 1028 106 0,'-11'-56'53'0,"4"59"-74"16,7 13 96-16,4 2-76 0,10 7 1 0,11 29-1 16,21 8 1-16,21 11 0 15,10 2 1-15,15 3-1 16,-4 4 0-16,-3 21 1 15,-18-12 0-15,-18 6 0 16,-31 4 0-16,-36-4 0 16,-45 22 0-16,-29 13-8 15,-46-7 1-15,-27 10-2 16,-15-3 1-16</inkml:trace>
  <inkml:trace contextRef="#ctx0" brushRef="#br0" timeOffset="10310.74">4406 6936 88 0,'-10'-66'44'0,"31"-12"-44"0,0 62 45 16,18-3-45-16,31 4 0 0,8 5-1 15,10 1 1 1,11-1-1-16,31-2 1 0,1-13-2 16,10-10 0-16,18-6-6 15,-8-6 0-15,-16-3-11 16,-16 3 0-16,-16 10 0 16,-11 12 1-16</inkml:trace>
  <inkml:trace contextRef="#ctx0" brushRef="#br0" timeOffset="10574.26">4685 7278 76 0,'-7'-25'38'0,"120"3"-56"16,-78 9 76-16,21-6-58 0,22-9 0 16,24-3 0-16,1 3 0 15,2-4 0-15,-2-9 0 16,24 7-1-16,-18-7 1 16,-10 13-11-16,-11-3 1 15,-7 9-1-15,-7 9 1 16</inkml:trace>
  <inkml:trace contextRef="#ctx0" brushRef="#br0" timeOffset="11546.28">8788 5713 84 0,'-32'-81'42'0,"-14"-17"-54"0,36 70 70 16,-1-6-58-16,-10-4 0 16,0-3 0-16,-15 13 0 15,5 6 0-15,-5 16 0 16,5 18 0-16,-5 32 0 15,1 28 1-15,3 38 0 16,-7 31-1-16,11 47 1 16,-4 48 1-16,4 27 1 0,4 25-1 15,13-2 1-15,-7-1-1 16,8-18 1-16,-1-13-1 16,4-22 1-16,-3-13-2 15,6-9 1-15,-14-28-1 16,18-25 1-16,0-32 0 15,4-18 0-15,10-35-1 16,11-31 1-16,17-22-1 16,25-26 1-16,28-30-3 15,-3-16 1-15,10-10-12 16,8-6 1-16,3 0-1 16,-8-6 1-16</inkml:trace>
  <inkml:trace contextRef="#ctx0" brushRef="#br0" timeOffset="12079.33">9917 5820 90 0,'-57'-13'45'0,"-20"-6"-43"15,59 32 59-15,-17 6-61 16,-1 15 0-16,1 16 0 16,3 4 1-16,4 11-2 15,7 17 1-15,10-4 0 16,11-2 1-16,7-14-2 15,22-15 1-15,6-15 0 16,7-17 1-16,1-21 0 16,-1-16 0-16,0-28 0 0,4-3 1 15,-4-16-1-15,-6 15 1 16,-19-15-2-16,-10 4 1 16,-10 2-7-16,-4 13 0 15,-7 28-1-15,-15 22 1 16</inkml:trace>
  <inkml:trace contextRef="#ctx0" brushRef="#br0" timeOffset="12328.71">9712 7748 106 0,'4'-16'53'0,"41"45"-60"16,-27-20 67-16,3 10-61 16,0 22 0-16,-3 9-1 15,-4 9 1-15,-3 4 1 16,-1 9 0-16,-3 0-6 16,-3 1 1-16,3-1-11 15,0-3 0 1</inkml:trace>
  <inkml:trace contextRef="#ctx0" brushRef="#br0" timeOffset="12857.23">10534 5431 99 0,'-28'-75'49'0,"28"24"-56"15,7 48 68-15,7-19-61 16,7 10 0-16,7-1-1 16,11 16 1-16,3 4 0 15,4 15 0-15,-3 12 0 16,-1 26 0-16,-10 40 0 16,3 25 0-16,-7 42 1 15,-3 30 0-15,0 41 0 16,-1 13 0-16,1 6 0 15,0-9 0-15,-8-9-1 16,-3 2 1-16,-17-28-1 16,-15-3 1-16,-10-12-1 15,-28-19 1-15,-22-16-1 16,-7-22 1-16,8-16 0 0,3-24 0 16,7-29-3-16,10-16 0 15,11-21-14-15,18-23 0 16,14-18 0-16,39-35 0 15</inkml:trace>
  <inkml:trace contextRef="#ctx0" brushRef="#br0" timeOffset="13123.87">13046 6807 106 0,'56'-40'53'0,"-52"11"-69"0,-4 29 87 0,0 0-72 16,-7 4 1-16,-7 11-2 15,3-2 1-15,-45 53 1 16,-15 21 1-16,-10 26-2 16,0 16 1-16,3-7-1 15,-10-6 0-15,7-6-4 16,7-16 0-16,7-22-10 15,14-19 0-15,7-18-1 16,18-32 1-16</inkml:trace>
  <inkml:trace contextRef="#ctx0" brushRef="#br0" timeOffset="13372.16">12474 6873 98 0,'7'-15'49'0,"36"49"-61"0,-26-18 80 16,4 9-68-16,8 19 1 16,-1 12-1-16,7 26 0 15,7 2-4-15,4-2 0 16,4-10-6-16,6-6 1 0,-3-16-3 16,4-15 0-16,-12-17-1 15,-2-18 0-15,-4-15 0 16,-4-29 0-16,4-19 6 15,3-18 1-15</inkml:trace>
  <inkml:trace contextRef="#ctx0" brushRef="#br0" timeOffset="13679.74">13007 5983 95 0,'-162'-29'47'0,"-15"39"-61"16,135-1 88-16,-32 7-74 15,-7 18 1-15,-4 32-1 16,4 28 0-16,-4 22 0 16,11 32 0-16,7 21 0 15,14 22 0-15,29 1-1 16,16-1 1-16,16-12 0 16,23-10 1-16,19-25-1 0,34-21 0 15,12-36 1-15,6-30 0 16,18-41-1-16,10-23 1 15,-6-37-1-15,-32 13 1 16,20-60-1-16,-16-25 1 16,-22-6-1-16,-18-7 1 15,-24 1-1-15,-18-1 1 16,-10 7-6-16,-15 15 1 16,-3 7-1-16,-11 18 1 0</inkml:trace>
  <inkml:trace contextRef="#ctx0" brushRef="#br0" timeOffset="14081.68">14542 5682 108 0,'24'-132'54'0,"-27"13"-60"16,3 91 66-16,-11-10-61 15,-7-9 0-15,-6 0-1 16,-4 9 0-16,-1 7 2 16,1 18 1-16,-7 13-2 15,0 25 1-15,-1 22 0 16,-10 35 0-16,-3 53 1 0,0 47 0 16,-4 47 0-1,-4 50 0-15,4 15 0 0,4 23 0 16,0-6-1-16,10-23 1 15,3-12-1-15,8-16 1 16,4-34-1-16,2-13 1 16,8-15-1-16,7-26 1 15,11-30 0-15,6-23 0 16,19-25-1-16,13-22 1 16,18-25-2-16,10-25 1 0,12-19-6 15,6-28 0-15,11-25 0 16,6-19 0-16</inkml:trace>
  <inkml:trace contextRef="#ctx0" brushRef="#br0" timeOffset="14448.19">15402 5431 113 0,'36'-47'56'0,"-58"44"-61"0,19 6 70 15,-4 6-66-15,0 16 1 16,-7 13-1-16,0 31 0 16,-1 12 0-16,1 17 0 15,0-4-2-15,-3 22 1 16,-1 6-9-16,-3 7 1 16,-11 12 0-16,-3 12 1 15</inkml:trace>
  <inkml:trace contextRef="#ctx0" brushRef="#br0" timeOffset="14775.05">15064 7732 115 0,'-53'-12'57'0,"3"53"-72"16,40-26 81-16,-4 14-70 15,3 27 0-15,-3 4-3 16,7 12 1-16,3 9 8 16,4 7 0-16,11 0-4 15,10-7 0-15,4-8 3 16,7-23 0-16,13-13 2 0,1-12 1 16,0-18 0-16,4-26 0 15,-1-19-2-15,-7-15 1 16,-6-16-3-16,-15-28 1 15,-11-7-8-15,-3-9 1 16,-7 13 0-16,-3 3 0 16</inkml:trace>
  <inkml:trace contextRef="#ctx0" brushRef="#br0" timeOffset="15134.01">15836 5349 106 0,'-14'-119'53'0,"81"0"-59"15,-46 94 61-15,15-10-56 16,9 13 1-16,8 4 0 15,7 8 0-15,0 16 0 16,0 35 0-16,0 25 1 16,-10 34 1-16,-5 70 1 15,-13 43 1-15,-7 66-1 16,-7 63 1-16,-4 40-1 16,-7 17 1-16,-11-32-2 15,-6-26 1-15,-19-36-3 0,-16-33 0 16,-19-30 0-16,-14-35 0 15,-6-35-1-15,-4-34 0 16,-8-34-8-16,-2-38 1 16,13-29 0-16,21-40 0 15</inkml:trace>
  <inkml:trace contextRef="#ctx0" brushRef="#br0" timeOffset="15399.27">17099 7203 118 0,'-17'12'59'0,"17"4"-68"16,7-13 78-16,14 0-71 15,14-6 0-15,21 0 0 16,11-7 1-16,8-8 1 15,9-8 0-15,4 1-4 16,-3 0 0-16,0 6-6 16,-18 7 1-1</inkml:trace>
  <inkml:trace contextRef="#ctx0" brushRef="#br0" timeOffset="15548.55">17018 8008 113 0,'28'0'56'0,"127"-31"-70"0,-95 19 69 16,25-7-55-16,31-16 0 16</inkml:trace>
  <inkml:trace contextRef="#ctx0" brushRef="#br0" timeOffset="16307.6">20451 4732 107 0,'-71'-157'53'0,"-3"38"-50"0,46 93 54 0,-15 5-58 16,-6 11 1 0,-11 16-1-16,-4 16 0 0,8 25 0 15,0 22 1-15,3 7-2 16,7 11 1-16,3 36 0 16,5 27 0-16,-5 48 0 15,-10 28 1-15,1 62 0 16,-5 76 1-16,-3 50-1 15,7 53 1-15,11 32-1 16,14 34 0-16,14-3-1 16,6-10 1-16,5-34-2 15,3-19 0-15,-4-18 0 16,-6-16 1-16,-15-32-1 16,-7-25 1-16,-10-15 2 15,-4-32 0-15,-7-25 1 16,11-34 1-16,7-41 0 0,10-38 0 15,11-31-1-15,7-38 1 16,17-24-2-16,15-23 1 16,10-16-2-16,18-21 1 15,35-22-1-15,43-26 0 16,59-30-4-16,33-32 1 16,52-38-1-16,25-28 0 15</inkml:trace>
  <inkml:trace contextRef="#ctx0" brushRef="#br0" timeOffset="17291.09">15699 4628 72 0,'-39'-60'36'0,"-32"45"-33"0,43 27 36 16,-11 32-40-16,-21 19 1 16,-31 40 0-16,-15 48 0 15,-14 75 0-15,-21 53 0 16,-8 69 0-16,15 63 0 15,25 40 0-15,31-2 1 16,29-23-1-16,31-56 1 16,29-37-1-16,31-64 1 0,11-56 1 15,11-56 1-15,6-53-1 16,11-57 1-16,18-60 0 16,14-59 0-16,4-66 1 15,10-63 1-15,10-43-2 16,-3-48 1-16,-10-28-1 15,-15-9 1-15,-17-6-2 16,-22 40 1-16,-20 38-2 16,-33 25 1-16,-17 37-6 15,-24 32 1-15,-29 28-1 16,-28 19 1-16</inkml:trace>
  <inkml:trace contextRef="#ctx0" brushRef="#br0" timeOffset="18033.29">14280 5804 100 0,'-35'-50'50'0,"-53"-63"-47"16,53 94 50-16,-25-15-53 15,-18-1 1-15,-31-9 0 16,-22 10 0-16,-24-16-2 16,-35-7 1-16,-12 1 0 15,-23 18 0-15,-8 4-1 16,7-1 1-16,4 7-1 16,31 18 1-16,15-12-1 15,10 1 1-15,25-1 0 16,28 3 0-16,18 0 0 15,24 0 0-15,18-3 0 16,15 0 0-16,16-3 0 16,15 3 0-16,11-12-1 0,21 5 1 15,6-24 0-15,15 3 0 16,4-22 0-16,2 6 0 16,-2 0 0-16,-1 3 0 15,-3 13 0-15,-7 6 0 16,-7 13 0-16,-11 12 0 15,-11 16 0-15,-13 12 0 16,-11 20 0-16,-7 33 0 16,-11 7 0-16,-10-6 0 0,-18 3 0 15,-4-3 1-15,-7-4-1 16,4-15 0-16,8-3 0 16,9-7 0-16,4-2 0 15,11 9 0-15,7-7 0 16,14 16 0-16,10-22 0 15,29 7 0-15,35-1 0 16,32-2 0-16,20-13-1 16,40 3 0-16,0-19-6 15,3 0 0-15,4 3 0 16,-29 0 0-16</inkml:trace>
  <inkml:trace contextRef="#ctx0" brushRef="#br0" timeOffset="18302.89">12601 4333 99 0,'60'-59'49'0,"-35"62"-55"0,-18 9 62 16,0 20-63-16,-7 27 1 15,4 42-17-15,-4 8 1 0,-4 1 18 16,0-3 0-16,4-32-14 16,8-28 0-16</inkml:trace>
  <inkml:trace contextRef="#ctx0" brushRef="#br0" timeOffset="18625.54">12827 4716 61 0,'11'-94'30'0,"-15"-38"-26"0,1 91 50 0,-5 1-47 15,-6 5 0-15,-7-3 4 16,-3 16 0-16,-12 10-15 16,-6 15 0-16,-22 22 9 15,-3 25 1 1,-14 107-4-1,28-3 0-15,25-16-2 16,42-35 0-16,21-24 0 16,15-26 1-16,10-41 0 15,17-24 1-15,19-32-1 0,-1-12 1 16,-7-42 0 0,-7-18 0-16,-24 0-1 0,-18-3 0 15,-25-6-1-15,-18 24 0 16,-31 23-15-16,-22 34 0 15,-20 41 0-15,-29 15 0 16</inkml:trace>
  <inkml:trace contextRef="#ctx0" brushRef="#br0" timeOffset="19421.09">13649 8112 103 0,'-67'6'51'0,"-39"-12"-65"0,67 6 82 16,-24-3-69-16,-15 6 0 0,-35 3-1 15,-17 7 1-15,-40-4 1 16,-2 4 0-16,2-4-1 16,1 4 1-16,10-4-1 15,18-6 1-15,25 0-1 16,10-9 1-16,21-6 0 16,15-10 0-16,13-19 0 15,22-9 0-15,7-10 0 16,14 0 0-16,10 1 0 15,11-1 0-15,4 1 0 16,6-4 0-16,4 10 0 16,4 18 1-16,-4 1-1 15,-3 18 0-15,-7 10 0 16,-11 15 1-16,-15 13-1 16,-6 9 1-16,-11 7-1 15,1 9 1-15,-8 10-1 0,7-4 1 16,11-6-2-16,10 6 1 15,11-6-1-15,18 3 1 16,10-3-4-16,22-6 0 16,20 3-8-16,11-3 0 15,4-10 0-15,0-9 0 16</inkml:trace>
  <inkml:trace contextRef="#ctx0" brushRef="#br0" timeOffset="20369.33">12351 8705 58 0,'42'-29'29'0,"-17"-8"-12"0,-15 24 25 15,4 7-39-15,4 0 1 16,7-7 0-16,-4 1 1 0,11 2-7 15,-1 4 1-15,1 3 3 16,-4 6 0-16,-3 13-1 16,-11 15 1-16,-14 7-1 15,-7 9 1-15,-10 6 0 16,-12 3 0-16,-2 7-1 16,-1-3 1-16,7-16-1 15,11 6 1-15,14-6-3 16,11-7 1-16,13-5-2 15,8-10 1-15,10-10-1 16,4-2 1-16,0-4-1 16,-4-3 1-16,-6 0 0 15,-8-9 0-15,-14-4 1 16,-7-12 1-16,-10-9 0 16,-8-10 0-16,-3-9 0 15,-4-3 0-15,4-10-1 0,-3 4 1 16,-1-4-1-16,0-3 0 15,1 0 0-15,2 0 1 16,-2 10 0-16,-8 9 0 16,-7 12 1-16,-6 13 0 15,-19 22 0-15,-3 32 0 16,-7 24-1-16,4 26 1 16,-1 34-1-16,15 9 0 15,21 4-1-15,13-7 0 0,22-9 0 16,29-10 0-16,27-27 0 15,18-26 1-15,11-35-1 16,10-27 0-16,18-19 0 16,0-29 1-16,-14-31 0 15,-7-16 0-15,-25 1 0 16,-25-4 0-16,-24-12 0 16,-18 9 0-16,-24 13-4 15,-29 18 0-15,-18 22-19 16,-17 23 0-16,-21 24-1 15,-32-9 1-15</inkml:trace>
  <inkml:trace contextRef="#ctx0" brushRef="#br0" timeOffset="21485.56">21445 5597 73 0,'-14'-38'36'0,"4"-46"-17"0,6 59 36 15,1-7-49-15,-1 4 0 16,-6-3 2-16,-5 2 1 16,-6 17-12-16,-11 12 0 15,-6 12 7-15,-5 26 1 16,1 6-4-16,3 19 1 16,7 18-3-16,8 4 1 15,10 6-1-15,14-13 0 16,14-6 0-16,21-12 0 15,4-4-1-15,10-21 1 16,4-13 0-16,7-13 0 0,4-2 1 16,-1-7 0-16,-6-19 0 15,-5-10 1-15,-13-8 0 16,-10-13 0-16,-15-19 0 16,-11 0 0-16,-13-7-3 15,-12 14 1-15,-13 8-15 16,-21 26 1-16,-36 16-1 15,-21 24 1-15</inkml:trace>
  <inkml:trace contextRef="#ctx0" brushRef="#br0" timeOffset="22101.18">21428 7660 97 0,'-36'-56'48'0,"-9"34"-63"16,34 19 75-16,-17 3-64 16,-11 6 1-16,-7 10-1 15,-7 12 1-15,0 7 5 16,4 8 0-16,3 20-2 16,0 16 1-16,4 2 1 15,10 19 0-15,11 10 1 16,14 0 0-16,17-16-1 15,19-12 0-15,20-17-1 16,22-18 0-16,3-22-1 0,3-18 1 16,1-26-1-16,0-19 1 15,-4-9 0-15,-7-12 1 16,-18-1 0-16,-14-9 1 16,-14-9-1-16,-17 2 0 15,-15 7-2-15,-10 10 0 16,-14 15-11-16,-21 19 1 15,-29 16-2-15,-7 18 1 16</inkml:trace>
  <inkml:trace contextRef="#ctx0" brushRef="#br0" timeOffset="22719.18">21117 9667 102 0,'11'3'51'0,"-43"-28"-59"0,29 32 72 0,-1-4-65 16,4 16 1-16,0 3-1 16,0 15 1-16,-3 16 0 15,-1 26 0-15,0 15 0 16,-6 9 0-16,-1 20 1 16,-6 2 0-16,6 7-1 15,0-19 1-15,1-4-12 16,-1-8 0-16,8-20-1 15,3-30 0-15</inkml:trace>
  <inkml:trace contextRef="#ctx0" brushRef="#br0" timeOffset="23270.34">21068 12032 94 0,'-18'0'47'0,"-3"-32"-59"15,21 20 63-15,-3-4-51 16,-5-3 0-16,-2 4 0 16,-8 5 0-16,-6 4 1 15,-8 15 1-15,-3 7 0 16,-1 9 1-16,-13 13 0 15,3 9 1-15,0 12-1 16,11 10 0-16,7 7-2 16,7 2 1-16,13-9-2 0,16-9 0 15,9-1 0-15,15-12 0 16,3-12 0-16,11-10 0 16,7-10 0-16,10-11 0 15,4-14 0-15,8-6 0 16,-12-2 0-16,-10-4 1 15,-18-16 0-15,-14-15 0 16,-17-10-2-16,-18-6 1 16,-14-9-14-16,-18-7 0 15,-7-15 0-15,-7-13 0 0</inkml:trace>
  <inkml:trace contextRef="#ctx0" brushRef="#br0" timeOffset="23954.82">22313 4938 85 0,'-3'-87'42'0,"17"55"-48"0,-7 29 57 0,7 9-51 16,4 1 0-16,-1 15-1 15,4 12 1-15,4 26 1 16,0 28 0-16,-1 12 1 15,-2 28 0-15,-5 36 1 16,-6 27 1-16,-8 35 0 16,-6 46 0-16,3 14-1 15,0 43 1-15,0 32-3 16,0 27 1-16,7 11-1 16,0 12 0-16,0 21-2 15,-3-2 1-15,-4-22-1 16,-8-16 0-16,-6 6 0 15,-10-38 1-15,-8-8 0 16,-14-26 1-16,0-19 2 16,0-28 0-16,0-28 0 15,4-35 1-15,7-28-2 16,0-40 1-16,3-32-2 0,4-28 1 16,-1-22-10-16,-13-29 0 15,-25-18 0-15,-35-22 0 16</inkml:trace>
  <inkml:trace contextRef="#ctx0" brushRef="#br0" timeOffset="24588.6">1686 6588 91 0,'-70'25'45'0,"42"60"-40"16,28-35 46-16,0 31-50 16,0 60 1-16,7 41 0 15,3 47 0-15,4 38-3 16,4 18 0 0,21 120-5-1,0-117 1-15,-8-78-1 16,-3-69 0-16</inkml:trace>
  <inkml:trace contextRef="#ctx0" brushRef="#br0" timeOffset="24854.63">2692 6792 98 0,'-29'-72'49'0,"37"40"-53"0,-8 32 61 16,0 0-57-16,0 13 1 16,0 31-1-16,10 31 1 15,-10 44-2-15,4 41 1 16,3 28 0-16,3 19 1 16,1-6-1-16,-1-13 0 15,8-16-1-15,-7-34 0 0,-1-25-9 16,1-25 1-16,-4-22-1 15,-4-22 0-15</inkml:trace>
  <inkml:trace contextRef="#ctx0" brushRef="#br0" timeOffset="25203.93">2332 7058 83 0,'-39'-9'41'0,"-17"6"-43"16,52 3 49-16,-7 3-47 15,11 13 0-15,0 15 0 16,4 22 1-16,17 26-1 16,14 15 0-16,15 12 0 0,13 7 0 15,4-3 0-15,4-13 0 16,-11-22 0-16,0-12 1 15,0-19 1-15,-4-22 1 16,8-13 0-16,-4-18 0 16,-11-16 0-16,1-16 1 15,-12-9-1-15,1-6 0 16,-18-17-2-16,8-8 0 16,-15-4-6-16,3 10 0 15,1-7-1-15,-4 4 1 0</inkml:trace>
  <inkml:trace contextRef="#ctx0" brushRef="#br0" timeOffset="25506.4">3182 6403 102 0,'-60'-44'51'0,"88"47"-58"16,-17 0 64-16,10-6-57 16,14 13 0-16,8 5 0 15,6 10 0-15,22 13 0 16,6 12 0-16,-6 22 0 16,-1 22 0-16,-10 7 0 15,-17 15 1-15,-8 12 0 0,-14 13 1 16,-17-3 0-16,-8 0 0 15,-17 3-1-15,-14-12 0 16,-8-10-8-16,-13-6 0 16,3-22-1-16,-7-13 0 15</inkml:trace>
  <inkml:trace contextRef="#ctx0" brushRef="#br0" timeOffset="25855.21">1715 5588 101 0,'-68'-38'50'0,"30"29"-55"16,34 18 62-16,-3 29-57 15,14 43 0-15,-17 45 0 16,10 62 0-16,0 88 0 16,10 81 0-16,-6 79 0 15,13 94 0-15,4 69 0 16,11 44 0-16,7 9 0 16,0-19 1-16,3-34 0 15,15-72 0-15,-19-69-1 16,5-88 1-16,-15-72-7 0,-10-66 1 15,-8-63-1-15,-10-65 0 16</inkml:trace>
  <inkml:trace contextRef="#ctx0" brushRef="#br0" timeOffset="27340.53">1774 5287 99 0,'-70'-44'49'0,"81"34"-53"0,3 10 58 0,21-12-54 15,35 5 0-15,19-2-1 16,20 3 1-16,32-1 0 16,18-5 0-16,35-4 0 15,14-3 0-15,50-2 0 16,10-14 0-16,42-6 0 16,46-6 1-16,11-6-1 15,21 6 1-15,32-6 0 16,39-4 0-16,21-9-1 15,35 0 1-15,17 4-1 0,26-10 1 16,13-1-1-16,8 8 0 16,17-11 0-16,4 1 0 15,-11-3 0-15,0 15 1 16,-7 16-1-16,-7 19 0 16,-7 15 0-16,4 13 1 15,-4 10-1-15,3-1 0 16,8-6 0-16,13-6 0 0,8-22 0 15,7-3 0-15,-11-4 0 16,-21 1 0-16,-25-4 0 16,-42 10 0-16,-28 3 0 15,-32 13 1-15,-49 0-1 16,-29 2 1-16,-31 10 0 16,-15 1 0-16,-31-4 0 15,-11-4 0-15,-31-2 0 16,-22 0 0-16,-21-3 0 15,-21 9 0-15,-35 0-1 16,-25 9 1-16,-18 10-1 16,-17 9 0-16,-18 25 0 15,-14 16 0-15,-10 19 1 16,-12 19 0-16,-6 40-1 16,-4 29 1-16,-7 37 0 15,-3 38 0-15,-7 31-1 16,-4 32 1-16,-4 5-1 15,-3 14 1-15,-3 15-1 0,-4-9 0 16,0 5 0-16,-4 5 0 16,-3 5 0-16,0 16 1 15,-4 9-1-15,1-9 1 16,2 7-1-16,1 2 1 16,4-12-1-16,6-16 1 15,-3-25-1-15,4-15 1 16,-4-23-1-16,0-9 1 0,-4-18-1 15,-3-10 1-15,-4-23-1 16,-7 8 1-16,-3-14 0 16,0-15 0-16,-7-9-1 15,-1-13 0-15,-13-13 0 16,-4-15 0-16,-7-19 0 16,-10-6 1-16,-8-16-2 15,-10-10 1-15,-18-12 0 16,-10-9 1-16,-22-13-1 15,-24-12 0-15,-25-13-1 16,-32 0 1-16,-35-6 0 16,-32-10 0-16,-42-6-1 15,-28 0 1-15,-39-9-1 16,-32-4 0-16,-21-2 0 16,-25-10 0-16,-21-6 0 15,-21-4 1-15,-21 4-1 16,-7-4 0-16,-15 1-1 0,-31 6 0 15,-11 0-1-15,-13 9 1 16,-12 3-1-16,15 7 0 16,-11 6 1-16,18-9 0 15,7 5 1-15,31-14 0 16,4 8 1-16,29-9 1 16,6-6 0-16,184 3 0 15,-216-6-1-15,47-7 1 16,52-2-1-16,15 8 1 15,13-5-1-15,50-13 0 0,-7 9-1 16,18 0 1-16,35 1-1 16,14-4 0-16,17 3 0 15,22-3 0-15,21 1 0 16,25 2 1-16,10-6-1 16,21 6 1-16,18-6 0 15,29 3 0-15,-1-2 0 16,18-5 0-16,10-8 0 15,25-4 1-15,7-9-1 16,18-3 1-16,0-6-1 16,14 15 1-16,-14-41 0 15,11-5 1-15,10-11-1 16,10-8 0-16,8-17-1 16,14-33 1-16,17-20-1 15,32-34 1-15,18-13-7 16,10-24 0-16,11-4 0 15,4-10 0-15</inkml:trace>
  <inkml:trace contextRef="#ctx0" brushRef="#br0" timeOffset="27898.95">2226 6663 63 0,'-21'0'31'0,"-21"-9"-8"16,31 9 11-16,4-3-30 0,-4 3 0 15,1 0 1-15,3 0 0 16,3 3-7-16,-3 3 1 16,7 10 6-16,7 21 1 15,-3 17-2-15,6 18 1 16,-3 25-2-16,-7 32 1 16,0 21-1-16,0 13 1 15,0 19-3-15,0-10 0 16,-10 1-2-16,13-7 0 15,-3-22-23-15,7-15 1 16,-7-32-1-16,-10-37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03:55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5768 2565 89 0,'-32'-76'44'16,"7"51"-36"-16,22 25 45 0,-4 3-53 16,0 13 1-16,-4 19-1 15,-3 18 1-15,-3 25-1 16,-1 45 0-16,-7 33 1 15,-3 48 0-15,0 31 1 16,-1 23 0-16,5-8 0 16,13-2 0-16,-6-28 0 15,6-20 0-15,4-30-1 16,7-13 1-16,0-32-1 16,0-28 0-16,0-25 0 15,7-15 1-15,11-23-1 16,-4-21 1-16,14-23 0 15,21-30 0-15,11-14-4 16,18-15 1-16,3-9-17 0,-7-7 1 16,11-9-1-16,-22-12 1 15</inkml:trace>
  <inkml:trace contextRef="#ctx0" brushRef="#br0" timeOffset="550.97">7482 2982 105 0,'-60'-157'52'0,"15"53"-68"0,30 79 85 0,-6-3-69 15,-14 12 0-15,0 13-1 16,-4 22 1-16,-21 34-1 15,-21 38 1-15,-4 25-1 16,4 29 1-16,10 2-1 16,15 0 1-16,10-12 0 15,18-6 0-15,14-38 0 16,17-19 0-16,22-47 0 16,-7-3 0-16,59-53 0 15,4-32 1-15,18-25 0 16,11-15 0-16,-1 5 0 15,0 14 0-15,-20 5-1 16,-15 10 1-16,-7 22-1 0,-18 28 1 16,-10 10-1-1,-14 18 1-15,-15 26-1 0,-10 37 0 16,-14 25 0-16,-18 19 1 16,-14 22-1-16,-10 13 0 15,-8 2 0-15,-3-2 0 16,4 3 0-16,14-23 0 15,-8-8 1-15,11-26 1 16,7-16 0-16,15-27 0 16,10-7 0-16,14-22 1 0,14-19-1 15,21-22 1-15,14-31-4 16,33-12 0-16,16-26-8 16,12-9 0-16,20-22-2 15,1-9 1-15</inkml:trace>
  <inkml:trace contextRef="#ctx0" brushRef="#br0" timeOffset="978.98">8287 2386 90 0,'-39'-66'45'0,"4"50"-36"0,31 13 48 16,1 3-56-16,3 13 0 15,7-7 0-15,7 4 0 16,7 2-2-16,14 10 1 15,15 6 0-15,27 16 1 16,4 0-1-16,8 19 1 16,9 9-1-16,5 22 1 15,2 9 1-15,-6 4 0 16,-32 3 0-16,-14 12 1 0,-25 4-1 16,-38-1 1-16,-33 7 0 15,-24 24 0-15,-21-8-2 16,-42-1 0-16,-1 4-5 15,4-4 0-15,-17-18-18 16,17-7 1-16,14-25-2 16,7-34 1-16</inkml:trace>
  <inkml:trace contextRef="#ctx0" brushRef="#br0" timeOffset="1294.75">10100 3436 106 0,'-11'-9'53'0,"-13"9"-75"0,24 0 96 16,0 0-74-16,10-6 0 15,11 6 0-15,25-7 0 16,18 1-1-16,10-6 1 16,18-1 0-16,24-6 0 15,4 4-1-15,0 5 1 0,3 1-7 16,1 9 0-16,-11 6-14 16,-14 4 1-16,-22-1-1 15,-17 10 0-15</inkml:trace>
  <inkml:trace contextRef="#ctx0" brushRef="#br0" timeOffset="1491.55">10072 4402 108 0,'21'-22'54'0,"159"-44"-77"16,-124 45 105-16,43-11-83 15,32 1 1-15,17-4-8 16,28-2 0-16,4-4-9 16,14-3 0-16,-3 6-4 15,-8-12 0-15</inkml:trace>
  <inkml:trace contextRef="#ctx0" brushRef="#br0" timeOffset="4657.35">14499 2213 86 0,'-17'-62'43'0,"13"21"-42"16,4 41 43-16,4 6-45 15,3 10 1-15,0 12-1 16,0 35 1-16,0 25 0 15,-4 12 1-15,-6 32-1 16,3 21 1-16,-7-2-1 0,0 12 1 16,0-3-3-16,-4-10 0 15,0-21-13-15,-3-4 1 16,-3-18-1-16,6-13 1 16</inkml:trace>
  <inkml:trace contextRef="#ctx0" brushRef="#br0" timeOffset="4928.47">13469 4311 96 0,'-78'-6'48'0,"96"-6"-66"0,17 12 86 0,18-7-67 15,32-2 0-15,42-10 0 16,21-6 0-16,21-3-2 16,22-4 1-16,-8-15 0 15,15 10 1-15,-18 2-1 16,-18 7 0-16,-21-3-3 16,-17 9 1-16,-22 3-12 15,-21 0 1-15,-17 10-1 16,-33 5 1-16</inkml:trace>
  <inkml:trace contextRef="#ctx0" brushRef="#br0" timeOffset="5712.6">13490 4663 74 0,'-63'-22'37'0,"52"31"-42"15,25-9 49-15,18 0-44 16,17 3 1-16,15-6 0 16,28-16 0-16,28 4-2 15,7-14 1-15,17-5 1 16,18-7 0-16,-3 0-1 16,-4-12 1-16,-10 9-1 15,-11 6 1-15,-17 4-1 16,-22 9 1-16,-18 9-7 15,-17 7 1-15,-17 15-1 16,-22 0 1-16</inkml:trace>
  <inkml:trace contextRef="#ctx0" brushRef="#br0" timeOffset="6082.65">13483 4882 78 0,'-56'-50'39'0,"31"28"-44"0,25 19 51 0,0 3-46 16,4 9 0-16,3 13 0 16,7 13 0-16,0 27 0 15,7 39 1-15,0 18 0 16,4 35 1-16,3 12 0 15,-3 9 0-15,-1 23 1 16,-6-23 0-16,-7-8 1 16,-4 5 0-16,-14-21-1 15,-7-10 1-15,-25-13-1 16,-11-8 0-16,-6-14-1 16,0-15 1-16,6-16-4 15,1-18 1-15,3-20-8 16,4-30 0-16,6-17-1 15,12-24 1-15</inkml:trace>
  <inkml:trace contextRef="#ctx0" brushRef="#br0" timeOffset="6659.95">14859 5268 97 0,'-32'-7'48'0,"4"51"-63"0,21-40 64 0,-11-1-52 16,-6-3 1-16,-15 0-1 16,-7 0 0-16,-3-16 4 15,-1-3 1-15,8-15-3 16,7-4 0-16,3 0 3 15,11 1 1-15,3 2 0 16,15 10 1-16,17-9-1 16,10 15 1-16,26 9-1 15,6 10 0-15,8 10-3 16,6 18 1-16,4 10-1 16,-3 15 0-16,-4 3-1 15,3 7 1-15,-24-3 0 16,-25 9 0-16,-13 9 0 15,-16 4 0-15,-13 2 0 16,-10-2 0-16,-19 3-2 16,-10-13 0-16,-14-3-2 15,-7 0 1-15,0-10-1 0,7-9 1 16,3-21-1-16,8-11 1 16,3-8 1-16,10-13 1 15,12-10 1-15,13 1 1 16,11-10 1-16,10 0 0 15,18 0 1-15,11 6 1 16,10 0 0-16,15 16 0 16,27 13-1-16,4 15 0 15,1 16-1-15,13 16 0 16,14 6-6-16,8-13 0 0,-5 0-1 16,-6-15 1-16</inkml:trace>
  <inkml:trace contextRef="#ctx0" brushRef="#br0" timeOffset="7097.19">17247 2609 96 0,'-67'-107'48'0,"0"44"-57"16,50 54 55-16,-8-1-47 15,-10 1 0-15,-15 9-1 0,-6 6 1 16,-11 13 1-16,3 9 0 16,4 16-1-16,-3 19 1 15,3 25 2-15,10 40 1 16,-2 26 0-16,13 47 1 15,-14 40-1-15,10 13 1 16,8 10-1-16,14-20 1 16,-4-24-3-16,8-20 1 15,3-33-2-15,10-26 1 16,4-35-1-16,11-15 1 16,-4-34-1-16,7-4 1 0,14-31-1 15,7-16 0-15,11-25-4 16,28-15 0-1,106-85-14 1,0-10 1-16</inkml:trace>
  <inkml:trace contextRef="#ctx0" brushRef="#br0" timeOffset="7349.81">18016 2819 88 0,'-35'-22'44'0,"7"53"-41"15,28-3 54-15,3 16-56 16,1 13 0-16,-1 21 1 0,4 38 1 16,1 10-4-16,-1 8 1 15,-7 17 2 1,7 12 0-16,-4-16-3 0,1-12 1 15,-4-9-9-15,0-10 1 16,3-19-1-16,1-22 0 16</inkml:trace>
  <inkml:trace contextRef="#ctx0" brushRef="#br0" timeOffset="7739.07">18824 3311 95 0,'-7'-63'47'0,"-10"38"-54"0,13 19 62 0,-3 3-56 16,0 12 1-16,-4 7-3 16,-3 6 1-16,-7 19 2 15,0 15 1-15,0 13-2 16,7 3 1-16,-4 13 0 15,14-1 1-15,11 14 0 16,8-4 0-16,13-6 0 16,11-19 1-16,17-16-2 15,11-9 1-15,4-22-1 16,3-16 1-16,-4-25-1 0,-3-25 1 16,-7-6-1-16,-10 0 1 15,-15-13-1-15,-21-3 1 16,-17 1-1-16,-19 2 1 15,-16-9-1-15,-22 6 0 16,-11 9-6-16,-7 10 1 16,4 16-1-16,-7 9 0 15</inkml:trace>
  <inkml:trace contextRef="#ctx0" brushRef="#br0" timeOffset="8096.07">19385 2652 83 0,'-42'-28'41'0,"3"9"-34"15,35 19 41-15,1 4-46 16,3 5 1-16,3 7 1 15,12 6 1-15,9 12-6 16,15 19 0-16,21 20 3 16,7 5 1-16,7 13-2 15,0 3 1-15,4 16-1 16,-4 12 0-16,-3-22-1 16,-1 7 0-16,-24 6 0 0,-18 9 0 15,-28-6 0-15,-18-6 1 16,-17-10-1-16,-14-6 0 15,-8-9-7-15,-6-16 0 16,-1-22 0-16,1-22 0 16</inkml:trace>
  <inkml:trace contextRef="#ctx0" brushRef="#br0" timeOffset="8339.71">20687 3690 104 0,'56'10'52'0,"-24"-10"-61"0,-11 6 70 0,22-6-61 16,17 3 0-16,31 0-1 16,5 7 1-16,6-16-1 15,4 2 0-15,0-5-2 16,6-7 0-16,-2-3-8 15,-11-18 1-15,-4 6 0 16,-14-13 0-16</inkml:trace>
  <inkml:trace contextRef="#ctx0" brushRef="#br0" timeOffset="8597.06">21276 3176 98 0,'-35'-16'49'0,"10"-12"-57"0,32 28 69 16,0 0-61-16,11 3 0 15,6 16 0-15,8 13 1 16,7 11-1-16,7 39 1 16,10 12-1-16,1 13 1 15,-1 31 0-15,8 12 0 16,-8-2-2-16,1 2 1 0,-8-9-12 15,4-15 1-15,-4-23-1 16,1-43 1-16</inkml:trace>
  <inkml:trace contextRef="#ctx0" brushRef="#br0" timeOffset="8864.29">22969 2872 104 0,'14'-66'52'0,"-14"35"-65"15,0 31 77-15,4 9-65 16,7 10 1-16,10 16-1 16,3 21 0-16,1 16 1 15,0 16 1-15,3 18-2 0,4 20 1 16,-4-10 0-16,-3 0 1 15,-4 3-2 1,-3-6 1-16,-8-13-9 0,-6-15 0 16,-1-25 0-16,1-20 0 15</inkml:trace>
  <inkml:trace contextRef="#ctx0" brushRef="#br0" timeOffset="9100.37">23844 2866 100 0,'0'-63'50'15,"11"57"-60"-15,-4 12 68 0,0 3-59 16,0 26 1-16,4 9 0 16,-1 22 0-16,4 21 0 15,0 23 1-15,11 16-1 16,-7-10 1-16,-4-3-2 15,0 3 1-15,0-19-10 16,4-16 1-16,-8-9-1 16,-3-25 0-16</inkml:trace>
  <inkml:trace contextRef="#ctx0" brushRef="#br0" timeOffset="9492.79">24176 2618 96 0,'-25'-25'48'0,"22"37"-57"0,3-12 67 0,3 10-58 15,15-1 0-15,3 1 0 16,7 5 0-16,15 4 0 16,13 9 0-16,15-3 0 15,17 7 0-15,3 18 0 16,8 13 1-16,7 9-1 16,-7 16 1-16,-14-7-1 15,-18 20 1-15,-22 2 0 16,-16-12 0-16,-26 0-1 15,-21-3 1-15,-17-10-2 16,-11-12 1-16,-10-6-9 16,-1-7 0-16,1-22-1 15,0-18 1-15</inkml:trace>
  <inkml:trace contextRef="#ctx0" brushRef="#br0" timeOffset="9937.02">25153 2367 94 0,'-35'-78'47'0,"35"56"-54"0,7 12 62 0,3 4-56 16,8 0 1-16,14-4 0 16,7 7 1-16,10-3 0 15,11 12 0-15,11 19 0 16,10 22 0-16,3 22 1 16,1 13 1-16,0 25-1 15,-4 40 0-15,-4 13-1 16,1 34 0-16,-22-6 0 15,-10 10 1-15,-24-10-1 16,-22-25 0-16,-25-19 1 16,-25-18 0-16,-24-1 0 15,-7-37 1-15,-14-13-5 16,0-15 0-16,-1-22-18 16,15-13 0-16,14-25-1 15,32-19 0-15</inkml:trace>
  <inkml:trace contextRef="#ctx0" brushRef="#br0" timeOffset="10590.71">28342 6673 121 0,'-74'87'60'0,"-116"29"-100"0,108-87 113 0,-62 5-76 15,-57 7 1-15,-67 3-3 16,-57 3 0-16,-52-3 7 15,-50 6 0-15,-32-6-2 16,-35 12 0-16,-17-6 3 16,-22-3 0-16,-14 10 2 15,-10-7 1-15,-15-6-1 16,-20-3 0-16,-19-7-2 16,-17-2 1-16,0-1-3 15,-21-9 1-15,-3-6-2 16,-8-4 0-16,-7-6 0 15,4-6 0-15,10 0 0 16,1 10 0-16,3 2 0 0,7 4 0 16,14 0-1-16,7 3 1 15,14 9 0-15,-3-3 0 16,13 0 0-16,-6-3 0 16,18 6-2-16,-8-3 1 15,28-3-1-15,19 3 0 16,27 3 1-16,15 4 0 15,20-10-1-15,12 6 1 0,38-3 0 16,17 10 1 0,1-4 0-16,25 7 1 0,24-7-2 15,10-6 1-15,36 0 0 16,21-9 0-16,32-1 0 16,32 1 0-16,24-6 1 15,11 2 1-15,35 1-3 16,25-1 0-16,11 4-18 15,13 0 1-15</inkml:trace>
  <inkml:trace contextRef="#ctx0" brushRef="#br0" timeOffset="15187.49">18232 5011 72 0,'-32'-13'36'0,"28"7"-26"0,8 6 36 0,10-3-46 16,14 0 1-16,18-4 0 16,25 4 1-16,17-13-3 15,7 1 1-15,21-7 1 16,4 0 1-16,-3-6-1 16,6-1 0-16,-10 1-1 15,-7 6 1-15,-14 3 0 16,-22 4 0-16,-13 2-1 15,-22 4 0-15,-28 9 0 16,-25 0 1-16,-20 6-1 16,-19 3 0-16,-20 7 0 15,-22 0 0-15,-11-4 0 16,-10 10 1-16,-17 7 0 16,-1 2 1-16,8 3-1 15,13 7 1-15,4-9 0 16,18 5 0-16,14-9 0 0,21 4 0 15,28-13-1-15,25-10 0 16,21-18 0-16,25-13 0 16,35-10 0-16,25 1 1 15,17-16-1-15,15 6 0 16,10 3-1-16,-7-2 1 16,-10-7-1-16,-11 9 1 15,-11-3-1-15,-3 13 0 16,-25 3 0-16,-14 16 0 0,-25-1 0 15,-17 16 0-15,-33-2 0 16,-13 17 0-16,-14 8 0 16,-18-4 0-16,-28 6 0 15,-11 4 0-15,0-1 0 16,-3 1 0-16,7-7-1 16,10-9 0-16,14-1-9 15,22-2 0-15,35-13 0 16,28-6 0-16</inkml:trace>
  <inkml:trace contextRef="#ctx0" brushRef="#br0" timeOffset="16066.18">23640 4512 98 0,'-78'-38'49'0,"18"20"-60"0,53 14 68 0,0 4-59 16,7 4 1-16,11 2-2 16,17-3 1-16,11-3 3 15,24-3 0-15,22-3-1 16,17 2 0-16,7-5 1 15,15-4 0-15,-1 1 0 16,-10-1 1-16,-7 1-1 16,-11-1 0-16,-21 1-1 15,-21 9 0-15,-17-10 0 16,-26 7 0-16,-20 0 0 16,-29 6 0-16,-25 3 0 15,-17 6 0-15,-25 7-1 16,-17-1 1-16,-8 7 0 15,4 3 1-15,-3 1-1 0,13 8 0 16,19-15 0-16,20 6 0 16,22-16 0-16,24 1 1 15,21-10 0-15,29-10 0 16,28-5-1-16,21-7 1 16,24 0 0-16,15-6 0 15,14-1-1-15,7 4 0 16,0 0 0-16,-7 6 1 15,-14-3-1-15,-11 7 0 16,-24 5-1-16,-18 1 1 0,-18 3 0 16,-24 6 0-16,-18 6-1 15,-32-3 1-15,-21 13 0 16,-21 3 0-16,-22-1 0 16,-17 4 0-16,-7 7 0 15,11 5 0-15,3-3 0 16,18 4 0-16,17-16 0 15,25 0 0-15,18-7 0 16,21 1 1-16,24-13-1 16,19-13 1-16,24-3 0 15,28-12 0-15,10 3-1 16,15 0 1-16,4-3-5 16,3 0 1-16,-8 9-1 15,-6-3 0-15</inkml:trace>
  <inkml:trace contextRef="#ctx0" brushRef="#br0" timeOffset="23478">28624 1279 103 0,'-31'-53'51'0,"45"115"-49"16,-7-21 52-16,3 12-54 0,1 29 1 16,7 56 0-16,-4 9 1 15,3 42-3-15,1 5 0 16,3-31-3-16,4-3 1 15,0-28-13-15,-1-13 1 16,-3-31-1-16,-3-35 1 16</inkml:trace>
  <inkml:trace contextRef="#ctx0" brushRef="#br0" timeOffset="23638.8">28787 2301 100 0,'98'-66'50'0,"135"35"-63"0,-162 22 81 0,35-7-74 16,21-3 0-16,7 0-17 15,7 4 1-15,-7-14 24 16,-7-21 1-16</inkml:trace>
  <inkml:trace contextRef="#ctx0" brushRef="#br0" timeOffset="23844.28">29623 1536 84 0,'-46'-6'42'0,"32"15"-43"16,14 4 55-16,3 6-50 0,4 25 1 16,11 28 1-16,14 25 0 15,0 3-8-15,-1 32 0 16,1 3 1-16,-4-7 1 15,0-12-10-15,1-12 1 16,-5-16-2-16,-6-23 1 16</inkml:trace>
  <inkml:trace contextRef="#ctx0" brushRef="#br0" timeOffset="24187.74">30332 1323 106 0,'-25'-66'53'0,"36"-47"-64"16,-4 104 82-16,7-1-72 15,14 13 1-15,7 29-1 16,15 40 1-16,13 0 0 15,4 19 0-15,0 31 0 16,-3 13 0-16,-4-3 0 16,-14-7 0-16,-15 4 0 15,-13-7 0-15,-11-15 0 16,-14-7 1-16,-18-9-2 0,-20-3 0 16,-19 9-12-16,-28 0 1 15,-21 4-1-15,-38-23 1 16</inkml:trace>
  <inkml:trace contextRef="#ctx0" brushRef="#br0" timeOffset="25271.22">4752 11166 94 0,'-116'-22'47'0,"52"57"-47"15,50-13 48-15,3 18-48 16,8 29 1-16,-8 35 1 15,4 43 0-15,4 45-1 16,-4 43 0-16,7 34 2 16,0 29 0-16,17-3-1 15,-3-13 0-15,11-28-10 16,17-40 0-16,1-48-2 16,-8-50 0-16</inkml:trace>
  <inkml:trace contextRef="#ctx0" brushRef="#br0" timeOffset="25810.99">6823 11298 100 0,'-14'-100'50'0,"-39"12"-59"0,42 63 68 0,-10 0-59 16,-7 6 0-16,-4 0 0 15,-3 13 0-15,-15 21-1 16,-13 7 1-16,-8 13 0 16,11 18 0-16,11 4-1 15,10-7 0-15,7-6 0 16,8-7 1-16,10-12-1 15,14-12 0-15,3-13 1 16,25-16 0-16,11-12 0 16,10-3 0-16,11 9 0 15,-10 6 1-15,-8 16 0 16,4 25 0-16,0 19 0 16,-7 28 0-16,-4 22 0 15,-14 28 0-15,-10 16-1 16,-11 7 1-16,-7 8-1 0,-4-12 1 15,-3-6-1-15,-7-12 1 16,3-11-1-16,-3-11 1 16,-4-23-1-16,11-15 1 15,7-16 0-15,14-22 0 16,4-28-1-16,21-28 0 16,28-32-4-16,31-22 1 15,8-21-15-15,17-7 1 16,4 6-1-16,-17 10 0 15</inkml:trace>
  <inkml:trace contextRef="#ctx0" brushRef="#br0" timeOffset="26162.64">7588 10846 100 0,'-77'-53'50'0,"59"34"-67"15,25 16 86-15,7-3-69 16,11 12 0-16,17 3 0 16,18 13 0-16,28 16 0 15,18 12 0-15,0 22 0 0,7 38 1 16,-4 16 0-1,1 27 1-15,-15 13 0 0,-28 10 0 16,-25 9 0-16,-38 0 0 16,-18-9-1-16,-29-13 1 15,-6-13-6-15,-8-18 1 16,-13-32-15-16,-15-15 0 16,11-29-1-16,4-21 1 15</inkml:trace>
  <inkml:trace contextRef="#ctx0" brushRef="#br0" timeOffset="26412.2">9465 11370 105 0,'-3'9'52'0,"151"35"-68"16,-92-31 91-16,11-4-76 16,25-2 1-16,24-4-7 15,4-3 1-15,-3-7-3 16,-29 4 1-16,28-3-16 16,-17 9 1-16,-28 7-1 15,-33 8 1-15</inkml:trace>
  <inkml:trace contextRef="#ctx0" brushRef="#br0" timeOffset="26628.46">9423 12330 106 0,'7'-13'53'0,"144"-25"-82"0,-87 26 111 15,14-10-83-15,38-6 1 0,22-7-2 16,10 1 0 0,21-4-4-16,0-3 1 0,-10-9-2 15,0 6 0-15</inkml:trace>
  <inkml:trace contextRef="#ctx0" brushRef="#br0" timeOffset="27313.73">14679 10498 103 0,'-10'-56'51'0,"20"81"-59"0,-6-9 65 0,-4 12-57 15,0 31 0-15,-11 26 0 16,-17 25 1-16,-15 34-1 16,-13 25 1-16,-7 7 0 15,-12 12 0-15,-16-6 0 16,-15-19 1-16,-3 0-1 15,-1-25 0-15,-17-31-2 16,0-19 0-16,7-29-2 16,11-21 1-16,0-26-1 15,20-31 0-15,8-15 1 16,32-22 0-16,17-20 1 16,21-12 0-16,19-12 1 15,16-10 0-15,19 13 1 16,20 3 0-16,18 9 1 15,14 10 0-15,4 9 0 0,11 32 1 16,10 28 0-16,-1 28 1 16,-6 25 1-16,0 37 0 15,-3 29-1-15,-1 13 0 16,-3 21-3-16,-11-9 0 16,-14-6-5-16,-7-16 0 15,-7-25-20-15,-3-16 0 16,-18-28 0-16,-15-31 0 15</inkml:trace>
  <inkml:trace contextRef="#ctx0" brushRef="#br0" timeOffset="27579.95">15483 10301 108 0,'-28'9'54'0,"35"91"-76"16,-3-56 100-16,3 41-78 16,7 22 1-16,4 37 0 15,6 28 1-15,-3 26-2 16,4 18 0-16,-4 4-2 16,8 6 0-16,2-32-6 15,1-34 0-15,-7-32-18 16,-4-33 1-16,-3-39-1 15,-4-34 1-15</inkml:trace>
  <inkml:trace contextRef="#ctx0" brushRef="#br0" timeOffset="27897.37">16408 10802 114 0,'-60'0'57'0,"-4"69"-87"0,43-43 117 16,-4 17-88-16,1 23 0 0,3 28 0 15,6 10 0-15,12 6 1 16,17 15 1-16,14-3-2 16,15-12 1-16,9-19 0 15,5-16 0-15,6-25 1 16,1-12 1-16,14-29 0 15,-8-24 0-15,-3-26 0 16,-14-9 1-16,-7-16-1 16,-18-9 0-16,-21-16-4 15,-21-13 1-15,-21-2-7 16,-18 2 1-16,-14 16-2 16,-4 10 1-16</inkml:trace>
  <inkml:trace contextRef="#ctx0" brushRef="#br0" timeOffset="28196.78">16849 10163 120 0,'-81'-41'60'0,"73"50"-71"0,19-2 79 15,14 8-70-15,10 10 0 16,18 13-1-16,10 6 0 0,12 19 4 16,-1 24 1-16,3 29-2 15,-10 16 0-15,-17 34 1 16,-22 16 1-16,-25 16 0 16,-20 9 0-16,-19-13-2 15,-9-6 1-15,-1-15-10 16,0-29 1-16,11-34-2 15,6-44 1-15</inkml:trace>
  <inkml:trace contextRef="#ctx0" brushRef="#br0" timeOffset="28425.08">18200 11248 126 0,'-21'-10'63'0,"49"29"-77"15,0-16 88-15,21 4-78 0,29-4 1 16,24-6-9-16,15-13 1 16,17-3 0-16,0-12 1 15,0-16-8-15,-18-4 0 16</inkml:trace>
  <inkml:trace contextRef="#ctx0" brushRef="#br0" timeOffset="28664.08">18471 10699 112 0,'-35'25'56'0,"0"-3"-67"16,35-9 89-16,3 12-77 15,12 12 0-15,16 23 0 16,12 21 0-16,10 35-2 16,3 13 0-16,15 9-4 15,6 12 0-15,15-2-9 16,-4-13 0-16,0-16-13 16,-3-19 1-16,0-34-1 15,-1-35 1-15</inkml:trace>
  <inkml:trace contextRef="#ctx0" brushRef="#br0" timeOffset="28890.65">20468 11013 55 0,'99'-85'27'0,"-43"41"-2"0,-41 44 46 16,-1 0-63-16,0 6 1 16,0 7 2-16,-4 18 1 15,1 13-16-15,3 28 1 16,0 25 10-16,4 19 0 15,7 32-5-15,-4 18 0 16,3 32-3-16,-2 2 0 16,-1-8-6-16,-7-11 0 15,0-18-11-15,-3-28 0 16,-11-34 1-16,-7-32 0 16</inkml:trace>
  <inkml:trace contextRef="#ctx0" brushRef="#br0" timeOffset="29398.96">20669 10439 120 0,'-70'-54'60'0,"49"20"-83"16,21 21 106-16,7-2-84 15,10-4 1-15,15-3-1 16,14-3 0-16,7-7 1 16,3 1 1-16,15 3-2 15,3 6 1-15,7 0 0 0,-3 13 0 16,-8 5-1-16,-3 8 1 16,-7 11-1-16,-7-8 0 15,-7 8 1-15,-14 4 0 16,-8 9 0-16,-20 10 1 15,-25 6-1-15,-15 9 0 16,-16 10 1-16,-8 9 0 16,-4 3-1-16,11-6 0 15,14-6 0-15,15 0 0 0,17-7-1 16,21 0 1-16,21 1 0 16,21-1 0-16,1-5 0 15,-1 5 0-15,1-3 0 16,-15-3 0-16,-7 1 0 15,-21-4 0-15,-17-10-1 16,-25 1 1-16,-18-10-5 16,-14-9 0-1,-21-28-14 1,24-29 0-16</inkml:trace>
  <inkml:trace contextRef="#ctx0" brushRef="#br0" timeOffset="29625.1">22116 9843 108 0,'-22'-38'54'0,"19"41"-62"16,6 1 71-16,8 14-63 0,3 14 0 15,4 18 1-15,3 38 0 16,-3 21-1-16,-1 36 1 15,-6 18 0-15,-4 15 1 16,0 4-2-16,0-12 0 16,0-23-8-16,4-28 0 15,3-25 0-15,7-25 0 16</inkml:trace>
  <inkml:trace contextRef="#ctx0" brushRef="#br0" timeOffset="29892.59">22955 10194 109 0,'7'-25'54'0,"-42"-41"-59"0,28 57 69 0,3 2-65 16,1 7 1-16,3 10-1 15,7 15 1-15,4 25 0 16,-1 16 1-16,1 28-1 15,-1 32 0-15,-3 8 0 16,0 11 0-16,0-4-3 16,-3-10 1-16,0-21-13 15,3-22 1-15,3-22-1 16,4-25 1-16</inkml:trace>
  <inkml:trace contextRef="#ctx0" brushRef="#br0" timeOffset="30217.53">23273 9790 118 0,'-25'0'59'0,"-42"-32"-78"0,56 29 97 0,8-3-81 16,3 6 1-16,14 0-2 15,14 6 0-15,15 3 5 16,13 7 0-16,11 16-4 16,0 15 1-16,4 25 2 15,-4 22 0-15,-4 16 2 16,-13 12 0-16,-15 13 0 16,-18-1 1-16,-17-5-1 15,-14-10 1-15,-14-12-7 16,-11-10 1-16,-7-19-16 15,-6-24 0-15,6-17-1 16,3-33 1-16</inkml:trace>
  <inkml:trace contextRef="#ctx0" brushRef="#br0" timeOffset="30585.29">24225 9260 110 0,'-39'-25'55'0,"8"28"-77"0,31-3 92 0,14 3-72 16,3 6 0-16,8 1-1 15,10-1 0-15,11 7 4 16,11 6 0-16,-1 12-1 16,11 16 0-16,4 26 2 15,-1 24 1-15,-3 22 0 16,-7 41 1-16,-17 16 0 16,-19 28 1-16,-24 3-2 15,-17-3 1-15,-19-9-3 16,-16-29 1-16,-12-22-7 15,-14-18 0-15,1-22-1 16,-4-26 1-16</inkml:trace>
  <inkml:trace contextRef="#ctx0" brushRef="#br0" timeOffset="31782.75">12682 10219 106 0,'-120'22'53'0,"-56"110"-51"16,123-60 53-16,-14 57-55 15,-7 62 0-15,7 47 0 16,18 51 1-16,27 37-2 16,37-19 1-16,34-25-1 15,50-34 1-15,21-50-8 16,31-51 0-16,15-47 0 16,11-40 1-16</inkml:trace>
  <inkml:trace contextRef="#ctx0" brushRef="#br0" timeOffset="33422.3">3242 15164 108 0,'-99'38'54'0,"89"-4"-56"16,20-30 55-16,15-1-54 0,-11 0 0 16,64-9-2-16,31-4 1 15,29-18 2-15,45-7 0 16,25-5-2-16,39-7 1 15,32 0 0-15,28 0 0 0,53-7 0 16,21-2 1-16,35-1 0 16,32 7 1-16,21-9-1 15,32-1 0-15,28-9 0 16,46 13 1-16,14-10-1 16,18 3 0-1,645-109 1 1,-264 24 0-16,-127 26-1 15,-46 9 1-15,-49 3 0 16,-8 1 0-16,-3 8 0 16,-4 10 0-16,-17 10-1 15,10 12 0-15,-34 3 0 16,-8 0 0-16,-18-9 0 16,-264 31 1-16,310-31-1 15,-56 6 0-15,-78 12 0 16,-46 10 1-16,-49 10 1 0,-46 2 0 15,-38 1 0 1,-47-1 0-16,-35 7-1 0,-38-7 1 16,-43-5 1-16,-29-11 0 15,-34-2-2-15,-29-7 1 16,-28-12-1-16,-14-12 1 16,-25-26-1-16,-21-12 0 15,-14-23-1-15,-14-27 0 16,-7-16 0-16,-11-32 1 15,-3-6-1-15,-4-21 0 0,4 2 0 16,-15-3 1 0,1 4-1-16,-7 2 1 0,-4 1-1 15,0 18 1-15,-7 4-1 16,-4 15 0-16,-14 25 0 16,-3 10 1-16,-11 25-1 15,-7 3 0-15,-14 25-1 16,-17 21 1-16,-18 14 0 15,-22 12 0-15,-28 16-2 16,-20 9 0-16,-29 12 0 16,-32 4 0-16,-25 12 0 15,-27 13 0-15,-26 3 0 16,-27 10 0-16,-36 9 1 16,-32 12 0-16,-35 16 1 15,-35 9 0-15,-35 7 0 16,-29 6 0-16,-25 0 0 15,-24-3 1-15,-14 6-1 16,-11 13 1-16,-3-10-1 0,-11-3 1 16,-3-6-2-16,-4-10 1 15,0-5 0-15,-7 2 0 16,14-3 0-16,-7 3 0 16,11 7-1-16,-18 12 1 15,17 0 0-15,8 3 0 16,14-2-1-16,10 2 1 15,29-16-1-15,24-12 1 16,29-9-1-16,24-10 1 0,21-9-1 16,22-6 1-16,21-1 0 15,17 4 0-15,4 3 0 16,21 6 0-16,14 6 0 16,21 0 0-16,25 4 0 15,32-10 0-15,14 0 0 16,39-6 0-16,31-3-1 15,29-4 1-15,17 4 0 16,15 0 0-16,27 5 0 16,19 14 1-16,6 25-1 15,11 31 0-15,7 25 0 16,3 53 0-16,-10 32 0 16,11 43 1-16,-4 23-1 15,7 21 0-15,7 7 0 16,14-10 0-16,11-6 0 15,14-18 1-15,17-14-1 16,29-24 1-16,17-22-1 0,18-29 1 16,21-21 0-16,32-10 0 15,11-22-1-15,17-3 1 16,32-16-4-16,21-18 1 16,35-26-18-16,33-49 1 15,20-48-1-15,11-44 0 16</inkml:trace>
  <inkml:trace contextRef="#ctx0" brushRef="#br0" timeOffset="33992.62">7789 15324 120 0,'-148'13'60'0,"67"15"-61"0,67-15 61 16,3 12-61-16,4 22 0 16,25 37-2-16,17 32 0 15,15 47 3-15,17 41 0 16,28 31-2-16,0 16 1 15,0-9-1-15,-17-32 0 16,-11-25 2-16,-7-38 0 16,-14-37 0-16,3-32 0 0,4-34 0 15,4-37 1-15,3-42 1 16,3-43 0-16,1-38 0 16,3-44 0-16,7-32 0 15,14-14 0-15,28-5-1 16,-17 1 0-16,3 13-1 15,8 9 0-15,3 12-4 16,0 22 1-16,-18 23-10 16,-14 30 1-16,-21 26-1 15,-32 37 1-15</inkml:trace>
  <inkml:trace contextRef="#ctx0" brushRef="#br0" timeOffset="34204.68">7532 16732 107 0,'-18'-6'53'0,"128"-79"-64"0,-65 57 72 16,47-19-61-16,35-25 1 15,64-22-5-15,27-22 1 16,47-3-8-16,7-13 1 15,17 13-3-15,11 12 1 16</inkml:trace>
  <inkml:trace contextRef="#ctx0" brushRef="#br0" timeOffset="34699.94">13388 15252 119 0,'35'16'59'0,"-77"34"-83"16,35-25 96-16,-7 28-74 15,-7 32 0-15,-8 28-3 16,-9 22 0-16,-15 18 4 15,-25 1 1-15,-14 3-4 16,-3-19 0-16,-18-10 1 16,-7-27 0-16,-3-23 1 15,6-21 1-15,1-29 1 0,14-22 0 16,6-18 0-16,15-14 0 16,18-17-1-16,13-11 1 15,22-8-1-15,25-17 1 16,13-12 0-16,15 0 0 15,10 3 0-15,7 13 1 16,8 16 1-16,10 21 0 16,14 22 1-16,3 35 1 15,8 34 0-15,17 32 1 0,11 15-2 16,7 26 1-16,0 9-2 16,4-4 1-16,-4-5-5 15,0-16 1-15,-11-19-9 16,-3-22 1-16,-7-32-1 15,-4-24 0-15</inkml:trace>
  <inkml:trace contextRef="#ctx0" brushRef="#br0" timeOffset="35101.44">14178 14525 114 0,'7'-25'57'0,"-21"-13"-69"16,14 29 81-16,7-4-69 0,7 7 0 16,11-4-1-16,3 7 1 15,4 0 0-15,3 9 0 16,4 13-1-16,-7 19 1 15,-8 18-1-15,-16 16 1 16,-19 13-1-16,-10 18 1 16,-11 7-1-16,-3-6 1 15,-1-17 0-15,5-11 0 0,13-14 0 16,15-11 0 0,17-20 0-16,17-15 0 0,26-10-1 15,31-9 0-15,14-10-7 16,4-6 0-16,4 7 0 15,-8 6 0-15</inkml:trace>
  <inkml:trace contextRef="#ctx0" brushRef="#br0" timeOffset="35299.92">14295 16616 118 0,'0'19'59'0,"116"-53"-71"15,-53 21 82-15,33-9-75 16,31-12 0-16,28-10-18 0,18-13 1 16,3-6 24-16,-10 1 1 15</inkml:trace>
  <inkml:trace contextRef="#ctx0" brushRef="#br0" timeOffset="35543.16">14848 15936 113 0,'-74'37'56'0,"36"-15"-61"0,38-19 78 0,3 4-73 15,11 12 1 1,43 46-1 0,6 20 0-16,11 19-3 15,-3 21 1-15,-4 7-8 16,0-1 0-16,-7-5-1 16,-7-16 1-16</inkml:trace>
  <inkml:trace contextRef="#ctx0" brushRef="#br0" timeOffset="35797.15">16746 16039 121 0,'-7'63'60'0,"-10"40"-72"0,17-59 86 15,-4 32-74-15,8 36 0 16,3 23-1-16,10 35 0 16,15 15-4-16,3 0 1 15,-3 0-10-15,3-25 1 16,-3-22-15-16,0-26 0 0,-11-24 0 16,-7-28 1-16</inkml:trace>
  <inkml:trace contextRef="#ctx0" brushRef="#br0" timeOffset="36313.51">16887 16005 109 0,'-102'12'54'0,"32"-37"-82"15,55 19 115-15,1-3-87 16,7-4 1-16,7-3-1 16,11-9 0-16,14-16-1 15,13-2 1-15,8-1 0 16,7-3 0-16,4 6 0 16,10 6 0-16,-4 10 0 0,4 10 0 15,-3 5 0-15,-8 7 0 16,-3 6 0-16,-7 3 1 15,-7 4-1-15,-11 6 0 16,-10 5-1-16,-8 11 1 16,-13 5-1-16,-11 4 1 15,-11 9-1-15,-3 1 1 16,-1-4-1-16,5 0 0 16,6-7-1-16,7-5 1 0,11 3-1 15,11-10 1-15,14 0 0 16,7 6 0-16,3-5 0 15,-3 2 1-15,3 4 0 16,-11 5 0-16,-9 1 1 16,-15 3 0-16,-15 3-1 15,-20-3 1-15,-7-3-2 16,-11-10 0-16,0-9-9 16,-3-13 1-16,6-9-1 15,8-12 0-15</inkml:trace>
  <inkml:trace contextRef="#ctx0" brushRef="#br0" timeOffset="36688.37">17702 14415 110 0,'-24'0'55'0,"31"-6"-71"0,10 2 80 16,15 8-65-16,14 2 1 16,10 6-2-16,1 7 0 0,-4 9 1 15,-11 16 1-15,-14 7-2 16,-14 11 1-16,-17 1 0 15,-11 3 1-15,-14 3 0 16,-1 3 1-16,-2-6 0 16,9-3 0-16,12-10-1 15,13-3 0-15,15-9-5 16,17-7 1-16,11-12-16 16,11-12 0-16,3-10 0 15,0-4 0-15</inkml:trace>
  <inkml:trace contextRef="#ctx0" brushRef="#br0" timeOffset="36920.87">18366 16008 108 0,'35'19'54'0,"32"-44"-81"0,-35 9 102 16,21-6-77-16,17-9 1 15,25-10-11-15,8-3 1 16,-1 0 3-16,0 0 0 16,-10 10-13-16,-11 9 1 15,-14 6 0-15,-17 9 1 0</inkml:trace>
  <inkml:trace contextRef="#ctx0" brushRef="#br0" timeOffset="37141.23">18284 16519 99 0,'29'6'49'0,"129"-56"-76"15,-98 25 101-15,39-22-81 16,32-16 1-16,17-9-30 16,25-9 0-16,-18 12 39 15,-10-10 1-15</inkml:trace>
  <inkml:trace contextRef="#ctx0" brushRef="#br0" timeOffset="38710.01">20870 15450 94 0,'32'6'47'0,"-14"-6"-65"16,-11-6 84-16,7-4-69 15,4-9 1-15,3-12-1 16,3-16 0-16,1-16 4 15,0-12 1-15,-4-16-2 16,0-6 1-16,-3-13 1 16,-4-6 1-16,-4 6 1 15,-6 7 0-15,0 12-1 16,-1 6 1-16,-3 13-2 16,0 6 1-16,-3 13-2 15,-1 9 1-15,4 10-1 16,0 5 1-16,0 14-2 15,0 15 1-15,7 22-1 16,4 25 1-16,3 31-1 0,10 44 1 16,-2 26-1-16,2 34 0 15,1-4 0-15,-4 11 0 16,4 8 0-16,-8-21 1 16,-2-4-1-16,-1-15 0 15,-4-13 0-15,-3-18 1 16,-3-23-1-16,-1-18 0 15,-3-19 0-15,0-13 0 0,-3-9 0 16,-1-10 0-16,-3-9 0 16,-7-3 0-16,-7-12-1 15,-14-4 1 1,-32-3-1 0,3-3 1-16,8 3 0 15,3 1 0-15,7 2 1 16,11-6 0-16,10 3 0 15,14 0 0-15,11-3 0 16,11-3 1-16,14 3-1 16,17-6 0-16,14-7 0 15,15-6 0-15,3 0-1 16,7-6 0-16,4 7 0 16,0-4 0-16,-15 6-1 15,-10 7 0-15,-10 2-4 16,-15 4 0-16,-11-3-16 15,-16 0 0-15,-23-13 0 16,-13-3 0-16</inkml:trace>
  <inkml:trace contextRef="#ctx0" brushRef="#br0" timeOffset="39338.76">12665 18284 99 0,'-25'29'49'0,"71"-17"-69"0,-11-9 85 16,29 1-64-16,34-1 0 16,58-6 1-16,31-1 1 15,67-2-4-15,60 0 1 16,53 0 1-16,59-4 1 15,65-15 0-15,34-16 0 16,19-25-1-16,27-28 0 16,1-19 0-16,-1-6 0 0,-13 10 0 15,-22 2 1-15,-46 16-1 16,-45 22 0-16,-40 19 1 16,-66 15 0-16,-57 13-1 15,-49 10 1-15,-53 2-1 16,-35 1 0-16,-40 3-5 15,-23-4 1-15,-26-27-1 16,-17-23 0-16</inkml:trace>
  <inkml:trace contextRef="#ctx0" brushRef="#br0" timeOffset="50681.55">13194 9990 80 0,'-35'-25'40'0,"13"3"-39"0,22 16 41 0,0 9-43 16,0 7 1-16,4 8 0 15,3 11 0-15,-3 24 1 16,3 10 0-16,0 9 1 16,0 9 0-16,0-2 2 15,3 12 0-15,4-16 0 16,4-3 1-16,7-19-1 15,14-25 1-15,21-28-2 16,31-31 1-16,22-32-2 0,46-40 0 16,17-26 0-16,32 4 0 15,-21-1-2-15,-10 7 1 16,-15 19-3-16,-3 18 1 16,-11 23-23-16,-14 15 1 15,-14 16-1-15,-32-22 0 16</inkml:trace>
  <inkml:trace contextRef="#ctx0" brushRef="#br0" timeOffset="51316.61">20592 9128 79 0,'-18'-6'39'0,"0"-38"-29"0,18 37 40 0,0-2-46 16,4 9 1-16,3 3 0 16,4 19 1-16,-4 13-8 15,-4 18 0-15,-3 13 5 16,0 15 0-16,-3 4-2 15,-1-3 0-15,1-17 0 16,6-11 1-16,8-23 1 16,27-25 0-16,29-43 1 15,43-26 1-15,45-25-1 16,29-28 0-16,17-6-1 16,10 15 0-16,1 13-6 15,-22 22 1-15,-24 9-3 16,-25 19 1-16</inkml:trace>
  <inkml:trace contextRef="#ctx0" brushRef="#br0" timeOffset="56296.21">30956 8802 100 0,'-134'-116'50'0,"-42"97"-50"16,119 25 51-16,-17 10-52 16,-21 12 1-16,-14 10 0 15,-15 31 0-15,-3 28 0 16,-24 32 0-16,-19 56-1 16,-10 59 1-16,-31 67-1 15,6 81 0-15,11 47 0 16,39 31 1-16,38-9-1 15,64-6 1-15,36-23 0 16,38-46 1-16,39-44-1 0,35-47 1 16,15-48-1-1,38-46 1-15,21-35-2 0,43-34 1 16,21-44 0-16,35-44 0 16,21-54 0-16,14-49 0 15,1-54 0-15,-8-28 1 16,-24-41 1-16,-18-16 0 15,-29-24 2-15,-6-17 0 16,-18-21-1-16,-14-10 1 0,-28-3-1 16,-14-6 0-16,-25 7-2 15,-25 2 1-15,-35 6-2 16,-39 10 1-16,-39-6-1 16,-28 9 0-16,-45-3 0 15,-26 16 0-15,-24 19 0 16,-25 12 0-16,-6 28 1 15,-8 25 1-15,-7 29-2 16,3 34 0-16,-10 22-4 16,11 31 1-16,10 16-19 15,11 22 1-15,17 16-2 16,25 9 1-16</inkml:trace>
  <inkml:trace contextRef="#ctx0" brushRef="#br0" timeOffset="57768.82">32452 11398 79 0,'21'-44'39'0,"11"13"-55"0,-25 22 61 0,-3-4-46 15,-8 0 1-15,-7 1 1 16,-17-4 1-16,-32-6 0 15,-17-6 1-15,-19-3 3 16,-13-1 0-16,-22-2 1 16,-20 3 0-16,-11 2-2 15,-22 10 1-15,-10 10-4 16,-14 15 1-16,-4 13-4 16,-3 3 1-16,-4 6-1 15,15 19 0-15,-1 4 0 16,0 8 0-16,19 4 0 15,13 9 1-15,10-6 0 16,19 6 0-16,24 3 0 16,21 4 0-16,25-7 0 0,17-3 0 15,12-3-1-15,13 3 1 16,14-13-1-16,11 4 0 16,18-4 0-16,21 0 0 15,27 1 1-15,19-7 1 16,31-12-1-16,33-1 1 15,20-8 0-15,42-7 1 16,12-13-1-16,31-6 0 16,3-12-2-16,15-7 1 15,-15-15-1-15,4-4 1 0,-14 1-1 16,-7-7 1 0,-11-3 0-16,-17-3 1 0,-18 6 0 15,-18-6 0-15,-31-3 1 16,-26 3 0-16,-30-10 0 15,-33-8 1-15,-28 2-1 16,-28-6 1-16,-28-3-2 16,-15 0 0-16,-27-10-7 15,-18 10 0-15,-11 9-1 16,3 13 0-16</inkml:trace>
  <inkml:trace contextRef="#ctx0" brushRef="#br0" timeOffset="59288.56">30794 8952 73 0,'-14'0'36'0,"10"-6"-26"0,8 9 27 15,-1 19-37-15,1 9 0 16,3 20 0-16,-3 15 1 16,-4 12-1-16,0 32 0 15,-8 6 0-15,1 19 1 16,0 28-1-16,0 9 1 16,0 1 0-16,4 8 0 15,-1-2 0-15,1-13 0 0,-1 4 0 16,1-20 0-16,-1-9-1 15,-3-18 1-15,0-14-1 16,-4-11 0-16,1-17 0 16,-4-9 0-16,7-6 0 15,-4-13 0-15,8-18 0 16,3-13 0-16,0-13-7 16,7-9 1-16,3-12 0 15,1-17 0-15</inkml:trace>
  <inkml:trace contextRef="#ctx0" brushRef="#br0" timeOffset="60037.3">30501 7858 66 0,'-28'-41'33'0,"39"10"-27"0,3 18 33 16,17-9-38-16,12-3 0 15,6 0 4-15,4-9 0 16,7 5-4-16,0 7 0 16,-4 7 3-16,-10 9 1 15,-10 12-1-15,-15 16 0 16,-14 9-1-16,-14 16 1 16,-14 25-2-16,-1 0 0 15,1-6-1-15,7-6 0 0,0-7 0 16,7-6 0-16,3-9-1 15,11-7 1-15,15-6-1 16,9-6 0-16,15-3 0 16,18-7 1-16,3-3 0 15,0 1 0-15,-4-7-5 16,4 6 0-16,0-3 0 16,-7 0 0-16</inkml:trace>
  <inkml:trace contextRef="#ctx0" brushRef="#br0" timeOffset="60638.83">30699 11624 74 0,'-7'-25'37'0,"-32"22"-24"0,28 3 28 0,-3 3-38 15,-3 3 1-15,-8 7 3 16,-10 6 0-16,-15 15-8 16,-13 23 0-16,-11 15 5 15,-29 22 0-15,-27 37-1 16,-18 29 0-16,-39 28-2 16,3 13 0-16,-13-6-1 0,13-14 1 15,29-11-1-15,21-26 1 16,25-28-1-16,13-12 1 15,15-26-1-15,18-18 0 16,10-10-1-16,17-13 1 16,15-8-7-16,7-11 1 15,14-14-1-15,7-17 0 16</inkml:trace>
  <inkml:trace contextRef="#ctx0" brushRef="#br0" timeOffset="61122.94">27989 13258 104 0,'-17'-13'52'0,"20"7"-61"0,-3 9 68 16,-3 10-60-16,-4 18 1 15,-11 19-1-15,0 25 0 16,-20 23 1-16,-8 18 0 15,-7 22-1-15,0-4 1 0,0-8-2 16,7-13 1-16,4-19-8 16,7-16 0-16,6-21 0 15,1-20 1-15</inkml:trace>
  <inkml:trace contextRef="#ctx0" brushRef="#br0" timeOffset="61307.9">27213 13794 99 0,'-10'-3'49'0,"73"9"-58"16,-35-6 68-16,15 13-59 15,13 5 0-15,29 8-1 16,24 21 1-16,8-10-2 16,24 17 0-16,32-1-9 15,10-12 0-15,22-4 0 16,6-18 0-16</inkml:trace>
  <inkml:trace contextRef="#ctx0" brushRef="#br0" timeOffset="61771.41">30889 11743 87 0,'-77'-12'43'0,"3"-13"-47"16,56 18 58-16,0 1-52 15,1 3 0-15,3 0 1 16,10 0 0-16,15 3-4 16,13-4 0-16,26-2 3 15,31 0 0-15,35-7-1 16,29 4 1-16,24-4-2 16,8 7 1-16,13 0 0 15,1 3 0-15,-8 3-2 16,-10 3 1-16,-7 0-1 15,-11 6 0-15,-21-2-5 16,-4-1 0-16,-10 0-17 0,-7 1 1 16,-14-1 0-16,-14 0 0 15</inkml:trace>
  <inkml:trace contextRef="#ctx0" brushRef="#br0" timeOffset="62073.7">33210 11840 99 0,'15'-12'49'0,"-12"-1"-73"16,4 16 101-16,4 4-77 15,6 12 0-15,12 9-1 16,9 6 0-16,1 7-2 16,4 3 0-16,2-6-8 15,8-4 0-15,-7 1 0 16,-7-7 1-16</inkml:trace>
  <inkml:trace contextRef="#ctx0" brushRef="#br0" timeOffset="62291.58">33743 11878 101 0,'-3'19'50'0,"-22"-10"-61"0,14 1 77 15,-6 12-67-15,-11 9 1 16,-8 19 0-16,-10 32 0 16,-7 15 0-16,-14 16 0 15,0 3-1-15,0 9 1 0,7-12-11 16,15-3 0-16,13-13 0 16,14-22 1-16</inkml:trace>
  <inkml:trace contextRef="#ctx0" brushRef="#br0" timeOffset="63624.03">30734 11571 78 0,'-35'-16'39'0,"7"7"-39"0,24 2 39 15,-3 1-39-15,-7 0 0 16,-11-7 0-16,0 1 1 15,-10-7 0-15,-7-3 1 16,-8-6 3-16,-2 0 0 16,-1-23 0-16,0-5 1 0,0-7-1 15,-14-6 1-15,3-9-3 16,1-13 1 0,3 0-3-16,3 6 0 0,11 7-1 15,4 3 1-15,-4-1-1 16,4 7 1-16,-4-6 0 15,4-10 1-15,6 10-1 16,1 9 1-16,7 4 0 16,3 5 0-16,8 13-1 15,3 3 0-15,-4 10-1 16,11 12 1-16,-4 1-1 16,1 8 0-16,-1 7 0 15,-7 9 0-15,4 4 0 16,-3 5 0-16,3 10-1 15,-1 7 1-15,1 15 0 16,7 9 0-16,4 1 0 16,-1 2 0-16,1 7 0 15,3-3 0-15,-4 6 0 0,1 3 0 16,-1-6 0-16,4-3 0 16,0-13 0-16,0-6 0 15,0-10 0-15,4-9 0 16,-1-9 0-16,4-10 0 15,0-15-1-15,0-7 1 16,0-12 0-16,0-10 0 16,-3-3-1-16,0-2 1 15,-4-1 0-15,0-3 0 0,0-4 0 16,0-2 0 0,0-13 0-16,3 0 0 0,4 1 0 15,4 8 1-15,-1-2-1 16,8 2 0-16,3 7 0 15,-7 6 0-15,-3 6 0 16,-4 4 1-16,-4 3-1 16,1 5 0-16,-4 4 0 15,0 1 0-15,3 2 0 16,4 6 1-16,4 1-1 16,7-1 0-16,6 1-1 15,5 5 1-15,2 4 0 16,8 6 0-16,3 0 0 15,4 4 0-15,0 5-1 16,0 4 1-16,7 3-7 16,-4 3 1-16,8 12 0 15,-4-2 0-15</inkml:trace>
  <inkml:trace contextRef="#ctx0" brushRef="#br0" timeOffset="67659.77">29859 7852 68 0,'-7'-57'34'0,"21"42"-29"16,-3 11 34-16,3 4-39 15,-4 7 0-15,1 8 1 16,-7 26 0-16,-8 16-1 16,-10 18 1-16,-14 6 0 15,-4 7 0-15,-7 12 0 16,0 1 1-16,1-16-1 15,-5-17 0-15,-10-8-1 16,0-10 1-16,0-9-1 16,-3-10 0-16,0-9 0 15,6-12 1-15,1-7-1 0,6-9 0 16,8-13 0-16,14-9 0 16,3-16 0-16,11-7 0 15,14 1 0-15,11 10 1 16,10-1 1-16,8 3 0 15,-1 10 1-15,14 6 1 16,1 9 0-16,6 13 0 0,-3 7-1 16,0 8 1-16,0 17-2 15,7 12 0-15,7 9-9 16,14 3 1-16,0 4-2 16,14 0 1-16</inkml:trace>
  <inkml:trace contextRef="#ctx0" brushRef="#br0" timeOffset="69966.59">32223 8300 86 0,'-36'-41'43'0,"47"41"-46"0,-7 13 51 0,-4 6-50 16,-4 18 0-16,-3 26-18 15,-7 9 1-15,-4 0 19 16,1-3 1-16</inkml:trace>
  <inkml:trace contextRef="#ctx0" brushRef="#br0" timeOffset="70238.78">32875 8131 94 0,'-24'-44'47'0,"13"63"-61"16,8-1 74-16,-8 20-70 0,-7 9 1 15,4 16-12-15,4 9 1 16,3-6 21-16,0-3 1 15,3-13-18-15,-3-10 0 16,0-5 4-16,0-7 1 16</inkml:trace>
  <inkml:trace contextRef="#ctx0" brushRef="#br0" timeOffset="70741.94">32907 7814 79 0,'-10'-85'39'0,"13"20"-49"15,1 46 74-15,3 0-63 16,3 0 1-16,1-3 0 15,6 3 0-15,8-6-2 16,3 3 0-16,11 0 2 16,14 3 1-16,7 1-1 15,0 2 0-15,0-3-1 16,0 10 1-16,-11 6-2 16,-10 3 0-16,-11 9 0 15,-14 13 1-15,-14 3-1 0,-14 6 1 16,-21-2-1-16,-4 5 1 15,-3 1 0-15,0-1 0 16,3 1-1-16,7 2 1 16,7 7-1-16,15 3 0 15,13-3-1-15,8 6 1 16,3-3 0-16,0 0 0 16,-7-12-1-16,-14 2 1 15,-14-8 0-15,-14 2 0 0,-18 0 0 16,-4 4 0-16,-13-4-12 15,-11 10 1-15,10 6-1 16,15 10 1-16</inkml:trace>
  <inkml:trace contextRef="#ctx0" brushRef="#br0" timeOffset="71092.67">29365 9601 95 0,'-56'-59'47'0,"105"21"-58"0,-3 29 69 16,39-7-61-16,56-6 1 15,42-12-4-15,50-4 1 16,25-9 5-16,24-13 0 16,14-18-4-16,8 3 1 15,2 9 0-15,-23 3 1 16,-22 10 1-16,-39 6 1 15,-35 16-5-15,-35 9 1 0,-36 6-1 16,-35 10 0-16</inkml:trace>
  <inkml:trace contextRef="#ctx0" brushRef="#br0" timeOffset="71394.61">29383 9808 79 0,'-162'35'39'0,"73"-38"-42"15,86 3 48-15,10-3-46 16,18-13 0-16,31-3-1 16,43-12 1-16,42-23 1 15,53-8 1-15,42-4-1 16,-63 19 1-16,176-35 0 0,11 7 1 15,4 0 1-15,-8 6 0 16,-28-3-1-16,-21 15 1 16,-46 7-2-16,-32 12 0 15,-42 16-11-15,-35 13 0 16,-32 6-1-16,-46 3 0 16</inkml:trace>
  <inkml:trace contextRef="#ctx0" brushRef="#br0" timeOffset="74486.82">13515 13527 65 0,'-71'-25'32'0,"-24"0"-17"16,77 19 33-16,1-3-44 16,-1-1 1-16,4 1 4 15,11 3 0-15,10-4-11 0,21-2 0 16,25-7 7-16,21 0 1 16,7-6-4-16,14-7 1 15,18-5-2-15,7 6 0 16,-4-1-1-16,1-5 0 15,-4-1-6-15,-4 10 1 16,-10 9-1-16,-11 13 1 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0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29 12288,'-179'-27'7295,"173"26"-6342,0 0 0,0 1 0,0 0 0,-11 2 0,14-1-847,1-1 0,-1 1 0,0 0 0,1 0 0,0 0 0,-1 0 0,1 0 1,0 0-1,-3 3 0,2-1-87,0 0 1,0 0 0,0 0-1,1 1 1,0-1-1,0 1 1,0 0-1,0 0 1,0-1 0,1 1-1,0 0 1,-2 6-1,0 4 3,0 0-1,1 0 0,1 0 1,0 23-1,21 533 654,-6-347-731,-7-70-85,22 308-2918,-26-431 2403,-1 1-1075,12 53 0,-14-83 1603,0 0 0,1 0 0,-1 0 0,0 0 0,1 0 0,-1 0 0,1 0 0,-1 0 0,1 0 0,0 0 0,-1 0 0,1 0 0,0 0 0,0-1 0,1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1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182 532 11648,'-14'-5'548,"0"-1"1,0 0 0,1-1 0,0 0 0,1-1 0,0-1-1,0 0 1,1 0 0,0-1 0,-11-13 0,18 18 710,0-1 1,0 0-1,0 0 1,-4-9-1,6 10-1191,1 0 0,-1 0 0,1 0-1,0 0 1,0 0 0,1-10 0,-1 4 328,0 2-327,1 1 1,1 0 0,-1-1 0,1 1 0,1 0 0,-1 0-1,1 0 1,1 0 0,-1 0 0,1 0 0,1 1 0,5-10-1,-2 6 0,1 1 0,0-1 0,0 1 0,1 1 0,1 0 0,-1 0 0,13-8 0,4 0 103,0 2 1,1 0 0,0 2 0,1 1 0,52-15-1,-32 15-65,0 2 0,0 3-1,1 1 1,76 2 0,-116 4-107,5-1 25,1 2 0,-1-1 1,0 2-1,19 4 1,-30-6-16,0 1 1,0 0 0,0 0-1,0 1 1,-1-1 0,1 0 0,0 1-1,0 0 1,-1-1 0,1 1-1,-1 0 1,0 0 0,1 1 0,-1-1-1,0 0 1,0 1 0,-1-1-1,1 1 1,0 0 0,-1 0 0,0 0-1,1-1 1,-1 1 0,0 0-1,0 5 1,0 2 11,0 0 1,-1 0-1,0-1 0,-1 1 1,0 0-1,0-1 0,-1 1 1,-1-1-1,0 1 0,0-1 0,0 0 1,-1 0-1,-7 11 0,-10 13 55,0 0-1,-29 31 1,9-12 21,34-42-79,-10 12 19,1 1 1,-25 49-1,37-65-46,1 0-1,1 0 1,-1 1 0,1-1-1,0 1 1,1-1-1,0 1 1,0 0 0,1 0-1,0-1 1,0 1 0,0 0-1,1-1 1,1 1-1,3 13 1,1-6-37,0-1-1,2 1 0,0-1 1,15 21-1,47 52-195,-42-55 177,29 31-41,-31-35 23,0 1 0,-2 1 0,21 33 0,-40-54 70,1 1 1,-2-1-1,1 1 1,-2 0-1,1-1 0,-1 2 1,-1-1-1,1 0 0,-2 1 1,0-1-1,0 0 1,-1 1-1,0 0 0,0-1 1,-4 19-1,1-21-38,1 1 0,-1-1 1,-1 1-1,1-1 0,-2 0 0,1-1 0,-1 1 0,0-1 0,0 0 1,-1 0-1,0 0 0,0-1 0,-1 0 0,1 0 0,-1-1 0,-1 1 0,1-2 1,-1 1-1,-9 3 0,-7 2-292,0-1-1,0-1 1,-1-1 0,0-1 0,-36 3 0,16-3-1066,-1-3 0,-83-4 0,30-14-662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1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107 100 14336,'-52'49'7167,"-3"-52"-9727,55-7 12160,15 1-9728,16 5 0,15 0 0,9-2 0,10 2 0,17 0 128,8 4-256,21 0 0,-10-9-128,1-4 0,-7-7-896,-3-1 128,0-2 0,-18 4 128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1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138 307 12416,'-83'53'6143,"34"-36"257,43-17-6400,21-3 128,6-7 0,19-3 0,16-4-256,24-10 0,27-10-256,19-3 128,6-13-1280,4-7 128,15-3-128,8 10 128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1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56 13184,'-60'-18'4502,"-16"-9"-2690,57 18 3350,17 8-3455,4 2-1693,1 1-1,-1 0 0,1 0 1,-1 0-1,0 0 0,0 0 1,4 5-1,17 29 28,-2 1 0,-1 1-1,28 76 1,-46-109-33,70 195 274,-8 4 1,-10 2-1,52 390 1,-88-357-165,-17-191-79,-3 1 0,-15 89 0,14-122-45,-1 0 1,-1 0-1,0 0 1,-1-1 0,0 0-1,-1 0 1,-1-1-1,-17 25 1,20-34-42,0 1-1,0-1 1,0 1 0,0-2 0,-1 1-1,0 0 1,0-1 0,0 0 0,0-1 0,-1 1-1,1-1 1,-1-1 0,0 1 0,0-1-1,0 0 1,0-1 0,-1 1 0,1-1 0,0-1-1,0 0 1,-12 0 0,3-3-244,1 0 1,-1-1-1,1 0 0,0-1 1,0-1-1,1-1 0,0 0 1,0 0-1,0-2 0,1 1 1,0-2-1,1 0 0,0 0 1,0-1-1,-19-25 0,-37-62-1373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2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141 766 12672,'-32'11'1963,"16"-5"-1033,1 0 0,-1-1 0,0-1 0,-29 2 5467,49-10-5271,9-5-1383,24-10 385,0 1 0,65-20 0,-63 24-64,295-77 21,-334 91-85,18-4 12,196-42 211,224-13 262,16 20-71,-354 32-311,2442-223 1698,-1100 94-1405,-1166 115-545,-146 13-201,254-20-2628,-312 18 909,-54 4 1002,-18 6 1033,1 0-1,-1 0 1,0 0 0,0 0-1,1 0 1,-1 0-1,0-1 1,0 1 0,0 0-1,1 0 1,-1 0-1,0 0 1,0 0 0,0-1-1,1 1 1,-1 0-1,0 0 1,0 0 0,0-1-1,0 1 1,1 0-1,-1 0 1,0-1 0,0 1-1,0 0 1,0 0-1,0-1 1,0 1 0,0 0-1,0-1 1,-2 0-173,0-1 0,0 1 0,0 0 0,0 0 0,0 0 1,-1 0-1,1 1 0,0-1 0,-5 0 0,7 1 206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3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26 123 8960,'-9'-34'3189,"-4"-18"1178,10 15 2775,4 45-7039,-1-1 1,2 0-1,-1 1 0,1-1 1,4 11-1,7 28 792,57 498 1579,-63-321-2291,2 36-2136,-9-246 1550,1 0 0,0 0 1,1 0-1,0 0 0,1 0 1,1-1-1,9 23 0,-11-31 126,1 0 0,0 0-1,0 0 1,0-1 0,7 6-1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3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14 13568,'-25'67'6783,"-15"-25"-255,56-42-6656,24 4 0,21-8 0,34-15 128,22 5-128,19-12 128,15 3-512,-4 5 0,-9 9-768,-9 9 128,-6-8-128,-7 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3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1400 0 12544,'-8'8'914,"1"0"1,0 1-1,1-1 1,-6 11-1,7-9-683,1 1-1,-1 0 1,2-1-1,-5 21 0,2-4 2678,-13 32 1,-2-6-2505,-3-2 1,-2 0-1,-3-2 1,-51 69-1,4-24-391,-95 92 0,128-143 49,-2-2 0,-98 68 1,117-92-151,-2-1 1,1-1 0,-2-1-1,0-2 1,0-1-1,-1-1 1,-51 9 0,63-16-39,-1-2 0,1 0 0,0-1 0,-1 0 0,1-2 0,0 0 0,0-1 1,-23-7-1,28 6 30,1-1 0,0 0 0,0 0 0,0-2 1,0 1-1,1-2 0,0 1 0,1-1 0,0-1 1,0 0-1,-16-20 0,22 24 94,0-1 0,0 1 0,1-1 0,-1 0 0,2 0-1,-1-1 1,1 1 0,0-1 0,0 1 0,0-1 0,1 1 0,0-1 0,1 0 0,-1 0 0,1 1 0,1-1-1,-1 0 1,4-12 0,-2 11 58,0 1 0,1-1 0,0 1-1,0 0 1,1 0 0,0 0 0,0 0 0,1 0 0,-1 1-1,2 0 1,-1 0 0,0 1 0,1-1 0,0 1-1,13-8 1,-8 6 39,1 0-1,0 1 0,0 1 1,0 0-1,0 0 0,1 2 0,0-1 1,0 1-1,0 1 0,0 1 1,0 0-1,0 0 0,0 1 1,0 1-1,1 0 0,-1 1 1,0 0-1,22 8 0,-4 2 37,0 2 0,-1 0 0,-1 2 0,37 28 0,106 91 280,-103-77-303,63 53-22,170 126-1986,-284-225 1498,0 0 0,2-1-1,-1-1 1,2-1 0,-1-1 0,35 10-1,-36-15-301,29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06:0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13440,'-2'11'3205,"1"-6"-919,4-10-780,-2 5-1328,-1-1 0,1 0 0,0 1 0,-1-1-1,1 1 1,0-1 0,0 1 0,-1 0 0,1-1 0,0 1 0,0 0 0,0-1 0,0 1 0,-1 0 0,1 0 0,0 0 0,0 0 0,0-1 0,1 2 0,22 0 2727,-17-1-2543,10 2-363,0-1 0,-1 2 0,0 0 0,27 9 0,-36-9 3,0 0 0,1 0 0,-1 1 0,-1-1 0,1 2 0,0-1 0,-1 1 0,0 0 0,0 0 0,0 1 0,-1 0 0,8 10 0,-7-6 12,0 1-1,0-1 0,-1 1 1,-1 1-1,0-1 0,0 1 0,-1-1 1,2 19-1,-3-10 19,-1-1 0,-1 0 0,-1 1 0,-5 33 0,-2-14 36,-2-1 0,-2 0-1,-1-1 1,-29 58 0,18-52 50,-33 45 0,-11 18 51,65-102-168,1 1 0,0 0-1,-1 0 1,2-1-1,-1 1 1,0 0 0,1 1-1,-1 6 1,2-11-2,0 1 0,0 0 0,1 0 0,-1 0 0,0 0 0,1 0 0,-1-1 0,1 1 0,0 0 0,0 0 0,-1-1 0,1 1 0,0-1 0,0 1 0,1 0 0,-1-1 0,0 0 0,0 1 0,1-1 0,-1 0 0,1 0 0,-1 0 0,1 0 0,-1 0 0,1 0 0,3 1 0,7 3-36,0 0-1,0-2 1,0 1 0,0-1-1,1-1 1,16 1 0,0-2-270,52-3 0,-51-2-45,0 0 1,0-2-1,56-18 0,9-14-310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09:07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2702 1257 89 0,'-21'-25'44'0,"32"113"-42"0,-8-51 45 0,-3 36-45 16,0 52 0-16,-3 19 0 16,3 44 0-16,0-3-5 15,0 0 1-15,10-3-5 16,1-22 1-16,6-19-11 15,-6-25 1-15,-7-18-1 16,-8-17 1-16</inkml:trace>
  <inkml:trace contextRef="#ctx0" brushRef="#br0" timeOffset="281.3">2702 1088 85 0,'60'-126'42'0,"11"4"-55"0,-39 94 76 0,24 3-60 16,4 15 0-16,0 13 1 15,0 23 1-15,-11 24-7 16,-10 41 1-16,-11 15 3 15,-14 29 1-15,-17 16-7 16,-15 9 1-16,-10-26-18 16,-11-5 0-16,4-16 0 15,17-50 1-15</inkml:trace>
  <inkml:trace contextRef="#ctx0" brushRef="#br0" timeOffset="830.7">3489 1593 105 0,'18'25'52'0,"-36"0"-77"0,18 0 104 15,7 25-80 1,4 35 1-16,-8 6-2 0,4 50 1 15,-3 3-1-15,-4-9 1 16,-4 6-3-16,-13-12 0 31,-15-1-1-31,11-37 1 16,3-38 0-16,18-34 1 16,11-25 1-16,17-22 0 0,32-19 2 15,3-7 0-15,8-18 1 16,14-16 0-16,3 7 0 15,14 2 1-15,-14 1-1 16,-17 15 1-16,-8 7-1 16,-6 18 1-16,-26 13-2 15,-9 16 1-15,-12 18 0 16,-3 38 0-16,0 16 0 16,-7 15 0-16,0 10 0 15,11-6 0-15,-1-10 0 16,12-13 1-16,-5-12-1 15,8-22 0-15,10-15 0 16,-3-20 1-16,-11-11-1 16,-3-20 1-16,-8-19 0 15,-17-12 0-15,-3 0-2 16,-4 9 0-16,-4 1-8 16,-10 18 0-16,-4 9-1 0,4 16 1 15</inkml:trace>
  <inkml:trace contextRef="#ctx0" brushRef="#br0" timeOffset="1614.77">5680 2116 100 0,'-53'-47'50'0,"-25"75"-56"0,50-9 64 0,-11 16-58 15,-3 27 0-15,-18 23-1 16,10 22 0-16,1 9 1 16,7 9 0-16,14-21-2 15,17-29 1-15,11-19-1 16,21-37 0-16,7-38 0 16,15-34 1-16,6-35 0 15,4-34 0-15,7-19 0 16,-4-47 1-16,4-13 0 15,-7-12 0-15,4 15 1 16,-8 29 0-16,-7 31 0 16,-13 44 0-16,-12 22 0 15,-6 31 1-15,-11 38-1 0,0 47 0 16,-11 22 0-16,-6 34 0 16,-1 50-1-16,4 10 0 15,3 35 0-15,11-1 0 16,4-15 0-16,24-7 1 15,-7-27 0-15,18-23 1 16,-7-31-1-16,14-28 1 16,-11-35 0-16,11-31 0 15,3-32-1-15,4-27 1 16,14-39-1-16,-7-5 0 16,0-10 0-16,-7 12 0 15,-7 19-1-15,-14 16 0 0,-4 22 0 16,-14 22 0-16,-7 25-1 15,-7 19 1-15,-11 31 0 16,1 32 0-16,-1-1-1 16,1 7 1-16,10-13 0 15,14-6 0-15,0-15 0 16,18-20 0-16,-8-15 0 16,22-19 0-16,4-28 0 15,3-13 1-15,14-15-1 16,-4-26 1-16,1 7-1 15,-1 0 0-15,-17 6 0 16,-11 15 0-16,-7 26 0 16,-13 3 0-16,-12 41 0 15,-10 18 0-15,-7 32 0 16,-4 12 1-16,-3 13-2 16,10-9 0-16,8-4-7 15,10 1 0-15,11-26-1 0,6-25 1 16</inkml:trace>
  <inkml:trace contextRef="#ctx0" brushRef="#br0" timeOffset="1817.7">7722 2276 73 0,'43'-44'36'0,"-8"10"-22"0,-28 18 28 16,0-6-39-16,-7 3 1 15,-7-3 1-15,-7 10 1 0,-14 2-7 16,-8 10 0-16,-2 10 5 15,-12 15 1-15,-3 16-2 16,7 21 0-16,8 14-1 16,9-1 0-16,15 6-2 15,25-5 1-15,6-10-10 16,22-16 1-16,14-22-1 16,7-19 1-16</inkml:trace>
  <inkml:trace contextRef="#ctx0" brushRef="#br0" timeOffset="2036.13">8749 1172 76 0,'39'-106'38'0,"-8"34"-28"16,-27 59 37-16,3 4-46 16,-3 9 1-16,-4 0 1 0,-4 9 0 15,-7 13-3-15,1 38 1 16,-4 12 3-16,0 19 0 15,0 31-1-15,6 38 1 16,5-16-5-16,3 16 1 16,0 0-11-16,3-25 1 15,5-19-2-15,-5-28 1 16</inkml:trace>
  <inkml:trace contextRef="#ctx0" brushRef="#br0" timeOffset="2203.94">8629 1643 90 0,'53'-63'45'0,"84"19"-54"16,-91 35 63-16,25-1-77 16,10 4 1-16,4 3-1 15,-4-3 1-15</inkml:trace>
  <inkml:trace contextRef="#ctx0" brushRef="#br0" timeOffset="3040.06">2515 3885 80 0,'96'-35'40'0,"122"23"-41"0,-122 2 55 16,38-2-54-16,45-7 1 0,61-3-1 16,11 0 0-16,49 0 0 15,28-9 0-15,39-1 1 16,14-8 0-16,24 2 1 16,12 0 0-16,-15 1 0 15,-4 2 1-15,8 1-1 16,-14-13 1-16,-22-10-1 15,-6-5 0-15,-36-14-2 16,-21-18 1-16,-36-6 0 16,-24-19 0-16,-21-22 0 15,-29-19 0-15,-13-19 0 16,-22-19 0-16,-17-12 0 16,-15 10 0-16,-31-1-1 15,-21 25 1-15,-32-9-1 0,-32 16 0 16,-35 6 0-16,-32 22 1 15,-50-10-1-15,-48 7 1 16,-50 19-1-16,-46 12 1 16,-60 22-1-16,-46 19 0 15,-39 18-1-15,-31 26 1 16,-32 22-1-16,-11 25 1 16,-17 31 0-16,0 31 0 15,-4-2 0-15,0 21 0 16,7-3 0-16,15 19 1 15,27 0-1-15,18 4 0 0,15 11-1 16,52 10 1-16,4 4-1 16,35 8 1-16,14 23 0 15,49-7 0 1,-49 170-1 0,92-22 1-16,78-16 0 15,70-16 0-15,60-18 0 16,53-17 0-16,84-43 1 15,93-50 1-15,76-47 0 16,93-66 0-16,60-54-4 16,59-33 1-16,40-36-1 15,10-12 1-15</inkml:trace>
  <inkml:trace contextRef="#ctx0" brushRef="#br0" timeOffset="4559.1">12072 1950 69 0,'-116'-3'34'0,"13"-32"-29"0,93 32 35 15,10 3-37-15,28 0 0 0,32 0 2 16,42 0 0-16,50-15-6 16,60-1 0-16,49-15 4 15,39-13 1-15,35 0-2 16,25-16 0-16,-11 4-1 15,-11 2 1-15,-24-5-1 16,-17 2 0-16,-40 7 0 16,-24-3 0-16,-35 12-3 15,-22 10 1-15,-24 9-15 16,-29 6 0-16,-17 1 0 16,-14-4 0-16</inkml:trace>
  <inkml:trace contextRef="#ctx0" brushRef="#br0" timeOffset="4906.1">17625 762 98 0,'-35'-13'49'0,"-18"157"-69"0,31-100 90 16,-20 57-70-16,-14 43 1 15,-4 44-1-15,3 13 1 16,11-4-1-16,22-2 0 0,20-35 0 16,18-32 1-16,18-31-1 15,14-31 0-15,7-22-1 16,14-25 1-16,3-29-6 15,12-27 1-15,13-20-18 16,-7-12 1-16,4-22-1 16,3-25 1-16</inkml:trace>
  <inkml:trace contextRef="#ctx0" brushRef="#br0" timeOffset="5108.16">17688 517 84 0,'0'-60'42'0,"39"35"-62"0,-21 22 82 16,17-6-62 0,14 3 0-16,11 6-1 0,14 0 0 15,8 6-6-15,-1 3 0 16,7 7 0-16,-7-7 0 15</inkml:trace>
  <inkml:trace contextRef="#ctx0" brushRef="#br0" timeOffset="5324.04">17011 1561 85 0,'-35'-34'42'0,"52"34"-49"16,-3 0 58-16,11-10-57 15,17 1 1-15,25-7-25 16,15 7 1-16,9-26 31 16,15-2 1-16</inkml:trace>
  <inkml:trace contextRef="#ctx0" brushRef="#br0" timeOffset="5735.07">18468 1260 98 0,'-28'6'49'0,"-39"67"-71"0,46-45 91 16,-11 25-70-16,0 10 0 15,4 15-4-15,3 4 1 16,11-20 3-16,3-8 1 16,8-10-3-16,-1-13 1 15,8-9-1-15,-1-22 0 16,8-9 2-16,0-7 0 0,3-12 0 16,10-7 1-16,5-2-1 15,6-4 1-15,14 3 0 16,4 1 0-16,4-7 1 15,-4 9 1-15,-4 16 0 16,0 10 0-16,-6 9 1 16,-8 19 0-16,-7 9 0 15,-7 19 0-15,-3 13-2 16,0 9 1-16,3-4-3 16,3-2 1-16,5-3-11 15,13-16 0-15,4-7-1 16,-4-18 0-16</inkml:trace>
  <inkml:trace contextRef="#ctx0" brushRef="#br0" timeOffset="5974">19830 840 91 0,'-18'0'45'0,"7"34"-56"0,11-15 67 16,7 6-56-16,4 22 0 16,7 32 0-16,6 12 1 15,5 25-2-15,-1 0 1 16,7 9-7-16,-7-2 1 0,1-23-14 16,-5-9 0-16,1-22 0 15,-4-25 0 1</inkml:trace>
  <inkml:trace contextRef="#ctx0" brushRef="#br0" timeOffset="6407.79">19576 1633 76 0,'46'-72'38'0,"77"13"-54"16,-70 30 74-16,28-5-57 15,28-4 1-15,11-12 0 16,7 3 1-16,0 9-3 16,4-5 0-16,-15-1 3 15,-6 0 1-15,-15 9-1 16,-17 10 1-16,-15 3-1 16,-21 13 0-16,-21 12-1 15,-21 16 0-15,-21 31-1 0,-17 22 0 16,-12 10-1-16,-3 15 0 15,4 0 0-15,10 3 0 16,11-21 0-16,17-7 0 16,11-28 0-16,7 0 0 15,7-25 0-15,8-10 1 16,9-18-1-16,1-17 1 16,3-2-1-16,4 0 1 15,0 3 0-15,-4 6 0 16,0 3-1-16,-3 23 1 0,0 15 0 15,3 22 0-15,-3 9-4 16,3 6 0-16,1-2-11 16,6 2 0-16,4-12 0 15,-4-12 0-15</inkml:trace>
  <inkml:trace contextRef="#ctx0" brushRef="#br0" timeOffset="6849.83">21618 1401 87 0,'7'-34'43'0,"-17"-1"-52"16,10 35 66-16,0-3-56 15,0 3 0-15,3 10 0 16,4-1 0-16,0 13-2 16,0 0 1-16,0 9 0 15,4 10 0-15,0 3 0 0,-1 0 0 16,4-3 0-16,-3-1 0 15,3-11 0-15,4 5 0 16,-8-25 0-16,1 1 0 16,3-10 0-16,-4-10 0 15,1 1 0-15,0 0 0 16,-1-10 0-16,4-6 0 16,8-16 0-16,6 0 0 15,7-9 0-15,4 3 0 0,3-3 2 16,0 12 0-16,1 10 0 15,-8 12 0-15,-3 23 0 16,-4 11 1-16,-3 7-2 16,-4 19 1-16,4 13-4 15,-1 12 0-15,5 3-8 16,-1-6 0-16,0-3-13 16,4-4 1-16,-4-15 0 15,14-22 0-15</inkml:trace>
  <inkml:trace contextRef="#ctx0" brushRef="#br0" timeOffset="7638.26">23181 1342 81 0,'-18'-76'40'0,"-20"4"-56"0,23 66 81 15,-9-3-66 1,-12 12 1-16,-6 19-1 0,-4 9 0 16,-7 13 1-16,15-9 0 15,-1 12-2-15,11 3 1 16,10-13 0-16,11-2 0 16,10-10 1-16,11-13 0 15,11-5 1-15,3 2 0 16,8-6 1-16,-1 4 1 0,7 18-1 15,-10 3 1-15,-4 28-2 16,-10 20 1-16,-15 8-1 16,-10 13 0-16,-10 4-2 15,-15 12 1-15,-3-16-1 16,-4-16 1-16,4-8-1 16,-1-20 1-16,5-16 1 15,6-5 0-15,4-10 1 16,7-10 1-16,10-18-1 15,18-22 1-15,14-25-2 16,18-29 1-16,21-6-4 16,22-44 1-16,6-9-3 15,14-6 1-15,8-32 0 16,-1 10 0-16,0 3 2 16,-13 12 0-16,-12 10 3 15,-17 22 0-15,-14 21 1 16,-14 29 0-16,-7 9-1 15,-18 29 0-15,-17 9-1 0,-11 25 1 16,-11 25-2-16,-17 38 0 16,-7 2 0-16,-4 29 0 15,3 23 0-15,5 2 0 16,9 3 0-16,12-6 0 16,10-6 0-16,10-7 0 15,15-31 0-15,10-15 1 16,14-23-1-16,8-9 0 0,6-34 0 15,4-13 1-15,4-19-1 16,-8-12 0-16,-3-29 0 16,-4-2 0-16,-10 2 0 15,-11 16 1-15,-10 13-1 16,-11 12 0-16,-10 4 0 16,-8 18 1-16,-14 13-1 15,-3 31 1-15,-11 9-1 16,4 19 0-16,-4 10 0 15,11 3 0-15,10 3-6 16,15 9 0-16,17-5-1 16,14-17 1-16</inkml:trace>
  <inkml:trace contextRef="#ctx0" brushRef="#br0" timeOffset="8129.92">25231 1241 102 0,'-21'-78'51'0,"-54"50"-63"0,54 28 68 0,-14 6-60 15,-18 16 1-15,-7 28-6 16,-10 13 1-16,6-10 9 16,8 0 0-1,13-5-6-15,15-11 0 0,21-5 1 16,11-23 0-16,24-18 2 16,18-7 1-16,10-12 0 15,8-7 0-15,3-24 0 16,-4-7 0-16,1-13 1 15,-1-12 0-15,1-22 1 16,-8 10 1-16,-10 9 2 16,-11 19 0-16,-7 21 1 15,-10 10 1-15,-4 16 0 16,-7 13 0-16,-3 24 0 16,-1 35 0-16,4 12-3 15,4 29 0-15,14 18-2 16,-4 26 1-16,0 18-13 0,-11 29 0 15,-10 6-1-15,-14-16 0 16</inkml:trace>
  <inkml:trace contextRef="#ctx0" brushRef="#br0" timeOffset="8808.85">19837 2885 91 0,'-32'-82'45'0,"-17"19"-52"0,34 54 60 15,-9-10-53-15,-8 10 0 16,-10 6 0-16,-8 15 0 0,-6 10-1 16,3 28 1-16,0 22 0 15,11 10 1-15,6 28-1 16,12 21 1-16,10 10 1 16,7-12 0-16,3 9 0 15,4-9 1-15,0-17 0 16,-4-14 1-16,-10-14-1 15,-14-5 0-15,-18-26-1 16,-14-9 0-16,-14-19-11 16,-3-12 1-16,-5-17-2 15,8-30 1-15</inkml:trace>
  <inkml:trace contextRef="#ctx0" brushRef="#br0" timeOffset="9037.15">20320 2734 91 0,'42'-38'45'0,"-3"29"-49"0,-28 18 54 16,6 4-50-16,12 12 0 16,2 25 0-16,1 22 0 15,-4 16 0-15,-7 22 0 16,-10 22-1-16,-11 12 1 15,-7-6-9-15,-14 12 0 16,-7-12 0-16,-8-19 0 0</inkml:trace>
  <inkml:trace contextRef="#ctx0" brushRef="#br0" timeOffset="9723.92">20154 3662 103 0,'71'-34'51'0,"70"2"-69"15,-81 20 80-15,32-4-78 16,28-9 1-16,24-3-2 16,8 3 1-16,3-10 24 15,-3 7 0-15,-8-16-13 16,-13 7 0-16,-22 2 10 15,-21 4 0-15,-21-1 2 16,-17 7 1-16,-18 6-1 16,-15-3 1-16,-13 7-3 0,-11 2 0 15,-7 1-2-15,-15 12 1 16,-9 9-3-16,-8 16 0 16,-4 13-1-16,5 9 1 15,-1 22-1-15,10-6 0 16,12-10 0-16,10-6 0 15,10-13 0-15,15-5 0 16,13-7 0-16,8-4 0 0,7-8 0 16,3 2 1-16,1-2-1 15,-5 5 0-15,-2 1 0 16,-1-3 0-16,11-1-1 16,7 1 1-16,17-10-1 15,15-9 0-15,10-16 0 16,4-19 0-16,3-12 0 15,1-10 0-15,-8-6 0 16,-7 6 0-16,-14-9 1 16,-10 0 1-16,-8-7 0 15,-14-2 0-15,-10-4-1 16,-4 4 1-16,-7 9 0 16,-6 9 0-16,-5 6 0 15,-10 14 0-15,-3 8 0 16,-1 7 0-16,-6 9 0 15,-1 19 1-15,0 9-1 16,1 23 1-16,-1 18-1 16,1 28 1-16,6 7-1 0,4 19 0 15,7 8-1-15,7 4 1 16,4 7-2-16,-4-17 1 16,4-8-8-16,-4-11 1 15,0-24-14-15,-11-16 1 16,-3-12-1-16,-14-29 1 15</inkml:trace>
  <inkml:trace contextRef="#ctx0" brushRef="#br0" timeOffset="9881.64">22412 3286 87 0,'28'-38'43'0,"25"-12"-58"0,-28 38 78 0,14-4-64 15,14-3 1-15,17 0-24 16,8-6 0-16,13-3 24 15,15-25 1-15</inkml:trace>
  <inkml:trace contextRef="#ctx0" brushRef="#br0" timeOffset="10194.39">23689 3311 89 0,'-3'19'44'0,"38"-35"-56"16,-18 13 69-16,12-10-58 16,6-2 1-16,11-7-1 0,0-3 0 15,-4-3 1-15,-3-7 0 16,-11 4 0-16,-17-7 1 16,-15-3 1-16,-14 13 0 15,-17 3 0-15,-25 19 1 16,-7 18 0-16,-3 10 0 15,-12 19-1-15,8 12 0 16,18 10-2-16,17 9 1 16,29 3-1-16,24-9 0 15,24-9-3-15,26-10 0 0,21-16-11 16,6-6 1-16,5-15 0 16,2-26 0-16</inkml:trace>
  <inkml:trace contextRef="#ctx0" brushRef="#br0" timeOffset="11314.31">16884 445 83 0,'-28'-25'41'0,"-46"19"-50"0,56 21 60 0,-10 10-51 15,-11 32 1-15,-10 46-1 16,-4 26 1-16,-7 56-1 16,-7 37 1-16,3 48 0 15,11 25 1-15,22-7 1 16,31 13 0-16,17-21 0 16,18-5 1-16,15-36-2 15,17-32 1-15,10-10-1 16,19-15 1-16,6-41-3 15,14-12 1-15,33-26-1 16,16-18 1-16,40-16-1 16,38-22 1-16,40-19-1 15,38-12 0-15,28-16 0 16,25 3 0-16,10-3 0 16,15-3 0-16,14-6 0 0,0-1 0 15,-1-6 0-15,1-9 0 16,10-28-1-16,8-35 1 15,3-22-1-15,0-21 1 16,-1-20-1-16,-16-6 1 16,-19 13-1-16,-20-6 1 15,-36 12 0-15,-39 12 1 16,-34 7-1-16,-33 3 0 16,-28-9 0-16,-28-1 0 0,-32 1-1 15,-14-35 0-15,-31-6-1 16,-43-7 0-16,-36-12 0 15,-41 6 0-15,-47 7 0 16,-52-7 0-16,-50 13 0 16,-46 12 1-16,-42 23 0 15,-32 12 1-15,-28 3-1 16,-21 9 1-16,-17 0 0 16,-15 16 0-16,-14 10 0 15,-4 2 0-15,-10 7 0 16,0 19 0-16,0 15-1 15,-14 13 1-15,13 0-1 16,5 22 1-16,6 6-1 16,4 13 0-16,18 12-3 15,10 7 0-15,18 8-2 16,18 20 1-16,20 0-1 16,19 0 0-16,27 2 1 0,8-5 1 15,27 3 3-15,26-7 0 16,14-6 3-16,20 4 1 15,19 2 0-15,24-6 0 16,21-3-1-16,25-12 1 16,21-10-2-16,22-6 0 15,20-10-6-15,22 1 1 16,24 5-1-16,11-5 0 16</inkml:trace>
  <inkml:trace contextRef="#ctx0" brushRef="#br0" timeOffset="12110.51">4406 3226 81 0,'-70'-31'40'0,"-22"31"-40"16,57 3 40-16,-8 7-41 0,-6 2 1 15,0 10-2-15,6 6 0 16,-3 4 1-16,11 8 1 15,10 4-1-15,11 10 0 16,4-1 0-16,10 16 1 16,10 9 1-16,1 23 1 15,10 18 0-15,0 3 1 16,-3-6 1-16,-4 6 0 16,-7-15-1-16,-7-7 0 15,-32 1-6 1,-3-23 1-16,-14-25-1 15,3-15 0 1</inkml:trace>
  <inkml:trace contextRef="#ctx0" brushRef="#br0" timeOffset="12365.78">5006 3204 95 0,'3'-34'47'0,"19"62"-53"15,-22-12 60-15,0 18-54 16,0 29 0-16,3 22 0 16,-6 18 0-16,-8 23-2 15,0 12 1-15,4-10-4 16,-3 1 0-16,-8-4-9 0,4 7 1 15,0-26 0-15,0-15 0 16</inkml:trace>
  <inkml:trace contextRef="#ctx0" brushRef="#br0" timeOffset="13170.37">4438 4305 77 0,'-14'-22'38'0,"42"3"-47"0,-7 13 57 0,14-16-48 15,29-3 0-15,10-6 0 16,7-16 0-16,14-4 0 16,18-2 0-16,-3 0 1 15,-4 3 0-15,-4-4 0 16,-14 1 1-16,0 12 0 15,-17 4 1-15,-18-4 0 16,-7 9 1-16,-11 11-1 16,-10 8 1-16,-11 4-1 15,-7 2 1-15,-14 14-2 16,-7 5 0-16,-11 19-1 16,-10 13 1-16,-11 22-3 15,-4 28 1-15,4-3 0 16,8-3 0-16,-8-6 0 0,25-17 0 15,14-14 0-15,10-14 0 16,8-12 0-16,13-15 0 16,15-20 0-16,4-15 0 15,6-12 0-15,7-17 0 16,-3-8 0-16,7 11 0 16,-10 14 0-16,-5 12 1 15,-13 15-1-15,-4 29 0 0,-10 22-1 16,7 3 1-16,0-3 0 15,-1-1 0-15,4-5 0 16,1-7 0-16,-1-12 0 16,7-13 0-16,4-9 0 15,7-13 1-15,0-19-1 16,10-21 1-16,-3-7 0 16,3-16 0-16,-13-15-1 15,6-19 1-15,-10 3-1 16,0 0 1-16,0 10-2 15,-11 12 1-15,-3 0 0 16,-4 12 0-16,-7 20 0 16,-7 15 0-16,-4 9 0 15,-6 23 1-15,-4 18-1 16,-7 16 1-16,0 16 0 16,-8 15 1-16,5 16-1 15,-4 28 1-15,10 0-1 16,4 1 1-16,3 18-1 0,4 9 0 15,4-9-5-15,3-12 1 16,4-7-9-16,-1-16 1 16,1-18-1-16,-1-22 1 15</inkml:trace>
  <inkml:trace contextRef="#ctx0" brushRef="#br0" timeOffset="13332.37">6428 3810 67 0,'-43'-25'33'0,"-6"-1"-20"0,42 17 32 0,3 0-43 16,15-1 0-16,7 1-2 15,13-10 1-15,19-6-7 16,-1-16 1-16,25 0-6 16,14-12 0-16,4 9-1 15,3-3 0-15</inkml:trace>
  <inkml:trace contextRef="#ctx0" brushRef="#br0" timeOffset="13642.17">7391 3556 47 0,'21'59'23'0,"4"-49"-15"15,-8-17 26-15,4 4-31 16,4-12 1-16,3 5 2 16,4-2 1-16,0-4-7 15,-4-3 1-15,-3-6 6 16,-4 0 0-16,-7-3-1 15,-3-1 0-15,-11 4-1 0,-7-3 0 16,-8 9-3-16,-13-6 1 16,-11 10-2-16,-10 5 0 15,-7 16-1-15,-4 20 1 16,-4 21 1-16,11 22 1 16,4 12-1-16,13 7 1 15,15 3-1-15,18-7 0 16,24-5 0-16,18-20 1 0,31-30-3 15,26-23 0-15,20-22-9 16,22-25 0 0,3-6-1-16,-4-3 1 0</inkml:trace>
  <inkml:trace contextRef="#ctx0" brushRef="#br0" timeOffset="14017.88">3648 5334 85 0,'120'-16'42'0,"148"-25"-46"0,-169 19 52 16,59-12-48-16,47-1 0 16,38-9 1-16,22-3 1 15,17-15-1-15,18-4 1 16,-18-10 0-16,-3 4 1 15,-32 0-1-15,-35 16 1 0,-22 15-9 16,-14 7 1-16,-27 15-3 16,-40 19 1-16</inkml:trace>
  <inkml:trace contextRef="#ctx0" brushRef="#br0" timeOffset="17714.58">6389 6415 88 0,'-43'-43'44'0,"33"39"-44"15,10 8 45-15,0-1-45 16,0 6 0-16,0 7 1 15,-11 9 0-15,4 19 1 16,-3 22 0-16,-8 40 2 16,-7 26 1-16,-3 50-1 15,-4 28 0-15,4 22 0 16,0 3 0-16,7-12-4 16,14-26 1-16,3-40-9 0,15-25 1 15,-1-41-1-15,19-35 0 16</inkml:trace>
  <inkml:trace contextRef="#ctx0" brushRef="#br0" timeOffset="18001.82">7669 6757 98 0,'-17'-15'49'0,"45"30"-53"0,-24-2 61 0,6 21-56 15,8 23 0-15,-1 15 0 16,-3 28 1-16,1 19-2 16,-5-31 0-16,-13 60 0 15,-1 11 1-15,1-17-2 16,-4-17 0-16,-4-18-9 15,-3-20 0-15,0-18 0 16,-7-28 1-16</inkml:trace>
  <inkml:trace contextRef="#ctx0" brushRef="#br0" timeOffset="18381.12">7056 6952 95 0,'-39'-29'47'0,"46"42"-55"0,0-4 63 16,-4 4-55-16,4 12 0 15,1 13-1-15,6 24 1 0,-4 26 0 16,11 6 0-16,8-9 0 15,-1-7 1-15,14-2-1 16,8-17 1 0,38-31 1-1,-7-21 1-15,-7-14-1 16,-7-18 1-16,0-19-1 16,-7-15 1-16,0-7-1 15,-7 0 0-15,-4 0-3 16,-3 10 0-16,-11 3-6 15,-17-1 0-15,0 10 0 16,-18 7 0-16</inkml:trace>
  <inkml:trace contextRef="#ctx0" brushRef="#br0" timeOffset="18818.74">8400 6384 78 0,'-50'-9'39'0,"-10"-4"-29"0,53 13 35 0,-10 3-40 15,6-3 1-15,4 0 1 16,-4 3 0-16,15 4-10 16,6-1 1-16,12 7 6 15,13 8 0-15,4 11-3 16,21 18 1-16,0 22-2 16,3 10 1-16,-3 2 0 15,-10 7 0-15,-12 10-1 16,-13 15 1-16,-14 3 0 15,-15-6 0-15,-21-4-1 16,-24 1 1-16,-11-9-2 16,-3-4 1-16,-1-13-7 15,1-11 0-15,10-14-10 16,7-15 0-16,10-6 0 16,12-16 0-16</inkml:trace>
  <inkml:trace contextRef="#ctx0" brushRef="#br0" timeOffset="19142.49">9543 7112 103 0,'-57'-10'51'16,"68"4"-71"-16,3 15 91 0,18-6-72 15,13 1 1-15,19-1-1 16,3-6 1-16,14-1 0 16,18-2 0-16,-4-3-2 15,-10 6 0-15,-4-7-6 16,-10 4 1-16,-11 6-1 15,-11 3 1-15</inkml:trace>
  <inkml:trace contextRef="#ctx0" brushRef="#br0" timeOffset="19331.83">9306 7786 97 0,'-24'0'48'0,"80"-38"-55"0,-21 19 62 16,22 1-56-16,31-8 1 15,14-5 0-15,18-3 0 16,11-1-2-16,3 4 0 16,-18 6-9-16,-6 0 1 15,-12 3-1-15,-9 9 1 16</inkml:trace>
  <inkml:trace contextRef="#ctx0" brushRef="#br0" timeOffset="28440.06">12605 6626 83 0,'-28'-44'41'0,"17"47"-36"0,4 3 42 15,0 0-44-15,-4 13 0 16,-6 16 1-16,-12 27 1 16,-9 20-6-16,-12 21 0 15,-6 29 4-15,-1 9 0 16,-3-3-2-16,-3 0 0 0,-11 3-1 16,-4-9 1-16,-7-13-1 15,1-15 0-15,10-17 0 16,3-11 0-16,1-26 0 15,6-16 0-15,1-18 0 16,10-16 0-16,7-22-1 16,14-28 1-16,11-29-1 15,21-11 1-15,3-5-1 16,12 8 1-16,2-11-1 16,8 11 1-16,0 11 0 15,-1 14 0-15,1 8 0 16,3 23 0-16,4 15 0 15,10 23 1-15,8 24 0 16,20 22 1-16,-6 13 0 16,10 28 0-16,3 13-1 15,5 3 1-15,-1 2-5 16,10-2 0-16,8-3-1 16,-11-10 0-16</inkml:trace>
  <inkml:trace contextRef="#ctx0" brushRef="#br0" timeOffset="35768.92">13931 5588 75 0,'-70'-98'37'0,"24"26"-34"0,32 53 37 16,-4 10-39-16,-7 3 0 16,1 9 1-16,-12 16 1 15,5 9-3-15,-8 10 0 16,0 24 2-16,0 23 1 15,0 25-1-15,1 18 0 0,2 29 0 16,-6 19 0-16,14 31 0 16,0 3 0-16,3 22 1 15,4-3 0-15,3 3 0 16,7-13 0-16,-3-9 0 16,4 0 0-16,3-21-1 15,-7-23 1-15,3-6-1 16,-3-19 0-16,3-9 0 15,1-23 0-15,3-24 1 16,0-16 0-16,3-19 0 16,11-15 0-16,7-13 0 15,25-22 0-15,32-13-1 16,31-18 0-16,39-13-2 16,25-6 0-16,28-4-13 15,28 10 1-15,-14 7-2 16,-35-4 0-16</inkml:trace>
  <inkml:trace contextRef="#ctx0" brushRef="#br0" timeOffset="39133.5">14185 6516 81 0,'-28'-16'40'0,"14"4"-38"0,10 15 41 0,4 9-43 16,-3 20 1-16,3 30 1 16,0 20 0-16,0 12-2 15,-4 28 0-15,4 22 1 16,-3 10 1-16,-11 0-1 16,3 6 0-16,-3-13-1 15,0-21 1-15,0-23-2 16,3-15 1-16,8-16-9 15,-1-19 0-15,1-12-1 16,-1-16 1-16</inkml:trace>
  <inkml:trace contextRef="#ctx0" brushRef="#br0" timeOffset="39481.1">14728 6980 98 0,'-35'-44'49'0,"14"47"-63"0,18 7 76 0,-12 11-63 16,5 17 1-16,-8 12-1 16,1 32 1-16,-1 15 0 15,4-3 1-15,3 0-2 16,8-3 1-16,6-16 0 15,15-12 0 1,17-25 1 0,4-16 1-16,0-19 0 15,-4-22 0-15,-7-12 0 16,-3-7 1-16,-7-12-1 16,-8-19 0-16,-6-3-3 15,-8 3 0-15,-3 6-9 16,-3 3 1-16,-5 13-1 15,-2 10 1-15</inkml:trace>
  <inkml:trace contextRef="#ctx0" brushRef="#br0" timeOffset="39848.9">15741 7027 88 0,'-11'-13'44'0,"-66"-5"-48"0,59 18 52 15,-7 3-48-15,-3 3 0 16,0 10 0-16,-7 9 1 0,-4 9 0 16,4 13 0-16,-8 22 1 15,4 7 1-15,8-4-1 16,10-6 1-16,10-7-1 15,11-6 1-15,11-15-2 16,10-16 1-16,10-13-1 16,8-9 0-16,7-15 0 15,-4-14 0-15,-3-11-1 16,-7-10 1-16,-11-10-4 16,-7 4 0-16,-10-1-14 15,-8 7 1-15,-10 3-1 16,-3-6 1-16</inkml:trace>
  <inkml:trace contextRef="#ctx0" brushRef="#br0" timeOffset="40132.51">15868 6582 102 0,'-4'-44'51'0,"4"3"-70"0,4 41 89 16,10-3-71-16,11 9 1 16,10 10-1-16,11 21 1 15,7 17 0-15,10 27 0 16,-6 7 0-16,-15 16 0 16,-17 15 0-16,-29 6 1 0,-24 4 0 15,-25-4 0-15,-14 1 0 16,-18-7 0-16,-10-10-6 15,11-14 0-15,13-26 0 16,18-16 0-16</inkml:trace>
  <inkml:trace contextRef="#ctx0" brushRef="#br0" timeOffset="40397.87">17124 7516 115 0,'-57'0'57'0,"15"3"-68"15,42-3 77-15,11 3-68 16,10 1 1-16,25-1-5 0,28 3 1 15,7-9-1-15,14-10 1 16,11-6-16-16,-4-3 0 16,-3-12 0-16,-11-10 1 15</inkml:trace>
  <inkml:trace contextRef="#ctx0" brushRef="#br0" timeOffset="40660.25">17762 6999 80 0,'-56'-13'40'0,"-11"-3"-43"0,56 13 66 0,-6 3-57 16,3 0 0-16,-1-3 1 15,8 6 1-15,0 4-11 16,7 5 1-16,11 4 7 16,3 9 0-16,4 16-3 15,6 15 0-15,5 29-2 16,2 12 1-16,1 7-5 15,0 12 1-15,3 3-10 16,4-3 0-16,0-22 0 16,-11-19 0-16</inkml:trace>
  <inkml:trace contextRef="#ctx0" brushRef="#br0" timeOffset="40877.32">18415 6676 99 0,'-11'-54'49'0,"-3"48"-59"0,14 9 72 15,0 7-62-15,0 24 0 16,4 23 0-16,3 18 0 16,3 19 0-16,8 28 0 15,7 4 0-15,-1 2 1 0,1 4-3 16,7 3 1-16,-4-16-11 15,7-9 0-15,1-26 0 16,-5-15 0-16</inkml:trace>
  <inkml:trace contextRef="#ctx0" brushRef="#br0" timeOffset="41615.85">19350 6914 98 0,'-28'-63'49'0,"3"35"-59"16,21 28 73-16,-3 13-64 15,-7 21 1-15,-3 7-1 0,-5 22 1 16,1 18 0-16,7 29 0 15,4-10-1-15,10-9 1 16,7-9-1-16,7-13 1 16,7-22 1-16,7-16 0 15,7-18 1-15,4-13 0 16,0-22 0-16,3-16 1 16,-3-12-1-16,-14-13 1 15,-11-3-5-15,-7 0 0 16,-11 4-16-16,-6 2 0 0,-11 4-1 15,0 2 1-15</inkml:trace>
  <inkml:trace contextRef="#ctx0" brushRef="#br0" timeOffset="42481.68">19967 6826 82 0,'-7'-15'41'0,"-10"-14"-47"0,17 26 63 0,0 3-55 15,3 6 0 1,4 4 0-16,4 15 0 0,3 9-3 16,0 7 1-16,4 16 2 15,-1 5 0-15,-3 17-3 16,4 9 0-16,-4-7-9 16,0-6 1-1</inkml:trace>
  <inkml:trace contextRef="#ctx0" brushRef="#br0" timeOffset="43158.9">20225 6510 80 0,'-39'-22'40'0,"21"0"-37"15,15 15 42-15,3 7-45 16,0 0 1-16,10 3 0 15,12 1 1-15,-1-1-2 16,14 3 1-16,7 3 2 0,11 7 0 16,11 6-1-16,10 6 1 15,0 7-1-15,4 15 0 16,-4 0-1 0,0 3 0-16,-7-6-1 0,-7 7 0 15,-7-1 0-15,-15 0 0 16,-13 4 0-16,-18 2 1 15,-17 14-1-15,-19 11 0 16,-17 1 0-16,-13 3 0 0,-16 3-5 16,-9 3 1-16,-1 6-1 15,0-3 0-15</inkml:trace>
  <inkml:trace contextRef="#ctx0" brushRef="#br0" timeOffset="45805.23">17286 7560 56 0,'-14'6'28'0,"-4"26"-28"16,18-23 29-16,0 0-30 15,7 1 1-15,8-7 1 16,13 0 0-16,7-6 0 16,4-10 1-16,3 1 1 15,8-7 0-15,-1 0 1 16,4-6 1-16,3 6-2 16,1-3 1-16,3 10-2 0,0-4 1 15,-7 1-2-15,-4-4 1 16,-3 9-2-16,-4 1 1 15,-10 3-1-15,-7-1 1 16,-4 1-1-16,-7 3 0 16,-7 3 0-16,-3 3 0 15,-4-3-2-15,0 6 1 16,0 1-1-16,0-1 0 16</inkml:trace>
  <inkml:trace contextRef="#ctx0" brushRef="#br0" timeOffset="48437.55">20980 5945 86 0,'0'-69'43'0,"21"-75"-41"15,-11 125 44-15,1-3-47 16,3 3 1-16,7 7 0 15,4 2 0-15,10 20 0 16,1 9 0-16,2 6-1 16,5 19 1-16,6 18 0 15,-3 14 0-15,3 36 1 16,1 17 0-16,-1 18 0 16,-7 32 1-16,-6 3 0 15,-8 19 0-15,-7-7 0 16,-7-3 1-16,-10-2-1 15,-11-11 1-15,-11-18 0 16,-14-19 0-16,-7-9 0 16,-10-3 1-16,-21-17-2 0,-5-14 0 15,-6-23-6-15,-10-12 0 16,2-23-1-16,-13-27 0 16</inkml:trace>
  <inkml:trace contextRef="#ctx0" brushRef="#br0" timeOffset="49723.24">1545 10853 90 0,'-56'0'45'0,"-15"-79"-45"16,71 60 46-16,18-6-44 16,24-9 1-16,15-1 0 15,55-12 0-15,30 0-4 16,73 0 0-16,28 0 2 15,75 3 1-15,59-6-2 16,61 0 1-16,52-10-1 16,67-5 1-16,78-1-1 15,32-10 0-15,77 4 0 0,33 0 0 16,66-3 0-16,60-4 1 16,21 7-1-16,43 0 1 15,49-3 0-15,42-7 1 16,25 1-1-16,14 6 1 15,22-23-1-15,-516 45 1 16,766-32-1-16,-184 32 0 16,-116 28-1-16,-106 22 1 15,-113 12-1-15,-99 16 1 0,-130 7-1 16,-127-1 1 0,-106-9-2-16,-95 0 1 0,-85-13-7 15,-77-2 1-15,-75-14-1 16,-70-8 0-16</inkml:trace>
  <inkml:trace contextRef="#ctx0" brushRef="#br0" timeOffset="50311.76">5958 12558 86 0,'-42'-59'43'0,"17"-4"-41"16,32 51 44-16,1 2-43 15,2 17 0-15,4 18 1 16,14 31 0-16,-6 44-6 15,6 29 1-15,-4 40 3 16,12 26 0-16,-8 27-2 16,4 4 0-16,-4-6-6 15,0-29 1-15,-3-31-14 16,7-32 0-16,3-30-1 0,-7-48 1 16</inkml:trace>
  <inkml:trace contextRef="#ctx0" brushRef="#br0" timeOffset="50579.99">7112 12643 99 0,'-25'10'49'0,"11"65"-72"0,14-41 95 0,0 29-72 16,7 22 1-16,4 31 0 15,10 31 1-15,0 19-3 16,11 10 1-16,7-13 0 16,0-9 0-16,-1-23-8 15,1-21 1-15,0-28-1 16,-11-35 0-16</inkml:trace>
  <inkml:trace contextRef="#ctx0" brushRef="#br0" timeOffset="50873.56">6579 12960 90 0,'-56'31'45'0,"17"13"-49"0,36-25 54 16,6 9-51-16,8 22 1 15,13 13-1-15,12 9 1 16,6 3 0-16,36-2 0 16,-1-20 0-16,8-12 0 15,0-13 1-15,-4-22 0 16,0-15 1-16,-4-13 0 16,5-13 0-16,-15-12 0 15,-7 0 0-15,-8 3 1 0,-9 4-3 16,-15-4 0-16,-7-7-11 15,-14 1 1-15,-7-6-1 16,-10-1 0-16</inkml:trace>
  <inkml:trace contextRef="#ctx0" brushRef="#br0" timeOffset="51191.19">7719 12336 100 0,'-18'0'50'0,"22"9"-65"16,-1 1 74-16,4 8-59 0,7 8 0 16,15 5-1-16,6 13 1 15,7 22 0-15,15 18 1 16,3 26 0-16,-11 6 0 15,-3 19 0-15,-4 15 1 16,-24-12 0-16,3-34 0 16,-28 43-1-16,-11-18 1 15,-13-16-5-15,-5-29 0 16,1-24-14-16,-4-25 0 16,0-23 0-16,8-21 0 15</inkml:trace>
  <inkml:trace contextRef="#ctx0" brushRef="#br0" timeOffset="51407.44">8791 12954 99 0,'32'44'49'0,"0"-26"-66"16,-15-18 85-16,15 0-69 15,28-6 1-15,11-3-5 16,-1-7 1-16,11-3-3 16,8 0 1-16,2 4-3 15,-10 2 0-15</inkml:trace>
  <inkml:trace contextRef="#ctx0" brushRef="#br0" timeOffset="51619.1">8901 13734 98 0,'-43'47'49'0,"40"-31"-68"0,13-16 70 16,22 3-54-16,32-18 1 16,17-4-21-16,21-16 1 15,32-9 23-15,14-3 0 0</inkml:trace>
  <inkml:trace contextRef="#ctx0" brushRef="#br0" timeOffset="52126.3">11240 12533 95 0,'17'13'47'0,"-34"12"-58"0,13-12 75 15,0 18-64-15,1 13 1 16,3 19 0-16,-4 21 0 16,-3 17-1-16,-10 11 0 15,-12 11 0-15,-6-4 1 16,-11-9-1-16,-14-1 0 16,-21-11-1-16,-18-14 0 15,4-15 0-15,3-19 0 0,1-18-2 16,-4-23 1-16,6-12 0 15,22-16 1-15,14-15-1 16,18-7 1-16,17-9 0 16,26 3 0-16,16 0 1 15,15 6 0-15,3 10 1 16,18 9 0-16,29 15 0 16,13 23 1-16,4 19 0 15,14 18 0-15,21 16-1 16,0 12 1-16,0 1-15 15,4-7 1-15,3-12-2 16,-11-22 1-16</inkml:trace>
  <inkml:trace contextRef="#ctx0" brushRef="#br0" timeOffset="52485.09">12266 12151 98 0,'-46'-94'49'0,"-42"22"-63"0,67 50 77 16,-11-7-63-16,4-2 1 15,3 9-1-15,1 10 1 16,-1 5-2-16,11 23 1 16,0 31 0-16,3 41 1 15,0 50-2-15,-10 47 1 16,7 44 0-16,14 50 1 0,-10 28 0 15,17 7 1-15,0-4 0 16,17-21 0 0,33 34 0-1,-4-88 1-15,-4-69-3 16,0-44 0-16,4-34-5 16,0-44 0-16,4-28-15 15,-4-35 1-15,-7-19-1 16,-1-15 0-16</inkml:trace>
  <inkml:trace contextRef="#ctx0" brushRef="#br0" timeOffset="52709.88">12580 12784 110 0,'-28'32'55'0,"-25"8"-79"0,46-27 104 16,0 12-81-16,7 13 1 15,10 12-1-15,5 22 0 16,6 19-1-16,0 16 1 16,4 5-8-16,-1 11 1 15,4-7-1-15,1-10 0 16</inkml:trace>
  <inkml:trace contextRef="#ctx0" brushRef="#br0" timeOffset="53242.25">13504 12963 106 0,'-28'0'53'0,"-25"13"-63"0,36-7 71 16,-1 6-62-16,0 4 1 16,1 3-2-16,3 3 0 15,-4 9 1-15,4 13 0 16,7 56-1-1,10-6 0-15,8-15 0 16,3-10 1-16,4-16 1 16,-1-9 1-16,4-19 1 15,4-15 1-15,7-10 0 16,-7-13 0-16,-4-25-2 16,-7-15 1-16,0-16-6 15,-7-9 1-15,0 2-19 16,-10-5 1-16,-5 12-2 15,-9 9 1-15</inkml:trace>
  <inkml:trace contextRef="#ctx0" brushRef="#br0" timeOffset="54023.66">14291 12988 88 0,'-21'-6'44'0,"-21"28"-55"0,34-19 80 15,-2 3-69-15,-4-3 0 16,-4 4 0-16,4-1 0 16,-4-3-1-16,1 3 1 15,-1 7 0-15,-3 2 0 16,0 11 0-16,0 17 1 15,3 8-1-15,0 8 1 16,8 1 0-16,3-1 0 16,7 1 0-16,10-13 0 0,11-9-1 15,8-10 0 1,6-16 0-16,4-12 0 0,0-15 0 16,-1-10 0-16,1-7 0 15,0-8 0-15,-7-1 0 16,-8 3 1-16,-9 0-2 15,-8 4 1-15,-14 0-6 16,-8-4 0-16,-9 0-1 16,-4-3 1-16</inkml:trace>
  <inkml:trace contextRef="#ctx0" brushRef="#br0" timeOffset="54458.31">14337 12606 99 0,'-25'3'49'0,"22"-3"-56"0,10 0 64 15,7 0-57-15,14 6 0 0,11 3 0 16,21 13 0-16,0 10 0 16,7 8 0-16,-4 11 0 15,4 18 0-15,0 6 1 16,-7 6 1-16,-10 10-1 15,-11 7 1-15,-18 2 0 16,-21 0 0-16,-14-3-1 16,-18-18 0-16,-10-1-5 15,-18-15 1-15,-15-7-8 16,-2-15 0-16,3-10 0 16,3-12 0-16</inkml:trace>
  <inkml:trace contextRef="#ctx0" brushRef="#br0" timeOffset="54748.11">15427 13549 106 0,'-49'38'53'0,"31"-16"-70"0,25-22 80 0,7 3-64 16,21-3 1-16,29 0-1 16,17-3 1-16,14-13 0 15,18 4 0-15,11-4-4 16,-1-6 1-16,-10 0-8 15,-11-3 1-15,-6-3-1 16,-15 3 0-16</inkml:trace>
  <inkml:trace contextRef="#ctx0" brushRef="#br0" timeOffset="54999.81">15540 13019 103 0,'-50'44'51'0,"36"32"-67"15,18-51 78-15,14 12-63 16,13 14 1-16,22 14-3 0,14 4 1 16,7 7-3-16,0-4 1 15,4-3-19-15,3-7 0 16,-3-15 1-16,-1-21 0 15</inkml:trace>
  <inkml:trace contextRef="#ctx0" brushRef="#br0" timeOffset="55224.68">16711 12822 104 0,'0'19'52'0,"-39"28"-77"16,32-35 107-16,4 17-83 16,10 11 1-16,14 20-1 15,14 25 1-15,8 9 0 16,6 15 0-16,-3 4-6 16,-4 0 1-16,0-13-10 15,-3-5 0-15,-3-20-1 16,-5-22 1-16</inkml:trace>
  <inkml:trace contextRef="#ctx0" brushRef="#br0" timeOffset="55592.84">17276 12947 101 0,'-4'10'50'0,"29"21"-64"15,-11-21 84-15,7 11-69 16,0 5 0-16,4 11 1 16,-4 20 0-16,4 8-3 15,6 14 1-15,-2 9 1 16,-1 3 1-16,0 3-3 16,-3-7 1-16,-4-5-9 15,-3-16 0-15,-4-16 0 16,-4-15 1-16</inkml:trace>
  <inkml:trace contextRef="#ctx0" brushRef="#br0" timeOffset="55860.75">17903 13098 105 0,'32'19'52'0,"-74"-7"-59"0,38-6 69 16,4 4-63-16,11 9 1 15,3 3-2-15,11 3 1 16,-1 16 0-16,1 2 1 16,0 8-6-16,0-1 1 0,3 6-7 15,0-2 0-15,-3-14 0 16,-4-5 0-16</inkml:trace>
  <inkml:trace contextRef="#ctx0" brushRef="#br0" timeOffset="56224.31">18193 12640 100 0,'-7'16'50'0,"3"-13"-64"0,8 3 77 16,3 7-63-16,10 9 0 15,12 3 0-15,6 9 0 16,7 7 0-16,8 12 0 15,3 4 0-15,6 9 1 16,1 12-1-16,4 13 1 16,-4 6 0-16,-11 0 0 15,-13 16 0-15,-19-6 0 16,-17-7-1-16,-10-6 1 16,-12-28-7-16,-6-9 1 0,-7-26-19 15,-7-25 1-15,-4-34-1 16,0-10 0-16</inkml:trace>
  <inkml:trace contextRef="#ctx0" brushRef="#br0" timeOffset="56608.78">18979 12298 101 0,'-7'-12'50'0,"32"5"-77"15,-4 11 101-15,7 5-75 0,15 16 0 16,6 13-3-16,11 18 0 15,7 23 5-15,0 33 1 16,4 30-2-16,-4 36 0 16,-11 23 1-16,-6 34 1 15,-12 0 1-15,-16 0 1 16,-12-15-2-16,-13-26 1 16,-8-27-1-16,-17-26 0 0,-11-25-4 15,-14-35 1-15,-10-37-14 16,-8-34 0-16,1-39-1 15,-15-36 1-15</inkml:trace>
  <inkml:trace contextRef="#ctx0" brushRef="#br0" timeOffset="96242.61">21975 7215 80 0,'-8'-3'40'0,"19"0"-34"0,-11 3 40 0,11-6-42 15,-1 2 0-15,4 1 2 16,4 3 0-16,10 0-7 16,4 0 0-16,7-3 5 15,10 3 0-15,4 0-2 16,0-3 0-16,-4 3-2 16,1 3 1-16,-4-6-8 15,-1 0 1-15,1 0-18 16,-3 9 1-16,-12-3-1 15,-2-3 1-15</inkml:trace>
  <inkml:trace contextRef="#ctx0" brushRef="#br0" timeOffset="96518.75">21918 7689 78 0,'-25'-4'39'0,"40"-8"-58"0,-5 3 76 15,8-4-55-15,6 0 1 16,5 1 5-16,2 2 0 0,8 4-8 16,4 0 0-16,13-3 5 15,4 2 1-15,-4 1-2 16,4 0 0-16,-3 6-6 15,-1-7 1-15,-3 1-15 16,-3 9 0-16,-8 0 0 16,-14 7 0-16</inkml:trace>
  <inkml:trace contextRef="#ctx0" brushRef="#br0" timeOffset="97822.03">24398 6513 98 0,'-7'-19'49'0,"18"31"-69"16,-8-8 84-16,1 2-64 15,-1 6 0-15,-3 4 1 16,-3 12 0-16,-8 10-1 16,-3 18 1-16,-7 13 0 15,-4 3 1-15,-10 16 0 16,-7 3 1-16,-8 13-1 16,-10 2 1-16,-3-9-1 15,-4-2 0-15,0-11-1 16,0-15 1-16,10-9-2 15,1-10 0-15,-4-12-1 0,-4-16 1 16,4-10-1-16,0-9 1 16,4-15-1-16,3-10 1 15,7-6 0-15,7-7 0 16,11-6 0-16,7-9 0 16,10-3 0-16,8-4 0 15,6 10-1-15,8 3 1 16,3 0 1-16,0 7 0 0,7 2 0 15,7 10 0-15,4-3-1 16,0 6 1-16,7 3 0 16,0 10 0-16,-4 3-1 15,-3 18 0-15,3 10 0 16,0 3 0-16,0 13 0 16,4 15 0-16,0 10 1 15,0 3 0-15,7 3-1 16,0 0 1-16,3 3 0 15,4 0 1-15,-7 6-1 16,-4-9 0-16,0-9-1 16,-6-13 0-16,-5-3 0 15,-2-7 0-15,-8-5-4 16,-4-13 0-16,-2-10-16 16,-8-6 1-16,0-15-1 15,0-13 0-15</inkml:trace>
  <inkml:trace contextRef="#ctx0" brushRef="#br0" timeOffset="98290.74">24998 6124 87 0,'-28'-25'43'0,"10"25"-59"0,11 0 68 0,0 0-52 16,-4 3 1-16,-3 9 4 16,-3 17 1-16,-5 15-5 15,1 12 1-15,-4 19 4 16,-3 10 1-16,-3 28 0 16,-1 19 0-16,0 12-3 15,4 25 1-15,14-3-3 0,7 0 1 16,10-6-2-16,11-9 0 31,29 15-3-31,-12-47 0 16,19-18-7-16,3-20 0 15,0-24-1-15,10-26 1 16</inkml:trace>
  <inkml:trace contextRef="#ctx0" brushRef="#br0" timeOffset="98636.31">25382 6685 108 0,'-10'-9'54'0,"-1"9"-62"16,11 6 71-16,4 13-63 15,3 9 0-15,0 19-1 16,3 10 1-16,-3 18 0 16,1 9 1-16,2 23-1 15,1 3 0-15,-1-7 0 16,4-2 0-16,4-4-1 15,0-6 0-15,-1-10-8 16,1-2 1-16,-4-13 0 0,-3-10 0 16</inkml:trace>
  <inkml:trace contextRef="#ctx0" brushRef="#br0" timeOffset="99068.18">26053 7043 78 0,'-22'-25'39'0,"-6"15"-38"0,21 10 35 0,-3 3-34 15,-4 0 0-15,-8 10 3 16,1-4 1-16,0 4-5 15,-4 9 0-15,4 9 4 16,3 7 1-16,1 18-1 16,6 4 0-16,8-1-2 15,10 1 0-15,7-7-3 16,4-3 1-16,10-6-1 16,7-12 1-16,7-10-1 15,11-7 0-15,-3-11 1 16,-1-11 1-16,-7-5-1 15,1-10 1-15,-11-13-1 16,-8-9 1-16,-6-3-1 0,-8 3 0 16,-13-3-1-16,-4 3 1 15,-7-3-3-15,-14 7 1 16,-8 2-10-16,-10 4 0 16,-7 8 0-16,1 14 0 15</inkml:trace>
  <inkml:trace contextRef="#ctx0" brushRef="#br0" timeOffset="99559.83">26261 6629 100 0,'-25'-19'50'0,"-3"-6"-59"16,28 25 70-16,-4 0-61 15,4 3 0-15,0 6 0 16,7-6 0-16,0 4 0 15,1 5 1-15,2-2 0 16,4 2 1-16,4 1-1 16,7 6 1-16,3 3-1 0,7 3 0 15,11 12 0-15,10 4 0 16,1 3-1-16,10 6 1 16,-11-6-1-16,-3 0 0 15,-7 6 0-15,-7 0 1 16,-11 7-1-16,-7 15 0 15,-14-3 0-15,-7-3 0 16,-7-4 0-16,-7 4 0 0,-11-9-1 16,1-4 0-16,-4-6-7 15,-4-3 0-15,0-6-1 16,-3-7 1-16</inkml:trace>
  <inkml:trace contextRef="#ctx0" brushRef="#br0" timeOffset="99935.1">27383 7384 106 0,'3'0'53'0,"22"7"-64"0,-11-4 71 16,7-9-61-16,14 9 1 15,15-6-1-15,6 3 0 16,15 0 0-16,3-10 0 15,-4-2-7-15,-6-4 0 16,-4 0-10-16,-4 1 0 0,-10-1 1 16,-14 0 0-1</inkml:trace>
  <inkml:trace contextRef="#ctx0" brushRef="#br0" timeOffset="100218.68">27633 6892 90 0,'-35'-28'45'0,"0"18"-64"15,31 4 79-15,0 0-61 16,1 0 1-16,3 6 0 16,0 3 1-16,3 0 1 15,1 6 1-15,0-6 0 16,-1 4 1-16,4 5 0 15,-3 7 1-15,6 9 0 16,-6 13 0-16,3 12-3 16,-4 16 1-16,8 19-2 0,0 3 1 15,3-3-2-15,-4-7 1 16,4-5-2 0,-7-17 0-16,0-9-10 0,-3-9 0 15,-1-9 0-15</inkml:trace>
  <inkml:trace contextRef="#ctx0" brushRef="#br0" timeOffset="103165.06">26684 6083 87 0,'-67'-22'43'0,"39"16"-39"0,28 6 43 0,0 0-46 16,10 0 1-16,5 6 1 16,13 4 0-16,7 8-3 15,7 23 0-15,8 12 2 16,3 23 1-16,-11 15-2 16,-3 34 1-16,-14 19-1 15,-18 13 1-15,-18 31-1 16,-14-3 1-16,-17-6-1 15,-14 6 0-15,-11-22-1 16,-8-9 0-16,-2-10-4 16,-1-9 0-16,1-16-10 15,6-22 0-15,15-22-1 16,13-21 1-16</inkml:trace>
  <inkml:trace contextRef="#ctx0" brushRef="#br0" timeOffset="104008.32">28011 6205 98 0,'-32'-62'49'0,"14"24"-60"0,11 35 77 0,0 3-66 15,4 3 1-15,-8 6 0 16,0 17 0-16,-10 21-1 15,4 22 0-15,-5 15 1 16,1 17 0-16,0 27-1 16,0 10 1-16,0 3-1 15,0 10 1-15,3-10-1 16,4-3 0-16,7-19 0 16,3-6 1-16,11-16-1 15,7-12 1-15,11-7-1 16,10-15 0-16,4-16 0 15,4-9 1-15,-5-10-1 16,-2-6 0-16,-5-4 0 0,-6 1 0 16,-4-3 0-16,-7-7 0 15,-3 1 0-15,-11-10 0 16,0-10 0-16,-7-8 1 16,-7-11-1-16,-7-8 1 15,-4-10-1-15,-7-10 1 16,-3-2-1-16,3-17 1 15,4-5-1-15,0-10 1 0,6 6-1 16,5-6 0-16,6 7 0 16,11-7 0-16,7-6 0 15,11-1 0-15,7 4-1 16,6 6 1-16,5 4 0 16,6-4 0-16,4-3 0 15,0 9 0-15,0 10-1 16,-4 10 1-16,-7 11 0 15,-7 14 0-15,-6 9 0 16,-5 6 0-16,-6 3 0 16,-8 3 1-16,-3 4-1 15,0 2 0-15,-3 4 0 16,3 0 1-16,-4 3-2 16,1-1 1-16,-1-2 0 15,-3 3 0-15,0 3 0 16,-3-3 0-16,-1-3-1 15,0 6 1-15,1 0-7 0,-4 0 1 16,3 6-1-16,-3 6 1 16</inkml:trace>
  <inkml:trace contextRef="#ctx0" brushRef="#br0" timeOffset="104422.92">28561 6453 97 0,'39'-31'48'0,"-29"6"-46"16,-3 22 55-16,-3 3-56 16,3 9 1-16,-4 3 0 15,-3 10 0-15,-7 13-3 16,-7 12 1-16,-7 22 3 16,-11 12 0-16,-10 10-1 15,-7 10 1-15,-15-1-1 16,-3 13 1-16,4 3-2 15,3-13 1-15,0-8-2 0,3-8 1 16,11-11-6-16,11-17 1 16,10-12-8-1,8-15 1-15,6-14-1 0,4-11 1 16</inkml:trace>
  <inkml:trace contextRef="#ctx0" brushRef="#br0" timeOffset="104648.49">28250 6842 96 0,'-7'-38'48'0,"4"32"-51"16,3 6 61-16,3 6-57 16,4 10 1-16,8 6 0 15,2 9 1-15,8 10-4 16,7 3 0-16,-4 9-3 15,4 1 0-15,3-1-14 16,0 3 0-16,-7-9-1 16,-3-6 0-16</inkml:trace>
  <inkml:trace contextRef="#ctx0" brushRef="#br0" timeOffset="105658.57">28864 6080 97 0,'-67'-75'48'0,"-21"50"-63"0,60 18 86 16,-7-5-71-16,-4-1 1 15,-4 4-1-15,-9 9 1 16,-8 0-1-16,0 15 0 15,-7 7 1-15,-8 13 0 0,-6 21 0 16,18-15 0-16,-32 59-1 16,-4 4 1-16,11 15 0 15,14 19 0-15,14-3 0 16,10-3 0-16,11 21 0 16,15-5 0-16,13-10-1 15,8-19 1-15,13 0-1 16,15-16 1-16,10-8-1 15,14-8 0-15,8-24 0 16,10-19 1-16,4-19-1 16,13-12 1-16,1-20-1 15,7-15 0-15,-1-9 0 16,-3-16 1-16,1-13-1 16,-1-12 0-16,-7-19 0 15,-7-6 0-15,-10-6 0 16,-8 5 1-16,-7-2-1 15,-10-13 0-15,-11 10 0 16,-3 2 0-16,-11 4 0 0,-7 0 0 16,-10 9 0-16,-11-3 1 15,-7 13 0-15,-11 6 0 16,-7 12 0-16,-3 13 1 16,-1 9-1-16,-3 4 1 15,-3 12-2-15,0 3 1 16,-8 7-1-16,1 9 1 15,-11 15-1-15,0 13 1 16,0 28-1-16,-7 4 0 16,0 12 0-16,-11 19 0 0,0 25 1 15,-3 9 0-15,10 3-1 16,11 20 0-16,18-1 0 16,10-6 0-16,11-13 0 15,10-6 0-15,15-6-1 16,13-16 0-16,15-9 1 15,10-16 0-15,15-12 0 16,3-13 0-16,3-13 0 16,4-18 0-16,7-13 0 15,14-15 0-15,4-16-1 16,0-13 0-16,3-9 0 16,-4-4 1-16,-2-2 0 15,2-13 1-15,-10-3-1 16,-7-7 0-16,-10 4 0 15,-11-6 1-15,-8 2 0 16,-13 1 0-16,-4-7-1 16,-10-9 0-16,-4 3 1 0,-7 0 0 15,-4 0-1-15,-3 3 1 16,-7 4-1-16,-7-1 0 16,-7 10 0-16,-7 6 1 15,-4 12-3-15,-11 13 1 16,-6 4-7-16,-8 15 0 15,1 12-20-15,-4 13 1 16,10 16-1-16,15 21 1 16</inkml:trace>
  <inkml:trace contextRef="#ctx0" brushRef="#br0" timeOffset="106014.13">30053 5838 109 0,'-21'-87'54'0,"-14"18"-82"16,28 59 111-16,-7 4-84 15,-8 6 1-15,-2 13-1 16,-8 15 1-16,-3 13 1 16,-11 15 0-16,-11 26 1 15,-6 49 0-15,-4 29 1 0,-7 57 1 16,0 37-1-16,7 28 1 16,17 6-2-16,26-21 1 15,24-38-3-15,21-19 0 16,14-31-5-16,7-42 1 15,15-30-19-15,6-32 1 16,8-31-1-16,-4-34 1 16</inkml:trace>
  <inkml:trace contextRef="#ctx0" brushRef="#br0" timeOffset="106398.09">29968 6503 111 0,'0'-37'55'0,"0"5"-76"16,0 32 98-16,8-3-77 15,2 9 0-15,4 10 0 16,-10 15 0-16,3 20 0 0,-7 30 0 16,-7 16 0-16,0 13 1 15,-4 12-1-15,1 13 1 16,-5-6 0-16,8-7 0 15,4-15-2-15,-1-4 1 16,4-12-8-16,0-16 1 16,4-6-1-16,3-22 1 15</inkml:trace>
  <inkml:trace contextRef="#ctx0" brushRef="#br0" timeOffset="106832.4">30427 6811 107 0,'-35'-38'53'0,"14"44"-61"15,17 0 65-15,-3 7-58 16,0 12 0-16,-4 6 0 15,1 4 0-15,-1 3 2 16,1 2 0-16,-4 7-1 16,3 7 1-16,4 5 0 15,7 10 0-15,7-9 0 16,11-4 0-16,10-6 0 0,11-12 0 16,7-10-1-16,6-3 1 15,-2-18-1-15,-1-10 1 16,-3-10-1-16,-11-15 0 15,-6-4 0-15,-8-2 0 16,-11-4 0-16,-10 1 0 16,-7-7 0-16,-7 3 0 15,-11 0-2-15,-3-6 1 16,-7-3-6-16,-7 3 0 16,-1 6-15-16,1 4 0 0,0 2 0 15,13 13 0-15</inkml:trace>
  <inkml:trace contextRef="#ctx0" brushRef="#br0" timeOffset="107220.72">30699 6516 95 0,'-25'-35'47'0,"14"20"-66"15,8 11 88-15,-1-2-68 16,-3 3 1-16,4-3 3 16,-1 0 0-16,1 2-5 15,3 8 0-15,7 5 4 16,7 0 1-16,7 13-2 0,7 7 1 16,11 5-2-1,11 16 0-15,9 16-1 0,-2 9 0 16,6 1-1-16,-13 8 1 15,-8-2-1-15,-10 12 0 16,-11 3-1-16,-10-9 1 16,-18-10-1-16,-8-6 1 15,-9-3-2-15,-15-12 1 16,-3-7-6-16,-4-12 0 16,0-10-13-16,4-12 0 0,3-7 1 15,0-6 0-15</inkml:trace>
  <inkml:trace contextRef="#ctx0" brushRef="#br0" timeOffset="107459.69">31334 7287 106 0,'17'-25'53'0,"47"16"-80"15,-36 6 95-15,14-4-74 16,1 1 0-16,3 3-1 16,-4 0 1-16,4-4 8 15,3 4 1-15,-3-3-18 16,-4-3 1-16,-3-1 2 16,-4 1 1-16</inkml:trace>
  <inkml:trace contextRef="#ctx0" brushRef="#br0" timeOffset="107724.46">31570 6914 106 0,'7'-16'53'0,"-28"13"-74"0,21 10 90 0,0 5-70 15,0 7 1-15,0 0 0 16,4 12 0-16,-1 13 1 15,4 3 0-15,-3 13-1 16,3 15 1-16,0 6-1 16,0-5 1-16,7 5-5 15,0-9 0-15,0-9-13 16,7-10 1-16,0-12-1 16,8-13 0-16</inkml:trace>
  <inkml:trace contextRef="#ctx0" brushRef="#br0" timeOffset="108037.15">32202 6648 100 0,'0'-38'50'0,"-15"28"-66"0,15 10 84 16,0 4-68-16,4-1 1 15,0 6 1-15,3 13 0 16,-4 16-2-16,4 18 0 16,-3 7 2-16,3 15 0 0,-4 7-1 15,1 15 0-15,-1 7-1 16,-3-7 0-16,0-9-6 15,4 0 0-15,-4-19-12 16,3-15 1-16,-3-17-1 16,4-8 0-16</inkml:trace>
  <inkml:trace contextRef="#ctx0" brushRef="#br0" timeOffset="108270.29">32639 6726 109 0,'7'-47'54'0,"-14"44"-78"16,7 3 98-16,4 6-75 16,-1 10 0-16,-3 12 0 15,0-6 0-15,-3 31 1 0,-1 10 1 16,-3 3-2-16,3 3 1 15,1 3-4-15,3 13 1 16,3-17-10-16,4-5 1 16,4-6 0-16,0-17 0 15</inkml:trace>
  <inkml:trace contextRef="#ctx0" brushRef="#br0" timeOffset="108722.22">32822 6572 98 0,'-10'-28'49'0,"3"28"-60"16,7 0 72-16,7 6-61 16,3 1 0-16,1-1 0 15,3 3 1-15,4 1-1 16,-1-4 1-16,8 0 0 16,3 7 0-16,4-4 0 15,3-3 0-15,1 4 0 0,-1 6 0 16,-3 2-1-16,-1 11 1 15,-2-1-1-15,-8 19 1 16,-7-10-1-16,-4-5 0 16,-13 24 0-16,-15 4 1 15,-10 6 0-15,-7 12 0 16,-7 10 0-16,-1-7 0 16,4-8-3-16,1-11 0 15,6-5-10-15,4-13 1 16,10-16-1-16,4-9 0 0</inkml:trace>
  <inkml:trace contextRef="#ctx0" brushRef="#br0" timeOffset="108999.53">33405 5954 87 0,'-32'-50'43'0,"11"0"-49"16,17 34 56-16,1 10-51 16,-1 0 1-16,8 9 1 15,6 0 1-15,4 13 0 0,4 3 1 16,14 12 1-16,10 13 1 15,14 31 0-15,-6 22 1 16,-1 26-1-16,1 27 1 16,147 440-12-16</inkml:trace>
  <inkml:trace contextRef="#ctx0" brushRef="#br0" timeOffset="109082.63">33863 7391 223 0,'-85'360'0'0,"47"-284"-16"0,-19-4 1 15,-17 0 0-15,-7-3 0 16</inkml:trace>
  <inkml:trace contextRef="#ctx0" brushRef="#br0" timeOffset="112526.8">33687 8589 102 0,'24'0'51'0,"-17"12"-60"0,-3-9 60 16,3 0-51-16,-3 4 1 16,-4-4 2-16,-4 0 0 15,-3 3-3-15,-11-3 1 16,-10-3 1-16,-11 0 1 15,-10 0-1-15,-15-6 1 0,-17-3-2 16,-14-1 1-16,-11 7-2 16,-10-9 1-16,-15-1-1 15,-13 4 0-15,-4 2 0 16,-18-2 0-16,-11 3 0 16,1-4 0-16,-15 1 0 15,-10 3 0-15,-7-1 0 16,-11 1 1-16,1 6-1 15,-8-6 1-15,4 3-1 16,3 3 1-16,4 0-1 16,14 3 1-16,0 0-1 15,17-3 1-15,11 3 0 16,4-6 0-16,7-3-1 16,7 2 1-16,-8-2-1 15,1 3 1-15,0 3-1 16,-8-3 0-16,5 0 0 15,-1 3 0-15,-4 0 0 0,5-3 0 16,-5 0 0-16,4 3 0 16,1-4 0-16,-8 4 1 15,3 7-2-15,1-4 1 16,-7 6 0-16,3 4 0 16,-4 6-1-16,-2-1 1 15,9 4-1-15,8-6 1 16,-4 3 0-16,0-13 0 15,15 4-1-15,10-7 1 0,-8 0 0 16,8-3 0-16,11 0 0 16,-1 3 0-16,-10 3 0 15,0 7 0-15,3-4-1 16,-13 7 1-16,-1-4 0 16,0 4 0-16,8 3 0 15,-8 0 0-15,11 3 0 16,7-4 0-16,10-8 0 15,18 2 1-15,15 4-1 16,17-3 0-16,14-7 0 16,14 0 0-16,18-3 0 15,14-3 0-15,10 0 0 16,18-6 0-16,11-3-1 16,21-1 1-16,21 4-1 15,21 0 1-15,11-4 0 16,21-2 0-16,28-1-1 15,11-3 1-15,13 4 0 16,22-4 0-16,7 7 0 0,15 3 0 16,-1-7 0-16,18 7 0 15,-15 0 0-15,19 2 1 16,-4 1-1-16,-1 0 0 16,12 3 0-16,3-6 0 15,7 6 0-15,3-13 1 16,11 4-1-16,1-4 1 15,9 4-1-15,-3-4 1 16,-6 7-1-16,-5-6 0 0,-6-1 0 16,-4-3 1-16,3 7-1 15,-6-4 1-15,6 7-1 16,-6-3 1-16,-1 6-1 16,1-4 1-16,-4 1-1 15,-8 3 1-15,-9-3-1 16,-4-1 0-16,-18 7 0 15,-11-3 0-15,-6 0 0 16,-15 0 0-16,-17 0 0 16,-11 3 0-16,-10 0 0 15,-11 3 1-15,-7 0-1 16,-4-3 0-16,-14 3 0 16,-6 0 1-16,-8 0-1 15,-7 1 0-15,-11-1 0 16,-10 0 1-16,-14 0 0 15,-7 0 0-15,-11 0-1 16,-7 0 0-16,-3 1 0 16,0-4 1-16,-4 3-1 0,3-3 1 15,1 0-1-15,7 0 0 16,0 6 0-16,-1-3 0 16,1 0 0-16,0-3 0 31,-8 0 0-31,-6-3 1 15,-4 3-1-15,-11-3 0 16,-6 3 0-16,-8-9 1 0,-7-1-1 16,-10 1 0-16,-18-4 0 15,-10 1 0-15,-15-1 0 16,-10 4 0-16,-25-1-1 16,-3 4 1-16,-18 3 0 15,-11 0 1-15,-14 0-1 16,-7 0 0-16,-17 3 0 15,-8 0 0-15,-17 0 0 16,-14 3 0-16,-7 0 0 16,-15 0 0-16,4-3 0 15,-7 3 1-15,1 0-1 16,6 0 0-16,10 4 0 16,8-4 0-16,-7 0-1 15,14 0 1-15,-11-3 0 16,11 3 0-16,-11-3-1 15,0 0 1-15,0 3-1 16,-10 0 0-16,10 7-1 16,-14-7 1-16,11 9 0 15,-7 1 0-15,6 3-1 0,1-7 1 16,0 7 0-16,6 3 1 16,1 3 0-16,3-4 0 15,4-2-1-15,0 0 1 16,7-4 0-16,7-5 0 15,3-7 0-15,15 0 0 16,13 0 0-16,-2 0 0 0,9 0 0 16,15 6 0-16,7 3 0 15,3-6 0 1,12 7 0-16,9-1 0 0,11-3 0 16,7-2 0-16,18-1 0 15,11-3 0-15,10 0 0 16,7-7 0-16,11-2 0 15,3 3 0-15,0-7 0 16,0-6 0-16,4-9 0 16,7-3 0-16,-1-10 0 15,5-9 0-15,3-7-1 16,3-8 1-16,7-17 0 16,4-12 0-16,4-9 0 15,3-10 1-15,3-7-1 16,1-14 0-16,-1 5 0 15,-3 4 0-15,0 2 0 16,0-2 0-16,0-4-1 16,0 10 1-16,-3 0 0 15,3-3 0-15,0-1 0 0,0 1 1 16,3 6-1-16,8 13 0 16,3-1 0-16,0 1 1 15,4 2-1-15,-1 10 0 16,5 13 0-16,-5 9 1 15,1 9-1-15,0 1 0 16,-4 6-1-16,3 12 1 16,-6 3 0-16,3 0 0 15,-3 10 0-15,3 0 1 0,-4 6-1 16,1 0 0-16,-1 10 0 16,1-1 1-16,0 1-1 15,3 5 0-15,7-2 0 16,11-1 0-16,10 7 0 15,11-3 0-15,14 0 0 16,7-7 0-16,14-2 0 16,18-7 0-16,17 12 0 15,4-6 0-15,18 10 0 16,28-3 0-16,0-4 0 16,24 10 0-16,4 0 0 15,29-3 0-15,10 6 0 16,24 0 0-16,8-10 0 15,21 4 0-15,3 0 0 16,11-7 0-16,7 4-1 16,3 6 1-16,11 15 0 0,-3-5 1 15,0 2-2-15,-4 0 1 16,-11 7 0-16,8 6 0 16,3-10-1-16,3-2 1 15,4-4-1-15,-10 4 1 16,3-7-1-16,-11-3 1 15,-13-13 0-15,-22 7 0 16,-18 0 0-16,-24 15 0 16,-25-9 0-16,-14 0 0 15,-28 6 0-15,-25 1 1 16,-14 2-1-16,-10-9 0 0,-19 0 0 16,-9-9 0-16,-5-1 0 15,-3-2 0-15,-7 2 0 16,-10 4 0-16,-15 3 0 15,-6-7 0-15,-8 4 0 16,-7 3 1-16,-7 0-1 16,-3 3 1-16,-7 0-1 15,-1 0 1-15,1 9-1 16,-1-6 1-16,11 7-1 16,15-7 0-16,6 3 0 15,4-6 0-15,14 3 0 16,-11-3 0-16,-6 7 0 15,-5 5 0-15,-6-6 0 16,-4 13 0-16,-6-6 0 16,-8 2 0-16,-4 1 0 15,-3 9 0-15,-3-6 0 0,-1 3 1 16,1 9-1 0,3 4 0-16,0-4 0 0,0 10 0 15,-3 3 0-15,-1 3 0 16,-6 6-1-16,-1 10 1 15,-3-10-1-15,0 4 1 16,-4 5 0-16,1 1 0 16,-1 12 0-16,1 10 0 15,3 9 0-15,3 16 0 16,4-7 0-16,4 7 1 0,-1 6-1 16,4-3 0-16,4-9 0 15,-1-4 0-15,1-3 0 16,-1 0 0-16,-6 4 0 15,0-14 1-15,-4 4-1 16,0-3 0-16,-4 3 1 16,0-9 0-16,-3 5-1 15,4-8 0-15,-1-10-1 16,1-6 1-16,-1-7 0 16,4 0 1-16,0-5-1 15,0-11 0-15,0-8 1 16,0-4 0-16,0 0-1 15,0 0 1-15,-3 1-1 16,-1-1 0-16,1-3 0 16,-1 0 0-16,1-3 0 15,-1-6 0-15,1 2 0 16,-1 1 1-16,1 3-1 16,-5 10 0-16,5-4 0 0,-1-3 0 15,1 0-2-15,-1-3 0 16,1-6-14-16,-1-7 0 15,-3-18 0-15,0-23 0 16</inkml:trace>
  <inkml:trace contextRef="#ctx0" brushRef="#br0" timeOffset="113234.24">16605 4976 86 0,'-31'-22'43'0,"16"57"-43"16,15-26 44-16,-3 16-44 15,3 35 0-15,3 2 0 16,-3 20 1-16,7-7-2 15,8 4 1-15,9-7 1 16,15-10 0-16,25-14 1 16,17-33 0-16,25-24 1 15,35-19 0-15,14-16 0 16,21-7 1-16,8-11-1 16,-11-17 0-16,-11 14-2 0,-3 14 1 15,-18 14-12-15,-21 12 0 16,-18 12 0-16,-21 4 0 15</inkml:trace>
  <inkml:trace contextRef="#ctx0" brushRef="#br0" timeOffset="113921.12">25259 4302 90 0,'-32'-38'45'0,"43"48"-52"0,-11 2 58 15,0 7-51-15,0 16 0 16,3 12 0-16,1 22 0 0,3 0 0 15,0-7 0-15,-4-5 0 16,8-1 0-16,0-12 2 16,3 0 0-16,0-13 1 15,3-6 0-15,1-3 0 16,7-6 0-16,3-7 0 16,4 1 1-16,21-10-2 15,3 0 1-15,22-19-1 16,21-9 0-16,27-10-1 15,19-28 1-15,17-3-1 16,11 7 1-16,4 2-3 16,-12 4 1-16,-9 15-8 15,-15 6 1-15,-18 7-1 16,-13 19 1-16</inkml:trace>
  <inkml:trace contextRef="#ctx0" brushRef="#br0" timeOffset="125680.27">21904 8717 37 0,'4'19'18'0,"3"-16"-1"0,0-9 18 16,7 0-31-16,7-1 1 16,0 1 1-16,7-7 1 15,11 4-9-15,10 3 0 0,19 0 5 16,2 6 1-16,8 0-3 15,10 3 0-15,28 0-1 16,1-3 1-16,13 0-1 16,11-3 0-16,25 0 0 15,-4-1 0-15,22-5 0 16,3 6 0-16,-7-7 0 16,17 4 1-16,-6 0-1 15,6 0 0-15,11-1 0 16,-3-5 0-16,17-4 0 15,1-3 0-15,20 0 0 16,0-6 0-16,26 0 0 16,-8 0 0-16,21 3 0 15,-7 3 1-15,14 4-1 16,-10 2 0-16,10 4 0 16,-10-1 0-16,0 10 0 15,-15-3 0-15,-6 3 0 16,-4 7 0-16,-7-1 0 0,7-3 1 15,-7 0-1-15,7 0 0 16,0-6 1-16,3 3 0 16,-6-3 0-16,-4 3 0 15,-15 0 0-15,-6 3 1 16,-11 3-1-16,-21 1 0 16,-14-1-1-16,-17 6 1 15,-22 1-1-15,-11-4 0 16,-17 4 0-16,-18-7 0 0,-13 0 0 15,-15-6 1-15,-11 4-2 16,-7-4 1-16,-3 3-3 16,-7 0 1-16,-7 0 0 15,-4 0 0-15</inkml:trace>
  <inkml:trace contextRef="#ctx0" brushRef="#br0" timeOffset="128779.78">25375 4305 45 0,'-14'-3'22'0,"-3"3"-11"16,17-9 22-16,-4 9-31 15,0-4 1-15,1 4 1 16,3 0 0-16,0 4-6 16,3-1 1-16,1 6 3 15,3 10 1-15,0-3-2 16,0 2 1-16,0 11-1 15,0 5 0-15,0 10 0 16,0 3 0-16,0 3-1 16,1-3 1-16,2-6 0 0,1-3 0 15,-1-4 0-15,4 4 0 16,4-4 0-16,0 1 0 16,-1-10 0-16,1 0 0 15,0-9 0-15,6 2 1 16,-3-5-2-16,1-4 1 15,2-6 0-15,5 4 0 0,2-14-1 16,1-2 1-16,3-3 0 16,4-1 0-16,3-6 0 15,8 0 0-15,6 1 0 16,18-1 0-16,8-13-1 16,2 1 0-16,11 0 0 15,11-7 1-15,18 4-1 16,-8-4 0-16,8 0 0 15,3 4 1-15,3 2-1 16,-6 7 0-16,-1-3 0 16,-3 0 1-16,11 0-1 15,-19 6 0-15,-6 6 0 16,-7-6 0-16,-11 6 0 16,-7 4 0-16,-17 2 0 15,-11 7 0-15,-11-6 0 16,-10 3 0-16,-7 3 0 15,-11 3 0-15,-14 0 0 16,-4 3 1-16,-13-3-1 16,-8 6 0-16,-14 3 0 0,-10 4 1 15,-18 6-1-15,-22 3 1 16,-2-7-1-16,-15 10 1 16,-11 7-1-16,-10-1 1 15,0 7-1-15,-7 3 1 16,-3-1-1-16,-11-2 1 15,7 6-1-15,-8-10 0 0,-2 4 0 16,-5 6 0-16,12 0 0 16,-8-10 0-16,0-2 0 15,15-1 0-15,13-3 0 16,11-6 1-16,11-9-1 16,17-7 0-16,11-3 0 15,11-6 1-15,10 3-1 16,7-13 0-16,7 1 0 15,4-4 1-15,7-3-1 16,3-9 0-16,4 0 0 16,0-10 1-16,10-6-2 15,4-12 1-15,4-1 0 16,-1 4 0-16,4 0 0 16,0 9 1-16,0-6-1 15,0 3 0-15,0 6 0 16,0 10 1-16,0 2-1 15,4 14 1-15,-1-4-1 16,4 6 0-16,0 1 0 0,-3 2 0 16,3 10 0-16,-4 0 0 15,1 7 0-15,3 2 0 16,-3 10 0-16,-1 6 1 16,1 6-1-16,-1 13 0 15,4 10 0-15,0 5 0 16,4-2 0-16,-1-1 1 15,4-6-1-15,4 4 0 16,-4-1 0-16,-3-9 0 0,3-7 0 16,-4 4 1-16,-2-3-1 15,-1-4 0-15,3 4 0 16,1-4 0-16,3-9 0 16,4-6 0-16,10-19 0 15,4-6 0-15,6-7 0 16,8-2 1-16,7-7-1 15,11 6 0-15,10 0 0 16,0-12 0-16,3 3 0 16,12-6 0-16,9 3 0 15,12-4 0-15,3-2 0 16,7-7 0-16,7-6 0 16,7 0 0-16,7-3-1 15,3 3 1-15,5 9 0 16,2 0 0-16,-6 7 0 15,-4-7 0-15,4 13 0 16,-4-9 0-16,-18 9 0 16,-10 6 0-16,-18 0 0 15,-10 10 0-15,-18-7 0 0,-14 13 0 16,-11-6-1-16,-10 9 1 16,-11 0 0-16,-10 0 0 15,-11 0 0-15,-11 0 0 16,-6 0 0-16,-12 3 0 15,-13 6 0-15,-22 7 0 16,-10-4-1-16,-21 7 1 16,-4 3 0-16,-17 0 0 0,-11 9 0 15,-7-2 0-15,0 14-1 16,-7-5 1-16,-7 3 0 16,3 3 0-16,4-7 0 15,-4-2 0-15,-3-1 0 16,10 7 0-16,8-9 0 15,-1-1 0-15,4-3 0 16,11-3 0-16,14-6 0 16,10 0 1-16,14-10-1 15,4-6 0 1,-3-3 0 0,10 0 0-16,10 0 0 15,11-3 0-15,7-3 0 16,8-7 0-16,6 1 0 15,7-13 0-15,4-3 0 16,7-10 1-16,0-6-1 16,0-6 0-16,4 3 0 15,-1 0 0-15,1 6 0 0,-1 7 1 16,0-4-1-16,4 10 0 16,0-10 0-16,0 13 0 15,4-6 0-15,7 9 0 16,3-7 0-16,0 7 0 15,-4 4 0-15,1 2 0 16,0 3 0-16,-1 7 0 16,1 3-1-16,-1 3 1 0,-3 3 0 15,0 7 0-15,-7 12 0 16,0 6 0-16,0 6 0 16,0 20 0-16,4 8 0 15,3 10 0-15,0-9 0 16,-3 3 0-16,6 3 0 15,-3-6 0-15,4-7 0 16,-4-3 0-16,3-2 0 16,-2 2 0-16,2-9 0 15,4-3 0-15,-3-7 0 16,-1-12 0-16,1-3 0 16,0-7 0-16,-1-2 0 15,4-4 1-15,0-9-1 16,7-10 0-16,4-9 0 15,7-3 0-15,3-3 0 16,18 0 0-16,0 3 0 16,3-7 0-16,8 1 0 15,3-3 0-15,11 2 0 0,13-5 0 16,8 8 0-16,0 1 0 16,3-16 0-16,4 3 0 15,10 10 0-15,1-13 0 16,-8 3 0-16,4 1 0 15,0 5 0-15,14 7 0 16,-7 0-1-16,-4 6 1 16,1 0 0-16,3 3 0 15,-11 3 0-15,-7 7 0 16,-10-4 0-16,-11 7 1 16,-7 3-1-16,-3 0 0 0,-8-3 0 15,-6-1 0-15,-4 4 0 16,-4 0 0-16,-3-6 0 15,-7 9 0-15,-4 0 0 16,-3 0 0-16,-7 9-7 16,-4-3 0-16,-4 10 0 15,-3 6 1-15</inkml:trace>
  <inkml:trace contextRef="#ctx0" brushRef="#br0" timeOffset="135955.56">20708 13248 80 0,'-18'13'40'0,"-27"-26"-39"16,41 13 41-16,4 0-40 15,4 4 0-15,10 2 5 16,3 0 1-16,8-3-8 16,3-9 1-16,11 0 5 15,7-10 1-15,14 0-1 0,10-3 0 16,15 1-3-16,3-1 0 15,-3 6-2-15,3 1 1 16,0-1-2-16,11 1 0 16,-14 5-1-16,-4-8 1 15,-3 2-3-15,-8 1 1 16,-10-10-9-16,-3 6 1 16,-8-3 0-16,-10 7 0 15</inkml:trace>
  <inkml:trace contextRef="#ctx0" brushRef="#br0" timeOffset="136388.46">20786 13897 64 0,'-32'10'32'0,"-21"-29"-18"15,46 10 22-15,3-1-34 16,4-2 1-16,7-1 1 16,1-3 1-16,9 1-5 0,8 2 1 15,7-2 5-15,6 2 0 16,5 1-1-16,6 2 1 15,11 4-2-15,14-4 1 16,-3 4-2-16,3 3 0 16,0 0-2-16,0 0 1 15,0-4-1-15,-3 4 1 16,3 0 0-16,-11-6 0 16,-10 3-2-16,-11 2 1 15,-6-2-1-15,-8 3 0 0,-10 3-5 16,-8 3 0-16,-3-3-15 15,0 0 1-15,-7 0 0 16,14-6 0-16</inkml:trace>
  <inkml:trace contextRef="#ctx0" brushRef="#br0" timeOffset="136830.71">25594 12389 98 0,'-4'-50'49'0,"33"34"-72"0,-22 13 88 16,0 0-64-16,0 0 0 16,-7 3 3-16,-14 9 0 15,-7 16-3-15,-15 16 1 16,-10 19 3-16,-10 21 1 16,-7 23 0-16,-1 9 0 15,-3 21-1-15,0 4 0 16,0 7-2-16,0-1 0 0,3 0-2 15,1-3 0-15,10 0 0 16,4-18 0-16,3-14-1 16,3-8 0-16,5-17-1 15,6-11 1-15,4-14-4 16,6-9 0-16,8-15-7 16,4-13 0-16,6-16 0 15,4-15 1-15</inkml:trace>
  <inkml:trace contextRef="#ctx0" brushRef="#br0" timeOffset="137364.93">24497 12515 96 0,'-25'-51'48'0,"11"-8"-53"0,18 43 55 15,3-3-49-15,0 1 0 16,3-1 0-16,8 6 1 16,-4 4-2-16,0 2 1 15,0 11 2-15,-3 8 1 16,3 4-1-16,0 12 1 0,7 7 0 15,0 5 0-15,11 4 0 16,0 13 0-16,7-1-2 16,10 10 1-16,0 9-1 15,8 4 0-15,-1-7-1 16,4 3 0-16,-7 0-1 16,-3 4 1-16,-4-4-1 15,-8-3 0-15,5 3 0 16,-5 10 1-16,-2-7-1 15,-1 1 1-15,0-4-1 16,-3 3 1-16,0-5-1 16,0-4 1-16,-8-10-1 15,-3-2 0-15,-6-4 0 16,-1-12 1-16,-7-7-1 16,0-6 0-16,-4-9-1 15,1-3 1-15,-1-4-6 16,1-2 1-16,-4-10-1 0,10-16 1 15</inkml:trace>
  <inkml:trace contextRef="#ctx0" brushRef="#br0" timeOffset="138655.82">26935 12279 108 0,'-25'-31'54'16,"-17"-54"-63"-16,35 63 56 0,-8-6-48 15,-2-13 1-15,-8-15 1 16,-7-13 1-16,-6-6-1 15,-12-7 0-15,-3 4 2 16,-10 3 1-16,-8-4 0 16,-3 4 1-16,0 3-1 15,-7 3 1-15,-7 6-2 16,-4 7 1-16,-3 9-3 16,-15 0 1-16,-3 6-1 15,-7 6 0-15,1 7-1 16,-12-3 1-16,4 12-1 0,4 6 1 15,6 7-1-15,-3 9 1 16,11 7-1-16,-1 15 1 16,5 3-1-16,2 10 0 15,-6 12 0-15,10 9 1 16,0 1-1-16,4 9 0 16,7 9 0-16,3 4 0 15,4 15 0-15,7 0 0 16,11 0 0-16,-4-2 0 0,7 5 0 15,7-3 0-15,0 10 0 16,3 2 0-16,12 1 0 16,2 3 0-16,8 13 0 15,7-7 0-15,10 6 0 16,4-6 1-16,7 10-1 16,11-4 0-16,3-6 0 15,4 4 0-15,6-7 0 16,-3-3 1-16,8 3-1 15,6-7 0-15,0 1 0 16,4-3 0-16,-4-1 0 16,4 1 0-16,7 0 0 15,3-7 0-15,4 7 0 16,4-4 0-16,3 4 0 16,0 2 0-16,7-11 0 15,0-1 0-15,7-9 0 16,10-7 0-16,8-9 0 0,-4-9 0 15,11-6 0 1,3-17 0-16,4-8 0 0,4-7 0 16,3-13 0-16,-8-5 0 15,5-7 0-15,-1-10 0 16,-3-2 0-16,-7-7 0 16,3-6 0-16,-7 0 0 15,4-13 0-15,-4 0 0 16,1 1 0-16,-5-7 0 15,-3 0 0-15,-10-6 0 16,0-7 0-16,3-9 0 0,-4-3 0 16,1-6 1-16,-4-6-1 15,0-17 0-15,0-11 0 16,-3-4 0-16,-4-6 0 16,-4 3 1-16,1-7-1 15,-8 4 0-15,-10 6 0 16,-3-6 0-16,-8 3 0 15,-7-3 0-15,-10 0 0 16,3-4 1-16,-7-8-1 16,0 5 0-16,0 4 0 15,-3 9 1-15,-4 7-1 16,-4-1 1-16,-6 7-1 16,-4 2 0-16,-7 4 0 15,-4 6 0-15,-3 7 0 16,-4 3 0-16,0 2 0 15,-3-2 0 1,-21-29 0-16,3 7 0 16,-7 22-1-16,-14 12 1 15,0 12 0-15,-11 4 0 16,1 13 0-16,3 8 0 16,0 4-1-16,3 3 1 15,0 7-1-15,8 2 1 16,-1 7-4-16,-3 9 1 15,0 3-5-15,-7 10 0 16,0 0-15-16,-17 12 1 0,-5-6 0 16,12-10 0-16</inkml:trace>
  <inkml:trace contextRef="#ctx0" brushRef="#br0" timeOffset="139816.01">29764 11260 104 0,'18'-106'52'0,"-4"71"-54"15,-14 35 53-15,0 0-51 16,-4 6 0-16,-6 13 1 16,-15 31 0-16,-14 13-1 15,-21 25 1-15,-25 31 1 0,-20 38 0 16,-33 53 1-16,-21 38 0 16,-10 37 1-16,-11 19 0 15,-3 0-1-15,17-15 0 16,18-38-1-16,24-41 1 15,18-38-2-15,22-31 0 16,13-31-4-16,15-25 1 16,17-22-6-16,7-16 0 15,11-29-13-15,10-24 0 0,4-28 0 16,4-42 0-16</inkml:trace>
  <inkml:trace contextRef="#ctx0" brushRef="#br0" timeOffset="140218.63">27996 11806 91 0,'-35'-110'45'0,"14"-12"-55"16,17 97 73-16,4-7-62 16,0-2 0-16,0 3 2 15,0 5 1-15,4 8-5 16,3 8 1-16,0 7 2 15,7 16 0-15,-3 15 0 16,3 25 1-16,0 48-2 16,4 43 1-16,3 50 0 15,4 35 1-15,13 41-1 16,15 21 0-16,11 1-1 0,10-7 1 16,3-18-1-16,1-13 1 15,14-16-1-15,-8-24 1 16,-9-17 0-16,-8-9 0 15,-4-15 0-15,-10-20 0 16,-14-8-1-16,-4-14 0 16,-14-18-4-16,-3-12 0 15,-11-29-1-15,-18-32 0 0</inkml:trace>
  <inkml:trace contextRef="#ctx0" brushRef="#br0" timeOffset="142417.98">12965 14227 54 0,'-32'-10'27'0,"4"4"-20"0,21 9 27 0,-4 3-29 16,0 7 0-16,1 3 3 15,3-4 1-15,3 4-11 16,8 3 1-16,6 0 8 16,15-4 0-16,17 4-1 15,8-6 1-15,6-1-1 16,18-6 0-16,11-2-2 15,14-4 1-15,3-4-2 16,4-5 0-16,-4-7-3 16,11-3 1-16,-18 1-1 15,-3-7 0-15,-11 6 0 16,-10-3 1-16,-15 6-1 16,-6 10 1-16,-12-4 0 15,-6 10 1-15,-4 4-1 16,-6 2 1-16,-5 0-1 0,-6 0 1 15,-1 4-1-15,-3-7 0 16,-7 0-1-16,0 3 1 16,0-2-7-16,4-11 1 15,3-2-1-15,7-7 1 16</inkml:trace>
  <inkml:trace contextRef="#ctx0" brushRef="#br0" timeOffset="143358.41">17477 14230 81 0,'-50'-13'40'0,"-27"4"-33"0,59 6 32 15,0 6-38-15,-3-3 1 16,0 3 1-16,7 0 0 16,7 0-4-16,3 0 1 15,8 1 3-15,10 2 0 0,18-3 0 16,7 0 0-16,6 0 0 15,19 0 0-15,3 4-1 16,7-4 1-16,11 3-1 16,3-6 0-16,4-6-1 15,-1-7 0-15,-3 4 0 16,-20-1 0-16,6 1-1 16,-11 0 1-16,-14 9 0 15,-10 0 0-15,-18-3-1 16,-13 12 1-16,-19 0-1 15,-10 1 1-15,-15-1-1 16,-9 1 1-16,-8 2-1 16,-18-2 0-16,-6-1 0 15,-8 0 0-15,-10-2 0 16,-1 8 0-16,-6-2 0 16,-4-4 0-16,7-3 0 15,8 4 1-15,13-1-1 16,15-6 0-16,17-3 0 0,10 4 1 15,12-4-1 1,13 3 0-16,8 3-1 0,13-6 1 16,15 6-1-16,14 1 1 15,14-4 0-15,7 0 0 16,10 0 0-16,11 0 0 16,8 0 0-16,6-3 1 15,-4 6-1-15,1-6 1 16,-11 4-1-16,-7 2 1 15,-14-3-1-15,-7 0 0 0,-10 0 0 16,-12 0 1-16,-9 1-1 16,-8-1 0-16,-11 3 0 15,-6 0 1-15,-1 4-1 16,-6-1 0-16,-12 0 0 16,-2 1 0-16,-8-4-3 15,0 0 1-15,-3 1-16 16,3-4 1-16,0-3-1 15,-6-10 1-15</inkml:trace>
  <inkml:trace contextRef="#ctx0" brushRef="#br0" timeOffset="157504.1">13222 14384 60 0,'-10'0'30'0,"-1"0"-31"16,11 3 31-16,0-3-30 15,3 6 1-15,1-3 2 16,3 3 1-16,7-3-2 16,11 1 1-16,14-8 3 15,21 8 0-15,14-11-1 16,7-2 1-16,14-4-1 15,14-2 0-15,1-4-3 16,-1-3 0-16,-10 9-2 16,-7-2 1-16,-11 2-1 0,-11 4 0 15,-13-1 0-15,-11 1 0 16,-15 6 1-16,-6 0 0 16,-18 3 1-16,-14 0 1 15,-14 0-1-15,-7 3 1 16,-11-3-1-16,-14 0 1 15,-21 0-2-15,-7 3 1 16,0 3-2-16,-8 4 1 16,-6-1-1-16,-7 13 1 0,3-6-1 15,7 2 1-15,11-2-1 16,11 0 1-16,10-4 0 16,17-5 0-16,12-1-1 15,13 0 1-15,11-3-1 16,18-3 0-16,20-6 0 15,26-3 0-15,10-4 0 16,3 1 0-16,1-1 0 16,3-3 0-16,-3 7 0 15,-1 0 1-15,-3-1-1 16,-10 7 0-16,-8-6 0 16,-14 5 0-16,-14 1 1 15,-6 3 0-15,-30 0 0 16,-9 0 0-16,-15 0-1 15,-14 3 1-15,-11 1 0 16,-20 8 0-16,-15 4-1 16,0 3 0-16,-3 6 0 15,0 3 0-15,-1-3 0 0,12 3 0 16,13-6 0-16,18-3 1 16,18-3-1-16,17-7 0 15,21-3 0-15,29-2 1 16,10-4-2-16,11-10 1 15,11-6 0-15,17-2 0 16,11-4 0-16,6-3 0 16,1-4 0-16,-7 4 0 15,-8 3 0-15,-3 7 0 16,-10-4 0-16,-4 3 0 0,-21 4 0 16,-15 2 0-16,-10 1 0 15,-17-4 1-15,-15 4-1 16,-10-1 1-16,-14 10-1 15,-32 0 1-15,-11 10-1 16,-10 6 1-16,-4 9-1 16,-3-3 0-16,-1 3 0 15,8-3 0-15,17-4 0 16,15-2 1-16,17-3-2 16,21-4 1-16,22-3 0 15,20-3 0-15,19-6-1 16,13 0 1-16,15-3 0 15,17-7 0-15,14-2 0 16,7-4 0-16,8 0 0 16,-4 0 0-16,3 0 0 15,-10 1 0-15,-11 5 0 0,-11 4 0 16,-17 2 0-16,-10-8 1 16,-15 8-1-16,-7 1 0 15,-14 0 0-15,-6 3 1 16,-23 0-1-16,-13 6 1 15,-11 3-1-15,-10 3 0 16,-7 7 0-16,-15 3 1 16,4 6-1-16,-11-3 0 15,1 0 0-15,6-3 0 16,8-4 0-16,10-5 0 0,10-1 0 16,5-3 0-16,13 1 0 15,11-4 0-15,10-3-1 16,8 3 1-16,10 0-1 15,11 0 1-15,13 0 0 16,5 1 0-16,3-1 0 16,3-3 0-16,4-3-1 15,7-4 1-15,0-2 0 16,-4-4 1-16,1 1-1 16,-15-1 0-16,0 1 0 15,-13-1 0-15,-8 4 0 16,-21-4 1-16,-7 4-1 15,-11 6 0-15,-10 3 0 16,-11 3 1-16,-3 3-1 16,-8 3 1-16,-10 4-1 15,-10 6 0-15,-4-3 0 16,0-1 0-16,7 1 0 0,10-4 0 16,11-2 0-16,11-4 0 15,14-3 0-15,14 0 0 16,17-3-1-16,19-3 1 15,13 3-1-15,18-6 1 16,3 0 0-16,4-1 0 16,11-2 0-16,3-4 0 15,0 1 0-15,-3-4 0 16,-4 4 0-16,-14 5 0 16,-14 1 0-16,-11 0 0 0,-3 3 0 15,-4 0 0-15,-10 3-4 16,-4-4 1-16,4 1-18 15,3 3 1-15,7 3 0 16,4-6 0-16</inkml:trace>
  <inkml:trace contextRef="#ctx0" brushRef="#br0" timeOffset="159148.95">17607 14496 88 0,'-21'4'44'0,"0"-11"-63"16,28 1 76-16,3-3-59 15,8-1 1-15,17-9 0 16,15 4 0-16,13-1 1 16,8 3 1-16,3 1-2 15,7 9 1-15,-3-3 1 16,-4-1 0-16,-7 1 0 15,-7 0 1-15,-7 3-1 16,-15-1 1-16,-13 4 1 16,-14 0 1-16,-15 0-2 15,-17 0 1-15,-14 4-1 16,-8-1 0-16,-10 0 0 16,-6 3 0-16,-16 7-2 15,-2-4 1-15,-8 0-1 0,11 4 1 16,7 0-1-16,11-1 1 15,10-2-1-15,10-1 0 16,15-6 0-16,18-3 1 16,10-3-1-16,21-6 0 15,14-4 0-15,18-3 0 16,4 1 0-16,-1-4 0 0,1-3 0 16,-8 0 1-16,-6 3-1 15,-8 3 0-15,-10 7 1 16,-8-7 0-16,-9 7-1 15,-12 3 1-15,-13 3-1 16,-12-1 1-16,-13 4-1 16,-21 7 1-16,-11 2-1 15,-11 0 1-15,-7 13-1 16,1-3 0-16,-8 6 0 16,7-3 0-16,8 0 0 15,6-3 1-15,22 0-1 16,21-7 1-16,20-2-1 15,23-4 1-15,13-3-1 16,21-6 0-16,15-3 0 16,13-7 0-16,11 1 0 15,4-4 0-15,-4-3-1 16,-3 4 1-16,-7-4 0 16,-11 3 0-16,-14 3 0 0,-11 4 1 15,-14 3-1-15,-14 0 1 16,-14 6-1-16,-14 3 1 15,-11 0-1-15,-13 0 1 16,-19 3-1-16,-13 4 1 16,-11-4-1-16,3 6 1 15,0-2-1-15,1 2 0 32,-1-2-1-32,22-1 1 15,20-6-1-15,26-3 1 0,10 0-1 16,17-9 1-16,12 3-1 15,17-7 1-15,10-3 0 16,14 1 0-16,1-4 0 16,-7 3 0-16,-4 1 0 15,-4 2 0-15,-14 7 0 16,-10 0 1-16,-7 2-1 16,-15 1 0-16,-10 3 0 15,-10 3 1-15,-11 1-1 16,-18 5 0-16,-11 7 0 15,-10 6 1-15,4-10-1 16,0 7 0-16,3-7 0 16,7-2 0-16,10 2-1 15,8-5 1-15,7-4 0 16,7 0 0-16,21-3 0 16,14 3 0-16,18-9-1 15,17-7 1-15,15 4 0 0,0-4 1 16,6-6-1-16,1-2 0 15,-8-5 0-15,-10 8 1 16,-10 2-1-16,-12 3 0 16,-9 4 0-16,-15 0 1 15,-18 9-1-15,-10 0 0 16,-11 3 0-16,-13 3 1 16,-12 7-1-16,-13-1 0 15,-4 4 0-15,-11 3 0 0,8 3 0 16,3-4 0-16,14 1 0 15,10 0 0-15,8-10-1 16,10 1 1-16,15-7 0 16,10-3 0-16,21 0-1 15,18-6 1-15,17-7 0 16,8 4 0-16,3-4-1 16,14 1 1-16,-4-4 0 15,-2 3 0-15,-8-2-1 16,3 8 0-16,-13-2-11 15,-4 0 1-15,-8-1-1 16,-13-9 1-16</inkml:trace>
  <inkml:trace contextRef="#ctx0" brushRef="#br0" timeOffset="162641.65">6456 16406 90 0,'-60'38'45'0,"18"62"-48"16,34-75 46-16,1 7-42 16,7 8 0-16,15 14 5 15,16 2 0-15,5 4-6 16,9 9 1-16,8 22 3 16,14 15 1-16,22-2-1 15,-1-10 0-15,7-13-3 16,4-21 0-16,-4-29-2 15,14-21 0-15,-6-35-8 16,-1-35 1-16,7-22 0 16,-3-30 0-16</inkml:trace>
  <inkml:trace contextRef="#ctx0" brushRef="#br0" timeOffset="162888.76">6699 15879 95 0,'-24'-22'47'0,"94"-25"-58"0,-31 29 57 0,21-20-47 16,14-6 1-16,11-6-7 15,10-4 1-15,11 1-1 16,-7 9 0-16,-11 0-4 16,-14 7 1-16</inkml:trace>
  <inkml:trace contextRef="#ctx0" brushRef="#br0" timeOffset="163415">6414 16535 99 0,'-18'-25'49'0,"85"-19"-66"0,-42 28 83 16,6-12-66-16,15-4 1 15,14-2 0-15,18-1 0 16,3 7-1-16,0 6 0 15,0 13 1-15,0 15 1 16,-3 19-1-16,0 16 1 16,-11 15 0-16,-7 10 0 15,-11 6-1-15,-3 7 1 16,-21-4-2-16,-1-3 1 0,-13-12-1 16,-4-10 1-16,0-9-2 15,-7-10 1-15,3-9-1 16,4-9 0-16,-7-13 0 15,8-13 0-15,6-18 0 16,7-13 0-16,4-10 0 16,6-5 1-16,1 9 0 15,7 3 0-15,3 9 1 16,0 10 0-16,4 12 0 16,-3 16 1-16,6 10-1 15,8 15 1-15,-12 12 0 16,1 13 0-16,-10 4-1 15,6-1 0-15,-7 0-3 16,-3-6 1-16,0-6-8 16,-4-13 0-16,4-15 0 15,-8-13 0-15</inkml:trace>
  <inkml:trace contextRef="#ctx0" brushRef="#br0" timeOffset="163644.29">8661 16061 86 0,'21'-15'43'0,"-39"18"-40"0,18-10 45 16,0 1-46-16,0 6 1 15,7 0 1-15,4 6 1 16,3 10-7-16,0 9 1 16,7 16 4-16,4 15 0 15,-4 10-2-15,7 3 1 0,-7 19-1 16,4 3 0-16,3 6-6 15,4-6 0-15,-4-3-15 16,-3-13 0-16,-4-18-1 16,-14-17 1-16</inkml:trace>
  <inkml:trace contextRef="#ctx0" brushRef="#br0" timeOffset="164209.92">8714 16594 95 0,'-18'-3'47'0,"29"3"-68"15,3-3 89-15,7 0-68 16,11-3 0-16,17-4 1 0,18 4 0 16,11-7-1-1,-1 1 0-15,-6-7 2 0,-4 0 0 16,-4 0 0-16,-6-3 1 15,-4-3 0-15,-7 7 0 16,-8-1-1-16,-9 3 1 16,-8 3-1-16,-7 4 0 15,-11 3-1-15,-10 3 1 16,-7 3-1-16,-7 3 0 16,0 0-1-16,-7 3 1 0,-8 7-1 15,1 12 0-15,3-3 0 16,-6 12 0-16,2 10-1 15,8 3 1-15,10 7 0 16,8-1 0-16,10 3-1 16,7-9 1-16,11-15-1 15,6-10 1-15,8-10-1 16,-7-15 1-16,6-13-1 16,8-9 1-16,0-3 0 15,7-6 0-15,-7-1 0 16,-1 10 1-16,-2 6-1 15,-5 0 1-15,1 7 0 16,-7 6 0-16,3 2 0 16,0 8 0-16,1 8 0 15,2 7 0-15,-2 6-1 16,-5 9 0-16,4 4-4 16,4 0 1-16,0-4-9 15,3 1 1-15,-6-10-1 0,-5-6 1 16</inkml:trace>
  <inkml:trace contextRef="#ctx0" brushRef="#br0" timeOffset="164621.87">10100 16469 63 0,'7'-19'31'0,"-25"3"-8"0,15 10 21 16,-4 6-40-16,0 0 0 15,0-6 4-15,3 3 1 0,1 6-11 16,3 3 1-16,3 0 6 15,1 4 0-15,3 5-3 16,0 7 1-16,0 7-2 16,0-1 0-16,-4-3-1 15,5-3 0-15,-5-6 0 16,1-4 0-16,3-6 0 16,3-9 0-16,11-6-1 15,8-4 1-15,-1-2 0 16,4-1 0-16,-1 0 0 15,5 1 0-15,-1-1 0 16,-3 6 0-16,-1 1 1 16,5 3 0-16,-8 0 0 15,0 6 1-15,0 3-1 16,1 3 1-16,-5 10 0 16,4 6 0-16,-3 3-2 0,-7-7 1 15,10 20-6 1,-3 3 1-16,3 3-9 0,0-3 1 15,4-7-1-15,-4-6 0 16</inkml:trace>
  <inkml:trace contextRef="#ctx0" brushRef="#br0" timeOffset="165924.15">11469 16541 96 0,'-14'6'48'0,"-32"-21"-64"16,39 5 70-16,-7-2-54 15,3-10 0-15,-10-7 1 16,0-2 1-16,0 6-2 15,-4-3 0-15,0 12 1 16,-3 10 1-16,0 12-1 16,0 10 1-16,3 9-2 15,4 3 1-15,3 7-1 16,4-4 1-16,7 0-1 16,10-2 0-16,11-4 0 15,11-3 0-15,7-1 0 16,10 8 1-16,11 11-1 15,4 17 1-15,-1 15-1 0,1 19 1 16,-19 16-1-16,-9 5 1 16,-12 1-2-16,-20-9 0 15,-18-1-1-15,-22-15 1 16,-13-9-1-16,-8-20 0 16,1-15 0-16,10-16 1 15,7-15 0-15,11-19 0 16,10-16 0-16,14-16 0 15,18-25 1-15,18-25 0 0,21-24 1 16,10-17 0-16,4-28 0 16,7-3 1-16,4 0 0 15,0 4 0-15,-8 21 0 16,-7 16 1-16,-10 21-1 16,-10 17 0-16,-5 21 0 15,-9 16 0-15,-12 13 0 16,-3 18 0-16,-7 17-1 15,0 24 1-15,-3 38-1 16,3 12 1-16,3 19-1 16,8 19 0-16,6-3-1 15,12-9 0-15,-1-17 0 16,4-8 1-16,3-29-2 16,7-19 1-1,22-46 0 1,-1-14 0-16,-6-14-1 15,-8-11 1-15,-14-5-1 0,1-7 1 16,-15 0 0-16,-11-6 1 16,-10 3-1-16,-7 6 0 15,-3 10 0-15,-8 15 0 16,0 16 0-16,1 16 1 16,-1 19-1-16,4 15 0 15,3 6 0-15,4 13 0 16,4 7-1-16,10-1 1 15,11-3 0-15,10 0 0 0,18-6-1 16,3-3 1-16,7-10 0 16,8-12 0-16,3-6-1 15,4-10 1-15,-1-6 0 16,-6-7 1-16,-8-5-1 16,-10-4 1-16,-11-6-1 15,-14-4 1-15,-14 4 0 16,-14 0 0-16,-10 6 0 15,-11 13 0-15,-4 3-1 16,0 16 1-16,0 15-1 16,11 9 0-16,0 17 0 15,10-7 0-15,8 0-1 16,10-13 1-16,11-9-1 16,13-15 1-16,12-23 0 15,6-24 0-15,14-20-1 16,5-15 1-16,-5-13 0 15,1-12 0-15,-4 0 0 0,-8-7 0 16,-9 17-1-16,-11 8 1 16,-8 4 0-16,-10 12 0 15,-7 13 0-15,-7 3 0 16,-7 9 1-16,-7 7 0 16,0 9 0-16,-4 13 1 15,4 9-1-15,0 9 1 16,0 16-1-16,4 16 1 15,6 25-1-15,8 25 1 16,10 19-1-16,3 6 0 0,12 6-4 16,9-9 1-16,8-13-16 15,7-15 0-15,11-23-1 16,-8-24 1-16</inkml:trace>
  <inkml:trace contextRef="#ctx0" brushRef="#br0" timeOffset="166469.04">15367 15425 105 0,'-99'6'52'0,"-60"44"-68"0,121-28 84 0,-5 3-69 16,8 3 1-16,3 4-2 16,11 8 1-16,7 1 0 15,14 3 1-15,18 6-1 16,17 16 0-16,21 3 0 15,11 6 1-15,4 10 0 16,0 3 1-16,-8-3 1 16,-10-7 0-16,-18 0 0 15,-17-12 0-15,-18-3-1 16,-25-7 0-16,-17-6-2 16,-25-12 0-16,-14-7-9 15,-4-15 0-15,7-10 0 16,8-9 0-16</inkml:trace>
  <inkml:trace contextRef="#ctx0" brushRef="#br0" timeOffset="166732.82">16069 15525 103 0,'0'22'51'0,"-56"12"-56"0,41-21 70 15,-6 9-65-15,0 6 1 16,4 3-1-16,-1 4 1 0,7-1-2 16,4 4 1-16,11 12 0 15,6 10 1-15,8 12-1 16,3 10 1-16,11 8-2 16,3 1 1-16,0-9-7 15,1-1 1-15,-8-12-12 16,-3-12 0-16,-4-13 0 15,-11-10 1-15</inkml:trace>
  <inkml:trace contextRef="#ctx0" brushRef="#br0" timeOffset="166899.94">15762 16372 96 0,'-18'-10'48'0,"8"-43"-70"15,17 37 82-15,4-6-66 16,13-9 0-16,12-7-16 16,13-6 0-16,18 4 24 0,18 2 1 15</inkml:trace>
  <inkml:trace contextRef="#ctx0" brushRef="#br0" timeOffset="167508.94">16690 16052 74 0,'74'47'37'0,"-39"-3"-27"0,-24-38 50 16,-1 0-56-16,1 1 0 15,-4-4 2-15,-3 0 0 16,-8-3-8-16,-6-6 1 16,-5-4 5-16,-6 1 1 0,-7 2-3 15,-4 7 1-15,-3 7-2 16,3 12 1-16,0 12-2 16,4 13 1-16,0 3-1 15,7-3 0-15,14-4-1 16,7-2 1-16,7-16 0 15,11-9 0-15,10-13 0 16,11-19 1-16,6-9-1 16,5-10 1-16,-1 7-1 15,1 6 1-15,-5 18-1 16,-2 20 0-16,3 21-1 16,-11 20 1-16,-7 2 0 15,-7 7 0-15,-3-1 0 16,-4-8 1-16,0-10 0 15,0-7 1-15,7-15-1 16,1-12 1-16,6-20-1 16,0-15 1-16,-3-25-2 0,3-6 1 15,0-23-1-15,4-9 0 16,0-6 0-16,-4 3 0 16,-3-9-1-16,-1-7 1 15,-10 13-1-15,-3 13 1 16,-4 12 0-16,-7 15 1 15,-4 14 1-15,-3 11 0 16,-3 17 0-16,-8 15 1 0,8 13-1 16,3 18 1-1,7 10-2-15,10 22 1 0,11 12-2 16,8 13 1-16,6 10-1 16,4-4 0-16,3-3-3 15,4-9 0-15,-4-7-5 16,-3-12 1-16,-11-16-9 15,-7-9 0-15,-10-16-1 16,-15-13 1-16</inkml:trace>
  <inkml:trace contextRef="#ctx0" brushRef="#br0" timeOffset="167696.9">17134 16215 96 0,'-3'9'48'0,"6"-6"-53"15,4-3 68-15,8 4-64 16,13-8 1-16,11-5-2 16,14-10 1-16,7-6-2 0,10-6 0 15,11-7-7-15,-24 7 0 16,31-4-13-16,-14 7 1 16,-11 3 0-16,-13 12 0 15</inkml:trace>
  <inkml:trace contextRef="#ctx0" brushRef="#br0" timeOffset="167991.02">18080 16221 77 0,'35'41'38'0,"-3"-3"-50"0,-22-38 77 0,5-4-62 16,-1-5 1-16,3-7 3 16,1-6 0-16,-4-6-8 15,-3-3 1-15,-4-1 5 16,-11-2 1-16,-6-1-2 15,-8 7 1-15,-7 16-2 16,-6 2 1-16,-8 13-2 16,-7 22 0-16,0 22-1 15,7 10 1-15,7 9 0 16,11 3 0-16,18 0 0 16,20 3 0-16,26-13 0 15,20-18 0-15,29-22-12 16,24-28 1-16,22-29-2 15,14-25 1-15</inkml:trace>
  <inkml:trace contextRef="#ctx0" brushRef="#br0" timeOffset="169286.62">6466 17460 109 0,'-190'44'54'0,"56"9"-55"0,109-37 55 0,-3 6-55 16,10-7 0-16,15 1-1 15,17-4 0-15,32-2 2 16,42-1 0-16,25-2-2 16,63 5 1-16,22 4 0 15,52 6 0-15,32 15 0 16,32 10 1-16,29 7 0 16,38 12 0-16,31-16 0 15,36-13 1-15,25-12-1 16,-162-9 1-16,281-22 0 15,8-10 0-15,7 4-1 16,0 2 0-16,6 1 0 16,1 6 0-16,7 3-1 15,-11 6 1-15,-13-9-2 16,-22-16 1-16,-32-22-1 0,-35-21 1 16,-25-7 0-16,-42-16 0 15,-46-19 1-15,-35-5 0 16,-49 5 2-16,-50 7 1 15,-39 12 0-15,-49 4 0 16,-46-1 0-16,-39-6 0 16,-39 1-2-16,-35-11 1 15,-38-18-1-15,-36-12 0 16,-46-16-1-16,-39-13 0 0,-42-16 0 16,-28 10 0-16,-35 3 0 15,-33 10 1-15,-27 2 0 16,-36 10 0-16,-24 7-1 15,-22 18 1-15,-24 3-1 16,-25-9 0-16,-14 6 0 16,-28 3 0-16,-18 7-1 15,0 15 0-15,-4 10 1 16,1 18 0-16,6 26-1 16,4 12 1-16,1 22 0 15,6 18 0-15,7 14-1 16,-7 15 1-16,7 16-2 15,8 12 0-15,13 3 0 16,36 4 0-16,10 2 0 16,28 1 0-16,36 9 1 15,28 22 0-15,35-12 1 16,32 9 1-16,36 15 0 0,20 10 0 16,43 9 0-1,38 4 0-15,40 9-1 0,38 9 1 16,43 13-1-1,49 6 1-15,42 7 0 0,60 12 1 16,39-16-1-16,46-19 0 16,53-31-8-16,49-40 1 15,46-42-1-15,-7-49 0 16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12:18.6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2434 903 75 0,'-32'-63'37'0,"32"35"-24"16,0 28 38-16,11 9-46 15,0 13 1-15,-1 28 1 16,11 13 1-16,-3 53-10 16,-7 25 1-16,-1 57 6 15,1 15 1-15,6 22-3 16,-13-12 0-16,3-7-1 16,11-21 0-16,-8-29-2 15,11-22 0-15,-3-34-7 16,-7-19 0-16,10-29 0 15,-11-30 0-15</inkml:trace>
  <inkml:trace contextRef="#ctx0" brushRef="#br0" timeOffset="266.66">3965 1047 97 0,'0'-38'48'0,"4"23"-45"0,3 21 53 16,-7 3-54-16,0 10 0 15,0 25 1-15,10 44 0 0,1 28-4 16,0 44 1-16,6 22 3 16,4 31 0-1,8-16-2-15,-5-12 1 0,1-34-4 16,7-7 1-16,-4-34-9 15,-3-22 1-15,-1-35-1 16,-13-34 1-16</inkml:trace>
  <inkml:trace contextRef="#ctx0" brushRef="#br0" timeOffset="597.74">3408 1382 94 0,'-35'10'47'0,"24"18"-47"16,18-3 56-16,-3 19-54 16,10 28 0-16,17 25 1 0,22 13 0 15,4-3-5-15,13 9 1 16,8-28 2-16,7-23 0 15,20-30-1-15,5-32 0 16,-8-25 0-16,-7-31 1 16,-3-29 1-16,-21-5 1 15,-4-4-1-15,-25-7 1 16,-21 17-1-16,-14-4 1 16,-7 19-10-16,-10-3 0 0,-4 13-1 15,-1 6 0-15</inkml:trace>
  <inkml:trace contextRef="#ctx0" brushRef="#br0" timeOffset="930.82">4826 928 112 0,'-39'-16'56'0,"39"54"-62"15,4-16 72-15,6 6-67 16,11 25 1-16,11 22 0 16,14 13 0-16,7 10 0 0,7 11 0 15,-4 20 0-15,1-13 0 16,-8-16 0-16,-10-9 1 15,-11-12-1-15,-17-14 0 16,-15-5-1-16,-24 0 0 16,-14-10-7-16,-4-6 0 15,-7-4 0-15,-18-18 0 16</inkml:trace>
  <inkml:trace contextRef="#ctx0" brushRef="#br0" timeOffset="1192.38">5662 1624 85 0,'85'-25'42'0,"56"15"-25"16,-92 4 38-16,22-6-54 16,17 2 0-16,11-5 0 15,7 5 0-15,3-9-3 16,-3 10 0-16,-4-10-3 15,-10 3 1-15,-15 10-5 16,-17 6 1-16,-14 6-7 16,-14 20 0-16,-25-5 1 15,-21 11 1-15</inkml:trace>
  <inkml:trace contextRef="#ctx0" brushRef="#br0" timeOffset="1328.43">6184 2116 78 0,'-53'16'39'0,"29"31"-33"0,24-41 61 16,3 4-63-16,22-7 0 16,17 6 2-16,29 1 1 15,17-4-10-15,32-6 1 16,10 0-5-16,19-10 1 16,9-5-3-16,12-20 1 15</inkml:trace>
  <inkml:trace contextRef="#ctx0" brushRef="#br0" timeOffset="3334.26">9384 1028 73 0,'-11'10'36'0,"-6"15"-24"16,13-16 37-16,-6 16-43 16,-8 32 0-16,-7 12 1 15,-7 6 1-15,-17 3-11 16,-7 10 0-16,-11 9 6 15,-7-3 1-15,-11-9-5 16,-17-13 0-16,-4-9-2 16,0-19 0-16,4-16-1 0,-1-28 1 15,-6-9-1-15,10-26 1 16,18-9 1-16,14-3 0 16,18-6 4-16,20-1 0 15,19-5 1-15,27 12 1 16,15 3-1-16,18 0 1 15,17 16 0-15,17 12 0 16,26 22-1-16,6 32 0 0,11 22-1 16,18 40 1-16,-1 13-1 15,4 6 0-15,4 13-7 16,0-7 1-16,-4-15-2 16,-17-25 1-16</inkml:trace>
  <inkml:trace contextRef="#ctx0" brushRef="#br0" timeOffset="3715.38">10661 467 112 0,'-46'-66'56'0,"-42"6"-64"15,70 57 72-15,-10 13-65 16,0-1 0-16,-4 16-3 16,-7 13 0-16,-3 34 3 0,0 35 1 15,3 2-3-15,4 42 0 16,3 24 2-16,7 32 0 16,7 10 3-16,4 2 0 15,7 4 2-15,4-16 0 16,-1-25 1-16,8-7 0 15,-4-21-2-15,3-19 0 16,-3-22-1-16,7-25 0 0,-3-16-4 16,3-10 0-16,0-18-5 15,14-16 0-15,11-18-7 16,14-16 0-16,14-23-13 16,17-27 1-16,19-16 1 15,-1-7 0-15</inkml:trace>
  <inkml:trace contextRef="#ctx0" brushRef="#br0" timeOffset="4016.85">11014 1028 109 0,'-53'-72'54'0,"7"63"-83"16,39 18 116-16,3 7-87 16,1 24 0-16,-1 45 0 0,4 22 0 15,4 9-1-15,-1 31 1 16,1 10-3-16,3-7 1 16,-4 4-6-16,5-3 0 15,2-26-17-15,1-18 0 16,-4-32 0-16,0-22 1 15</inkml:trace>
  <inkml:trace contextRef="#ctx0" brushRef="#br0" timeOffset="4350.21">11631 1373 109 0,'-28'-50'54'0,"3"56"-82"15,15-3 112-15,-8 16-85 16,-3 16 0-16,-7 15-1 16,-1 25 0-16,1 13 2 15,7-19 0-15,7 22-1 16,7-19 0-16,24-3 0 15,12-22 1-15,2-13 1 16,1-15 0-16,7-12 1 16,0-14 0-16,0-8 0 15,-4-23 0-15,-7-9-3 0,-10-6 1 16,-8-7-10-16,-3-6 1 16,-7 13-2-16,-3 0 0 15</inkml:trace>
  <inkml:trace contextRef="#ctx0" brushRef="#br0" timeOffset="4650.13">12227 1483 107 0,'-3'3'53'0,"-33"10"-62"0,26-10 74 0,-11 12-65 16,-4 10 1-16,-3 13-1 15,7 15 0-15,3 10-1 16,7 9 0-16,8-15 0 16,13-7 0-16,12-6 0 15,9-16 1-15,12-3 0 16,10-16 0-16,10-9 1 16,-3-9 1-16,0-22-1 15,-3-10 1-15,-15-3-1 16,-10-6 1-16,-11-13-2 15,-14 7 1-15,-18 2-7 16,-13 4 0-16,-15 6-1 16,-14 4 1-16</inkml:trace>
  <inkml:trace contextRef="#ctx0" brushRef="#br0" timeOffset="4946.1">12527 972 103 0,'-3'-13'51'0,"27"4"-52"0,-10 15 58 16,11-6-56-16,7 16 1 0,14 6 0 16,14 12 0-16,7 29-3 15,3 15 0-15,-3 13 2 16,-10 6 1-16,-18 19-2 15,-11 13 1-15,-18-16-1 16,-13-13 1-16,-15-12-4 16,-10-16 0-16,0-12-19 15,-4-16 0-15,4-16 0 16,3-25 0-16</inkml:trace>
  <inkml:trace contextRef="#ctx0" brushRef="#br0" timeOffset="5117.46">13437 1740 111 0,'74'-50'55'0,"149"31"-77"0,-149 16 104 16,32 3-90-16,24 0 1 15,8 0-20-15,-1 0 0 16,-3-6 30-16,-21-13 1 15</inkml:trace>
  <inkml:trace contextRef="#ctx0" brushRef="#br0" timeOffset="5337.28">13829 1235 109 0,'-18'-47'54'0,"46"63"-62"16,-13 3 82-16,9 15-74 16,12 23 0-16,13 15 0 15,4 28 1-15,7 16-4 16,3-3 0-16,-10-6-8 16,0-17 1-16,-3-8-1 15,-5-13 1-15</inkml:trace>
  <inkml:trace contextRef="#ctx0" brushRef="#br0" timeOffset="5585.55">14968 1034 110 0,'7'-43'55'0,"4"61"-65"0,-4-2 76 15,4 3-66-15,3 34 1 16,3 32 0-16,8 18 0 16,0 42-2-16,3 14 1 15,-10 5-2-15,-1 21 1 16,1-16-7-16,0-19 0 16,-4-15 0-16,-11-25 0 0</inkml:trace>
  <inkml:trace contextRef="#ctx0" brushRef="#br0" timeOffset="5934.66">15769 1536 108 0,'18'-44'54'0,"-22"-9"-59"16,1 44 69-16,-8 2-63 15,-3-2 0-15,-7 9-2 16,-7 12 1 0,-29 61-1-1,8 8 0-15,14-3 1 16,17 7 0-16,18-13-1 16,14-9 1-16,14-10 0 0,18-9 1 15,11-16 0-15,6-18 1 16,1-10-1-16,-8-13 0 15,-3-21 1-15,-18-13 0 16,-14-7-3-16,-14 1 1 16,-14-6-8-16,-14 5 1 15,-7 10-1-15,-14-6 1 16</inkml:trace>
  <inkml:trace contextRef="#ctx0" brushRef="#br0" timeOffset="6178.16">16358 1339 109 0,'18'3'54'0,"10"12"-55"15,-17-5 67-15,3 15-64 16,-4 6 0-16,8 19-3 16,0 13 1-16,-1 25-2 15,-6 6 0-15,-15 10-1 16,-10-7 0-16,-14-6-5 15,-11-4 1-15,0-24-8 16,4-19 1-16,7-25 0 16,3-25 1-16</inkml:trace>
  <inkml:trace contextRef="#ctx0" brushRef="#br0" timeOffset="6486.27">16880 1025 119 0,'-3'0'59'0,"-36"-13"-79"0,36 26 100 16,-4-4-80-16,3 4 0 0,11 15 0 15,4 16 0 1,6 19-1-16,8-10 1 0,7-3 0 15,14 13 0-15,6 0 0 16,8 9 0-16,0 16 1 16,-7 3 0-16,-7 0 0 15,-14 6 0-15,-14-16 0 16,-11-2 0-16,-21 8-5 16,-25-2 0-16,-21-10-18 15,-25-21 0-15,-17-14 0 16,-22-24 0-16</inkml:trace>
  <inkml:trace contextRef="#ctx0" brushRef="#br0" timeOffset="6871.76">17462 686 114 0,'-35'-113'57'0,"42"104"-78"0,4 9 100 0,6 0-79 15,15 6 0 1,14 23-1-16,14 14 1 0,4 14 0 15,6 21 0-15,4 19 1 16,0 38 1-16,4 10 0 16,-15 24 0-16,-6 16 1 15,-18-6 0-15,-15 12 0 16,-13-15 0-16,-22-17-2 16,-20-21 1-16,-22 0-5 15,-28-18 1-15,-29-8-13 16,-17-27 1-16,-14-16-1 15,-4-16 0-15</inkml:trace>
  <inkml:trace contextRef="#ctx0" brushRef="#br0" timeOffset="8640.95">2533 6729 84 0,'-11'-78'42'0,"1"53"-32"0,10 25 43 16,0 15-51-16,0 39 0 15,10 30 2-15,-10 39 0 16,0 43-5-16,0 31 1 16,0 26 2-16,4 0 1 15,10 5-1-15,-3-27 0 16,3-28-3-16,3-17 1 15,-6-24-10-15,0-16 0 0,6-25 0 16,-3-34 0-16</inkml:trace>
  <inkml:trace contextRef="#ctx0" brushRef="#br0" timeOffset="8904.01">3828 7134 104 0,'3'-10'52'0,"-6"13"-62"15,3 7 72-15,0 21-62 16,3 29 1 0,15 118-1-1,-1 11 1-15,-2-14-2 16,2-6 1-16,1-5-5 15,-8-30 0-15,-6-18-13 16,-4-25 1-16,-4-25-1 0,-17-25 1 16</inkml:trace>
  <inkml:trace contextRef="#ctx0" brushRef="#br0" timeOffset="9246.93">3228 7413 101 0,'-28'6'50'0,"10"6"-68"0,25 4 88 0,4 3-71 16,-1 19 1-16,11 18-1 16,8 16 1-16,2 16 0 15,15 6 0-15,14-12-1 16,11-13 1-16,-1-10 0 15,1-15 0-15,7-19 1 16,-8-12 1-16,1-16 0 16,6-13 1-16,-6-9 0 15,-11-19 0-15,-7-6 0 16,-7-7 0-16,-8-5-5 16,-6-4 0-16,-11-13-16 15,-10-2 0-15,-4-7-1 16,-14-3 0-16</inkml:trace>
  <inkml:trace contextRef="#ctx0" brushRef="#br0" timeOffset="9555.32">4695 6789 104 0,'-42'-16'52'0,"3"19"-69"0,32 0 88 16,4 10-71-16,-4 6 0 0,14 21 1 15,3 11 0-15,12 11-1 16,9 23 0-16,8 31 1 16,7 6 1-16,3 13-1 15,-13 12 0-15,-1-15 0 16,-7 3 1-16,-14-16-1 15,-7-6 1-15,-24-13-3 16,-5-9 0-16,-20-12-8 16,-7-26 1-16,-15-12-1 15,1-19 0-15</inkml:trace>
  <inkml:trace contextRef="#ctx0" brushRef="#br0" timeOffset="9817.34">5493 7689 105 0,'56'3'52'0,"-35"-3"-57"0,-3-3 67 16,14-1-62-16,10 1 0 15,15-3 0-15,13 6 0 16,-3-6-1-16,14 0 0 16,-3-4-6-16,7 1 1 15,-4 2-9-15,-14-2 0 0,-7 6 0 16,-11 3 0-16</inkml:trace>
  <inkml:trace contextRef="#ctx0" brushRef="#br0" timeOffset="10034.37">5450 8319 112 0,'-42'53'56'0,"7"-40"-76"15,42-10 97-15,7 3-78 16,21 0 1-16,25 1-1 15,32-10 1-15,21-10-2 16,21-12 1-16,14-13-7 16,-3 4 1-16,-8-4 0 0,-10 7 0 15</inkml:trace>
  <inkml:trace contextRef="#ctx0" brushRef="#br0" timeOffset="10695.92">8622 7190 108 0,'-14'-28'54'0,"-4"72"-61"0,15-19 69 15,-12 31-62-15,-2 19 0 16,-11 29 0-16,-18 9 1 16,-4 6-1-16,-13-9 0 15,-8-13 0-15,-24-9 0 16,-7-16-1-16,-8-13 0 15,-10-15-1-15,-7-9 1 16,4-13-2-16,7-10 1 16,6-5 0-16,26-7 0 15,17-13 0-15,17-6 1 0,11-12 1 16,29-13 0-16,17-16 0 16,18-9 1-16,20 0 0 15,-9 16 0-15,38-3 1 16,10 15 0-16,-2 22 1 15,6 19 0-15,7 25 0 16,7 32 1-16,-6 18-2 16,2 19 1-16,5 22-5 15,-1 0 0-15,4 0-16 16,-4-9 1-16,-14-23-1 16,-21-24 0-16</inkml:trace>
  <inkml:trace contextRef="#ctx0" brushRef="#br0" timeOffset="11095.66">9768 6867 98 0,'11'-138'49'0,"-50"-6"-59"0,29 112 76 15,-22-15-65-15,7 13 1 16,-28-19-1-16,0 12 0 15,4 9-2-15,-4 26 1 16,4 16 0-16,-1 24 1 16,-3 32-1-16,-3 53 0 15,10 32 1-15,4 56 0 16,6 25 1-16,5 31 0 16,-1 32 2-16,4 15 1 0,3 16-1 15,-3-15 0-15,3-20-1 16,-3-27 1-16,10-20-2 15,1-27 0-15,10-32-2 16,7-28 1-16,10-32-3 16,15-34 1-16,7-25-3 15,17-35 0-15,7-31-9 16,11-31 1-16,11-41 0 16,7-32 0-16</inkml:trace>
  <inkml:trace contextRef="#ctx0" brushRef="#br0" timeOffset="11363.84">9885 7475 115 0,'-50'-9'57'0,"-24"-26"-65"0,64 35 81 15,-1 13-74-15,-3 12 1 16,4 16 0-16,-1 22 0 16,0 34 0-16,1 22 0 15,-1 13 0-15,4 18 0 16,-3-6-2-16,6 4 1 0,4-10-7 16,11-13 0-16,3-12-20 15,0-28 1-15,7-29-1 16,4-21 1-16</inkml:trace>
  <inkml:trace contextRef="#ctx0" brushRef="#br0" timeOffset="12816.89">10502 8118 21 0,'-3'-3'10'0,"-4"-16"11"0,7 10 1 0,3-1-12 16,1-15 1-16,3-9 10 15,0-1 0-15,0-2-24 16,-4 2 1-16,1 4 18 16,-4 3 0-16,-7 12-5 15,0 3 1-15,-4 7-6 16,1 0 1-16,-19 34-4 15,5 22 1-15,-8 10-4 16,4 9 1-16,3 12-1 16,14 4 0-16,4-7 0 15,7-12 0-15,11-6 0 16,7-16 0-16,6-22 0 16,5-16 1-16,6-15 0 15,7-13 0-15,0-7 0 16,-3-8 1-16,0-10-1 0,-11 0 1 15,-3-10-2-15,-11-5 1 16,-7-1-6-16,-7-3 0 16,-14 10-11-16,-7 5 0 15,-7 4 0-15,-4 7 0 16</inkml:trace>
  <inkml:trace contextRef="#ctx0" brushRef="#br0" timeOffset="13157.86">11074 7748 109 0,'-4'-28'54'0,"22"37"-73"16,-8-2 91-16,4 18-73 15,8 19 1-15,-5 21-1 16,1 11 0-16,-7 8 1 0,-4 10 0 15,-4 4-6-15,-3-4 0 16,0-10-13-16,0-8 0 16,0-10 0-16,-3-19 0 15</inkml:trace>
  <inkml:trace contextRef="#ctx0" brushRef="#br0" timeOffset="13578.49">11437 7447 111 0,'-35'16'55'0,"-1"-41"-78"15,36 31 103-15,0 7-81 16,4 2 1-16,7 7 0 16,3 3 0-16,7 0 0 15,4 10 0-15,6 2-1 16,12 1 1-16,13 9 0 0,8 6 1 15,3 10 0-15,-4 3 0 16,-6 6 1-16,-12 13 0 16,-16 6 0-16,-19 15 1 15,-20 7-3-15,-26 3 0 16,-24 0-11-16,-17 0 1 16,-18-9-2-16,-8-26 1 15</inkml:trace>
  <inkml:trace contextRef="#ctx0" brushRef="#br0" timeOffset="14185.1">12615 8212 105 0,'-53'-9'52'0,"25"3"-57"0,25 6 66 0,3 3-60 16,7 0 0-16,10 0 0 15,8 0 1-15,17 0-2 16,22 7 1-16,17-4 1 16,11-3 1-16,14 0-1 15,6 3 0-15,8 1-1 16,-7-4 0-16,0-3-5 15,-10 0 0-15,-8-3-10 16,-14-7 0-16,-14-2-1 16,-14-7 0-16</inkml:trace>
  <inkml:trace contextRef="#ctx0" brushRef="#br0" timeOffset="14390.86">13109 7830 99 0,'-35'-29'49'0,"-11"-8"-56"16,43 31 71-16,-4-1-63 0,-1 4 1 15,8 6-1-15,4 4 1 16,3 8-3-16,4 13 1 16,10 13 1-16,0 13 0 15,4 5-1-15,-1 13 0 16,5 13-2-16,2 12 0 15,1 0-8-15,0 1 1 16,-4-8-1-16,4-5 1 16</inkml:trace>
  <inkml:trace contextRef="#ctx0" brushRef="#br0" timeOffset="14721.86">14379 7460 111 0,'-32'-7'55'0,"29"39"-68"15,6-17 81-15,5 17-69 16,2 18 1-16,4 25-1 16,4 29 0-16,0 5 1 0,3 11 1 15,-4 18-1 1,4-4 0-16,1-2-2 0,-5-13 1 16,1-12-9-16,3-10 1 15,0-18-1-15,0-20 1 16</inkml:trace>
  <inkml:trace contextRef="#ctx0" brushRef="#br0" timeOffset="14975.1">15060 7805 110 0,'11'0'55'0,"-50"-13"-65"15,32 13 77-15,0 3-68 16,3 3 1-16,4 10-1 16,4 12 1-1,10 66 0 1,0 13 0-16,-3 12-1 16,-1 0 0-16,1-6-7 15,-1-6 1-15,1-10 0 16,-1-12 0-16</inkml:trace>
  <inkml:trace contextRef="#ctx0" brushRef="#br0" timeOffset="15439.89">15677 7983 109 0,'-38'-3'54'0,"-22"0"-60"0,49 3 69 0,-3 9-64 15,0-2 1-15,3 5-1 16,4 7 1-16,0 3 0 15,0 6 0-15,4 7 0 16,3 6 1-16,3 6-1 16,11 6 1-16,7 0-1 15,8 7 1-15,6-4 0 16,11-12 0-16,0-9-1 16,3-13 1-16,0-10-1 15,-6-9 1-15,-4-12 0 16,-8-4 0-16,1-9-1 15,-18-12 0-15,-7-4 0 16,-10-3 0-16,-15-6-1 16,-10-3 1-16,-7 3-8 0,-8-3 1 15,-3 6 0-15,-3-6 0 16</inkml:trace>
  <inkml:trace contextRef="#ctx0" brushRef="#br0" timeOffset="15758.38">16157 7463 117 0,'-46'-10'58'0,"22"32"-70"0,20-12 76 0,4 5-66 15,7 4 1-15,7 9-1 16,11 7 0-16,14 9 3 16,7 9 0-16,7 22-2 15,7 1 0-15,7 5 2 16,3 13 0-16,-10 0 1 16,-10-3 0-16,-19 7 0 15,-17-4 1-15,-21-10-4 16,-21-8 0-16,-14-14-10 15,-22-2 0-15,-13-29-2 16,-4-21 1-16</inkml:trace>
  <inkml:trace contextRef="#ctx0" brushRef="#br0" timeOffset="16310.64">16556 6660 101 0,'10'-75'50'0,"22"3"-55"16,-18 56 65-16,4 0-59 16,10 1 0-16,4 5 0 15,14 13 0-15,7 0-2 16,3 13 1-16,1 22 1 15,10 25 1-15,-4 34 0 16,1 28 0-16,-11 57 0 16,-4 22 1-16,-7 31-1 15,-3 28 0-15,3 20 0 16,4 27 0-16,-3-12-1 16,-1-16 0-16,-3-28-1 0,-11-22 0 15,-7-6 1-15,-17-35 0 16,-8-18-1-16,-17-13 1 15,-18-16 0-15,-24-22 0 16,-15-12 0-16,-14-25 0 16,-14-19-4-16,-6-29 0 15,-8-24-12-15,7-29 0 16,7-25 0-16,4-25 0 16</inkml:trace>
  <inkml:trace contextRef="#ctx0" brushRef="#br0" timeOffset="27037">1556 3759 96 0,'14'-18'48'0,"42"-17"-46"16,-24 29 48-16,35-4-49 15,32 7 0-15,14-12 0 16,42 5 1-16,18-9-3 16,53 1 1-16,24-45 1 15,43 0 1-15,53-22-1 0,21 4 1 16,-1-13 0-16,15 9 0 16,-10 4 0-16,-22 12 1 15,-14 19-1-15,-46 9 0 16,-20 16-1-16,-30 9 0 15,-37 10-1-15,-37-4 0 16,-24 4-12-16,-24-3 0 16,-32-4 0-16,-29-3 0 15</inkml:trace>
  <inkml:trace contextRef="#ctx0" brushRef="#br0" timeOffset="27622.29">1425 4158 96 0,'-49'28'48'0,"109"13"-49"0,-28-35 49 16,10 0-48-16,36-9 0 0,49-16 2 16,31-28 0-16,43-12-1 15,39-1 0-15,32-12 1 16,31 6 1-16,-3-9 0 15,18 12 0-15,-15 0-1 16,-3-2 1-16,-7 5-1 16,-29 7 0-16,-10 9-1 15,-24 3 0-15,-22 10-1 16,-25 6 1-16,-28 6-5 16,-21 0 0-16,-17 10-13 15,-18 5 0-15,-29 4 0 16,-27 7 0-16</inkml:trace>
  <inkml:trace contextRef="#ctx0" brushRef="#br0" timeOffset="28307.07">1707 9987 103 0,'-31'-9'51'0,"59"-1"-51"0,-7 1 51 15,28 0-52-15,22-1 1 16,28-6 0-16,21-6 0 16,28-3 0-16,-39 7 1 15,114-26 0-15,2-7 0 16,26-2 1-16,6 3 1 16,15 6 0-16,-22 0 0 0,8 10-1 15,-36 5 1-15,-3 8-2 16,-14 2 0-16,-36 9-7 15,-17 1 0-15,-36 3-20 16,-24-1 0-16,-29 4 0 16,-28 3 1-16</inkml:trace>
  <inkml:trace contextRef="#ctx0" brushRef="#br0" timeOffset="28690.5">1556 10790 87 0,'-71'28'43'0,"103"7"-63"0,-11-29 81 15,25 0-61-15,25-12 1 16,48-10 3-16,40-18 1 0,42-16-4 16,46-19 1-1,32-10 2-15,14 7 1 0,3-9 0 16,4 5 0-16,-28 4-2 15,-8 13 0-15,-45 8-4 16,-11 11 1-16,-17 8-19 16,-22 4 1-16,-25 6-2 15,-45-6 1-15</inkml:trace>
  <inkml:trace contextRef="#ctx0" brushRef="#br0" timeOffset="45380.73">18581 1919 93 0,'-14'-32'46'0,"-4"-52"-40"16,25 68 47-16,4-3-53 15,3 4 1-15,11 2 0 0,3-3 0 16,7 7-2-16,7-1 1 16,8 1 0-16,3 9 0 15,3-6-2-15,4 3 0 16,0-4-8-16,-4 4 1 15,-6-6 0-15,-8-4 0 16</inkml:trace>
  <inkml:trace contextRef="#ctx0" brushRef="#br0" timeOffset="45592.31">18475 2257 97 0,'-35'-6'48'0,"73"44"-55"0,-16-23 67 0,6-8-61 15,18 2 0-15,21-15-14 16,17-4 0-16,19-5 15 16,6-7 1-16</inkml:trace>
  <inkml:trace contextRef="#ctx0" brushRef="#br0" timeOffset="46091.99">20997 984 97 0,'18'-37'48'0,"-29"8"-54"0,8 33 63 15,-8 2-57-15,-13 16 0 16,-15 28 0-16,-7 38 1 16,-18 18-1-16,-6 29 0 15,-4 22 0-15,7-10 1 16,0-6-1-16,7 13 1 16,-7-28-1-16,7-10 1 15,-11-25-1-15,1-19 0 0,3-19 0 16,3-25 1-16,8-15-1 15,6-13 0-15,4-35 0 16,11-9 0-16,10-15-1 16,8 5 1-16,6-11 0 15,11-4 0-15,7-7-1 16,11 4 1-16,7 9 0 16,6 20 1-16,8 2 0 15,3 3 0-15,1 19 0 16,-1 10 0-16,4 12 1 15,0 38 0-15,0 9-1 16,0 6 1-16,-4 17-1 16,0-1 0-16,-3 3-2 15,-4 10 1-15,4-19-10 16,-11-4 0-16,-6-8 0 16,-8-20 0-16</inkml:trace>
  <inkml:trace contextRef="#ctx0" brushRef="#br0" timeOffset="46376.22">21350 1125 99 0,'4'-37'49'0,"-18"-4"-51"0,14 50 64 16,-8-2-62-16,1 8 1 0,-3 26-1 15,-1 31 1-15,1 13-2 16,-8 6 1-16,0 31-1 16,1 7 1-16,3-7-3 15,3-6 0-15,4-9-6 16,3-7 0-16,1-12-8 16,6-13 1-16,8-15 0 15,0-23 0-15</inkml:trace>
  <inkml:trace contextRef="#ctx0" brushRef="#br0" timeOffset="46681.26">21830 1536 91 0,'-11'-72'45'0,"-6"9"-55"0,13 48 78 16,1-4-68-1,-8 9 1-15,0 4-1 0,-6 16 0 16,-8 5 0-16,-3 13 0 16,-7 13 0-16,3 13 1 15,4 2-1-15,6 16 0 16,15-3 1-16,14 3 0 16,15-15-1-16,16-7 1 15,12-13-1-15,-1-2 1 0,4-19-1 16,0-7 1-16,-4-15 0 15,-10 3 0-15,-7-29-1 16,-14 1 1-16,-11-19-1 16,-14 3 0-16,-18-3-10 15,-14 6 1-15,-7 3 0 16,-7 6 0-16</inkml:trace>
  <inkml:trace contextRef="#ctx0" brushRef="#br0" timeOffset="46984.35">22320 1053 99 0,'-46'-19'49'0,"18"38"-55"15,25-9 67-15,-1 5-60 0,4 23 0 16,7 15 0-16,14 19 0 16,-3-3-2-16,0 7 1 15,-4 11 0-15,0 14 1 16,-7-7-1-16,-21-9 0 16,-7-1-1-16,-18-2 0 15,-11-10-10-15,-10-6 1 16,4 0-1-16,0-19 1 0</inkml:trace>
  <inkml:trace contextRef="#ctx0" brushRef="#br0" timeOffset="47250.9">23837 1288 100 0,'25'-53'50'0,"-32"59"-56"16,0 10 70-16,-14 12-63 16,-8 7 0-16,-20 18 0 15,-11 13 1-15,-14 15-3 16,-14 17 1-16,0-1-1 16,-1 10 0-16,5-20-5 15,10-5 0-15,14-7-12 16,10 0 1-16,11-21 0 0,11-23 0 15</inkml:trace>
  <inkml:trace contextRef="#ctx0" brushRef="#br0" timeOffset="47436.59">23209 1386 102 0,'-17'6'51'0,"-5"25"-70"0,22-9 89 0,4 6-70 16,3 16 0-16,11 19-2 16,6 15 1-16,8 7-8 15,10-6 0-15,8-17-1 16,-1-18 0-16</inkml:trace>
  <inkml:trace contextRef="#ctx0" brushRef="#br0" timeOffset="47778.77">23915 1191 91 0,'-28'-119'45'0,"-47"81"-44"16,51 38 57-16,-15-6-59 15,-10 12 1-15,-15 7-1 16,-10 15 1-16,-11 22 0 0,-10 22 0 15,3 7 0-15,-6 15 0 16,6 28-1-16,11 13 1 16,21-3-1-16,21-1 1 15,25-8 0-15,24 5 0 16,26-30-1-16,13-17 1 16,15-18 0-16,6-19 0 15,11-22 0-15,0-22 1 16,4-38 1-16,0-18 0 15,-4-13-1-15,-7-29 1 16,-7-27-8-16,-18 9 1 16,-13 0-2-16,-19 16 1 0</inkml:trace>
  <inkml:trace contextRef="#ctx0" brushRef="#br0" timeOffset="48102.81">25079 793 104 0,'-39'-53'52'0,"-14"75"-61"16,29-7 70-16,-19 4-61 15,-17 16 0-15,-21 27 0 16,-18 17 0-16,-10 37 0 0,0 19 1 16,6 37 0-1,33-3 0-15,27-9-1 0,36-9 0 16,32-23-9-16,28-12 0 16,25-22-1-16,20-40 1 31</inkml:trace>
  <inkml:trace contextRef="#ctx0" brushRef="#br0" timeOffset="49668.65">25132 1179 87 0,'-18'-54'43'0,"15"57"-40"0,3 10 44 16,-7 9-47-16,-7 38 0 16,-1 12 0-16,-2 9 1 15,-4 16-2-15,-1 19 1 16,8-15-2-16,4 2 1 15,6-21-6-15,4-10 0 16,4-19-13-16,3-9 0 16,0-9 0-16,14-17 1 0</inkml:trace>
  <inkml:trace contextRef="#ctx0" brushRef="#br0" timeOffset="49983.44">25763 1436 84 0,'4'-22'42'0,"-22"-25"-57"16,11 50 85-16,-3 0-68 15,-4 16 0-15,-11 0 0 16,0 9 1-16,4 19-5 16,3 3 1-16,11 7 2 15,14 5 1-15,11-2-2 16,7-7 0-16,10-18 0 15,4-13 1-15,3-16 0 16,4-6 1-16,-4-19-1 16,-10-9 1-16,-11-7-1 15,-14-9 1-15,-14-9-1 16,-10 3 0-16,-15 0-5 0,-18-10 0 16,-6 4-11-1,-4 6 0-15,4 12-1 0,6-3 1 16</inkml:trace>
  <inkml:trace contextRef="#ctx0" brushRef="#br0" timeOffset="50294.08">26314 1125 99 0,'-4'-18'49'0,"15"8"-64"15,-8 10 83-15,4 10-68 16,7 11 0-16,4 20 0 16,7 13 0-16,3 2 0 15,0 16 0-15,0 3 0 16,-6 19 0-16,-12 10 0 16,-6-13 0-16,-11-10 0 15,-11-2 0-15,-14-13-1 16,-3-7 1-16,-11-12-9 15,-7 3 1-15,-7-18-15 16,0-1 1-16,4-12 0 16,17-13 0-16</inkml:trace>
  <inkml:trace contextRef="#ctx0" brushRef="#br0" timeOffset="50497.83">27312 1724 109 0,'39'-56'54'0,"56"56"-85"0,-60-6 114 0,15 6-101 16,6 6 1-16,8-3 0 15,-4 3 0-15</inkml:trace>
  <inkml:trace contextRef="#ctx0" brushRef="#br0" timeOffset="50701.24">27407 1182 99 0,'-42'-22'49'0,"14"25"-51"16,24 6 61-16,1 32-59 15,3 12 1-15,0 13-1 16,3 28 1-16,8 22-2 16,-1 4 0-16,5-8-6 15,2-8 1-15,4-10-14 16,4-19 1-16,-4-3-1 16,11-31 1-16</inkml:trace>
  <inkml:trace contextRef="#ctx0" brushRef="#br0" timeOffset="50963.8">28416 1063 107 0,'4'-63'53'0,"-1"44"-77"15,-3 29 102-15,0 8-78 16,0 36 0-16,0 24 0 16,-10 13 0-16,-1 16-2 15,1 12 1-15,-1-3-6 16,7-10 1-16,4-15-7 16,0-6 1-16,8-22-1 15,-1-16 1-15</inkml:trace>
  <inkml:trace contextRef="#ctx0" brushRef="#br0" timeOffset="51188.92">28825 1370 100 0,'11'-50'50'0,"0"-10"-61"0,-8 51 77 16,1-1-67-16,3 20 1 15,0-1-2-15,-4 26 1 32,-10 46-8-32,-3 1 1 15,-4 6-10-15,3-7 0 16,0-9-1-16,8-12 1 16</inkml:trace>
  <inkml:trace contextRef="#ctx0" brushRef="#br0" timeOffset="51503.29">29210 1034 98 0,'0'-59'49'0,"-7"40"-71"15,7 19 93-15,0 0-71 16,3 16 0-16,5 6-1 16,6 3 1-16,7 9-1 15,7 20 1-15,4 2 0 16,-4 16 0-16,4-3 0 16,-8 3 0-16,-2 0 0 15,-12 26 1-15,-10-17 0 16,-14 7 0-16,-14-10-5 0,-7-2 0 15,-8-7 0-15,-6-13 0 16</inkml:trace>
  <inkml:trace contextRef="#ctx0" brushRef="#br0" timeOffset="51856.63">29707 715 100 0,'7'-35'50'0,"39"95"-55"16,-21-42 61-16,7 26-57 16,7 10 0-16,6 27 0 15,1 26 0-15,-3 3 1 16,-12 21 1-16,-13 10-1 16,-21 13 0-16,-22-10-5 15,-35 7 1-15,-21 9 0 0,-18-16 0 16</inkml:trace>
  <inkml:trace contextRef="#ctx0" brushRef="#br0" timeOffset="67826.47">20800 2643 59 0,'-25'-6'29'0,"-24"-4"-20"16,31 10 29-16,0 7-34 0,4-7 0 15,4 9 5-15,17-3 0 16,21 7-9-16,21-7 1 15,29-6 7-15,38 0 1 16,15-16-2-16,10 7 0 16,14-10-2-16,0 10 0 15,-17-13-3-15,-14 3 0 0,-22 7-2 16,-17-4 1-16,-29 10-1 16,-21 2 0-1,-24-2-1-15,-18 3 1 0,-18 3-1 16,-17 3 1-16,-32 0-1 15,-22 10 0-15,-9-4 0 16,-22 7 0-16,-4-7 0 16,8 7 1-16,3-3-1 15,14 2 1-15,11-5 0 16,17-1 1-16,7 0-1 16,26 1 1-16,20-4-1 15,21-6 1-15,22 0-1 16,-4-6 1-16,67-10 0 15,32 4 0-15,0-7 0 16,10 3 0-16,-3 4 0 16,-7 5 0-16,-14-2-1 15,-18 9 0-15,-21-6 0 16,-18 6 1-16,-17 0-2 0,-18 6 1 16,-21 3 0-16,0-5 0 15,-46 8-1-15,-14 16 1 16,-32-6-1-16,-17 10 1 15,-8-7-1-15,4 6 0 16,-3 0 1-16,10 7 0 16,24-13 0-16,22 3 0 15,28-18 0-15,29-10 1 16,31 0 0-16,28-16 0 0,22-3 0 16,28 0 0-16,31 1 0 15,0-7 0-15,11-1-1 16,4 4 1-16,0-3-1 15,-18-9 0-15,-11 15 0 16,-14-9 0-16,-10 3 0 16,-22 6 0-16,-13 0-2 15,-15 7 0-15,-14 5-18 16,-21 7 0-16,-10 0 0 16,-19 0 1-16</inkml:trace>
  <inkml:trace contextRef="#ctx0" brushRef="#br0" timeOffset="69774.33">20239 2838 67 0,'10'-13'33'0,"43"0"-29"0,-35 7 45 16,21 3-48-16,17-6 1 15,29-1 0-15,7 4 1 16,10-7-3-16,18-2 0 16,14-4 3-16,4-6 0 0,6 0-1 15,8 0 1-15,-4-7-1 16,-21 1 1-16,-18 0-2 15,-20 9 1-15,-22 9-2 16,-22-3 1-16,-27 7-1 16,-18 9 1-16,-25 0-1 15,-35 6 0-15,-21 7 0 16,-21 6 0-16,-32 3 0 16,-21 0 0-16,-11 9-1 15,-14-3 1-15,4 7 1 16,17-4 0-16,4 0-1 15,24-2 1-15,18-1 0 16,29 0 0-16,27-6 0 16,25-3 0-16,29-16-1 15,28-6 0-15,20-16 0 16,29-3 1-16,29 3-1 16,20-12 0-16,11 6 0 15,18-4 1-15,0-2-1 0,-11 3 1 16,-4 0-1-16,-6 12 1 15,-15 3-1-15,-24 7 1 16,-14-3-1-16,-18 6 0 16,-18 0-1-16,-10 3 1 15,-22 3-1-15,-20 0 1 16,-22 3-1-16,-21 7 1 16,-21 5 0-16,-21 1 0 15,-25 13-1-15,-4-14 1 0,-10 7 0 16,0-6 1-16,-3-6-1 15,17-1 0-15,14-2 0 16,18-1 0-16,17-6 0 16,18 4 1-16,18-7-1 15,21-7 0-15,14 4 0 16,32-6 1-16,24-1-1 16,25-5 1-16,18-4-1 15,35-6 1-15,7 6-1 16,4-19 1-16,-1 13-1 15,-3-6 0-15,-14 12 0 16,-24 0 1-16,-22 0-1 16,-18 10 0-16,-17 0 0 15,-21 2 1-15,-18-2-1 16,-21 9 0-16,-21 6 0 16,-22 4 0-16,-13-1 0 15,-12 7 1-15,-23 3-1 16,-12-1 0-16,1 7 0 15,-4-3 0-15,-4 0 0 0,8 7 0 16,17-11 0-16,18-2 0 16,18-3 0-16,20-4 0 15,22-3 0-15,28 4 1 16,28-10 0-16,32-16 0 16,25-3 0-16,35-6 0 15,11-3 0-15,10 0 0 16,7-1-1-16,-3 4 1 15,-25-12-1-15,-14 12 0 0,-25-4 0 16,-21 7 1-16,-18 4-1 16,-28 15 0-16,-17-7 0 15,-22 13 0-15,-35-3 0 16,-24 16 0-16,-22 0 0 16,-24 6 0-16,-22 3 0 15,-7-3 0-15,-17 3 0 16,0 3 0-16,6 3 0 15,22-6 0-15,11 4 0 16,17-11 0-16,28-2 0 16,25-7 0-16,21 1-1 15,32-7 1-15,21-6 0 16,25 3 0-16,25-10 0 16,38 1 0-16,14-7 0 15,15-2 0-15,21-11 0 0,3 14 1 16,-3-20-1-16,-1 10 0 15,-10 3 0-15,-24 6 1 16,-22-2-1-16,-21-1 0 16,-17 13 0-16,-19 2 1 15,-20 4-1-15,-18 0 0 16,-21 10 0-16,-18 2 0 16,-14 7 0-16,-10 3 1 15,-8 0-1-15,-3-3 0 16,-11-3-1-16,15-1 1 0,10-5 0 15,10 2 0-15,15-6 0 16,14 1 0-16,14-10 0 16,21 3 1-16,11-10-1 15,6 7 0-15,8-6 0 16,4-1 1-16,6-9-1 16,7 1 0-16,1 2-1 15,-8 7 1-15,-3-10-1 16,0 12 0-16,-11 1-9 15,-10 3 0-15,-4 3 0 16,0 0 1-16</inkml:trace>
  <inkml:trace contextRef="#ctx0" brushRef="#br0" timeOffset="76454.59">24359 2721 45 0,'7'0'22'0,"15"-34"-18"0,-15 28 22 16,3 6-24-16,8-3 0 15,17 3 0-15,-3-10 1 16,0 20-3-16,3-7 1 0,7-3 4 15,8 0 0-15,20 0 1 16,29-3 0-16,24-19 1 16,33 0 0-16,27 3-1 15,29-12 0-15,14 2-2 16,24 7 0-16,8 7-2 16,20-10 0-16,4 6-2 15,15 0 1-15,-8 0-1 16,11-6 0-16,-11-3 0 15,-14-7 1-15,-17 7-1 16,-22-3 1-16,-21 12 0 16,-17 6 1-16,-32 1-1 15,-25 2 0-15,-21 1 0 16,-32 6 0-16,-21-3-1 16,-25 2 1-16,-24-2-1 15,-25 12 0-15,-28-6 0 16,-29 4 1-16,-35 5-1 15,-31 7 1-15,-25-1-1 0,-25 17 0 16,-28-7 0-16,-15 12 1 16,-24-2-2-16,-7 6 1 15,-14-4 0-15,4 1 0 16,-15-7 0-16,11 7 0 16,-4-16 0-16,11 9 0 15,7-6 0-15,14 4 1 16,22-11-1-16,9-2 0 0,19-3 0 15,21-7 1-15,17 3-1 16,21-9 1-16,4 3 0 16,22 4 0-16,13-7-1 15,14 3 0-15,18-6 0 16,18 3 0-16,17 0-1 16,22 0 1-16,31 0-1 15,25 0 0-15,28-10 1 16,42 4 1-16,29-7 0 15,39 1 0-15,20-7 0 16,36 7 0-16,11-20 0 16,28 10 0-16,3-6-1 15,7 6 0-15,4-6 0 16,-7-7 0-16,0 7 0 16,-15 0 0-16,-10 0 0 15,-14 12 1-15,-14-9-1 16,-17 12 1-16,-22-9-1 15,-28 10 1-15,-22-4-1 0,-27 7 0 16,-33 6 0-16,-27-7 0 16,-32 7 0-16,-25 3 0 15,-32 6 0-15,-28 10 1 16,-39-6-1-16,-31 11 0 16,-29-5-1-16,-21 12 1 15,-31-9 0-15,-18 13 0 16,-25-14 0-16,-11 7 0 15,-21 4-1-15,4-7 1 16,-21 0 0-16,-8 3 1 16,12 3-2-16,-5-6 1 0,19 3 0 15,2 3 0-15,19-6 0 16,17 6 0-16,14-9 0 16,15 6 0-16,27 7 0 15,25-1 0-15,11-19 0 16,32 4 0-16,21-10 0 15,20 4 0-15,19-1-1 16,21-6 1-16,17-3-1 16,18 10 0-16,18-13 0 15,21 3 0-15,17-16 0 16,29 3 0-16,24-2 0 16,29-4 0-16,27 3 0 15,22-3 1-15,36 1 0 16,13-4 1-16,22 3-1 15,-1 0 0-15,18-6 0 0,-17 3 1 16,3 3 0-16,-21-6 0 16,-7 0 0-16,-11 3 0 15,-21 0 0-15,-18 0 0 16,-24-3-4-16,-11 6 0 16,-28 4 0-16,-25 2 0 15</inkml:trace>
  <inkml:trace contextRef="#ctx0" brushRef="#br0" timeOffset="78591.53">26825 2900 72 0,'7'-75'36'0,"-7"34"-19"0,0 35 25 16,0 0-40-16,0 6 0 0,-3 3 1 16,-1 6 0-16,-3 13-3 15,-3 19 1-15,-8 6 3 16,4 6 0-16,-7 4-1 15,3 2 1-15,0-2-1 16,-3 5 0-16,0 23-2 16,-4 3 0-16,4-7-1 15,0 1 1-15,0-4-6 16,7-6 0-16,10-6-1 16,11-6 1-16</inkml:trace>
  <inkml:trace contextRef="#ctx0" brushRef="#br0" timeOffset="79007.09">25788 4045 76 0,'-21'-63'38'0,"3"79"-32"16,15-4 30-16,-4 17-34 15,-7 11 0-15,-4 14 4 16,-10 11 1-16,3 14-7 16,4 21 1-16,3 4 4 15,4 2 1-15,7-9-3 16,7 10 0-16,7-16-11 15,11-3 1-15,-1-13-2 16,-3-9 1-16</inkml:trace>
  <inkml:trace contextRef="#ctx0" brushRef="#br0" timeOffset="79817.92">25721 3894 89 0,'-28'-47'44'0,"60"57"-51"0,-4-17 56 0,18 7-51 16,35 7 0-16,39-14-1 15,21 4 1-15,28-16 3 16,18-6 0-16,18 7-3 16,-4-20 1-16,7 7 1 15,-7-1 1-15,-17 7 0 16,-26-6 1-16,-13 9 0 16,-22 6 0-16,-10 10 0 15,-21 12 1-15,-14 4-2 16,-18 15 1-16,-15-7-2 15,-13 11 1-15,-11-1-1 16,-10 6 0-16,-8 1 0 16,-3 2 1-16,-3 17 0 15,-4 12 1-15,0-1-1 16,-4 8 1-16,1-1-1 16,-4 3 1-16,-1 16-2 15,-2 0 1-15,-1 6-1 0,1-19 1 16,-1-2-1-16,-3-7 1 15,-4-7-1-15,0-8 0 16,-3-7 0-16,-7 9 0 16,-4-15 0-16,-10 6 0 15,-8-3-1-15,-20-6 1 16,-8-4-2-16,-17 10 1 16,-18-6-1-16,-18-1 0 0,0-9 0 15,-17 4 0-15,-3-7 0 16,2 13 0-16,5-17 1 15,9-2 1-15,5-3 0 16,17 0 0-16,11-1 0 16,17-8 1-16,7-7-1 15,1 0 0-15,9-7 0 16,5 7 0-16,6-3 0 16,4-3 0-16,4 0 0 15,7 6 1-15,10-10 0 16,7-2 1-16,7-23-1 15,18-18 1-15,18-19-1 16,17 0 1-16,14-7-4 16,4 7 1-16,0 13-20 15,0 8 1-15,-4 7-1 16,4 4 1-16</inkml:trace>
  <inkml:trace contextRef="#ctx0" brushRef="#br0" timeOffset="80156.78">26056 5293 91 0,'-17'-6'45'0,"-22"-4"-64"0,35 7 85 0,4-10-67 16,11-5 1-16,13-17-1 15,19-9 1-15,13-15 1 16,11-17 0-16,11-24 0 16,10-10 1-16,14 4 0 15,-3 15 1-15,-4 3 0 16,-10-3 0-16,-4 13-1 16,-7 9 0-16,0 3-1 15,-14 6 0-15,-7 7-1 16,-7 15 0-16,-7 1-4 15,-7 12 0-15,-8-1-10 16,-6 11 0-16,-4 5 0 16,-10 7 1-16</inkml:trace>
  <inkml:trace contextRef="#ctx0" brushRef="#br0" timeOffset="80627.67">26000 4515 81 0,'-21'-34'40'0,"17"21"-46"0,4 13 56 0,7-3-51 15,7-6 1-15,4 2 0 16,10 4 0-16,14-6 0 16,8-7 0-16,13-6 1 15,4-3 0-15,11 0 1 16,7 3 1-16,6 6 0 15,-2 10 1-15,-5 3-1 16,-3 3 1-16,-7 9-1 16,-3 13 0-16,0 0-2 15,-8 13 0-15,-3 15-1 16,-7 13 1-16,-11-7-2 16,-3-3 1-16,-4-6-3 15,-6-15 0-15,-5-1-14 16,-6-6 1-16,-8-3 0 0,-10-6 0 15</inkml:trace>
  <inkml:trace contextRef="#ctx0" brushRef="#br0" timeOffset="80957.75">26949 4070 72 0,'-18'-19'36'0,"-10"-44"-34"16,28 51 54-16,0 2-56 15,7 1 1-15,7 0 0 16,7-4 0-16,14 0-2 15,15 1 1-15,-1 6 0 16,8 3 1-16,-8 3-1 16,-3 0 1-16,-7 9 0 15,-4 7 0-15,-14 12 0 16,-7 9 0-16,-3 7-7 16,-8 10 0-16,1-1 0 15,-1 0 0-15</inkml:trace>
  <inkml:trace contextRef="#ctx0" brushRef="#br0" timeOffset="82143.13">28286 4515 82 0,'-46'-31'41'0,"4"37"-38"15,34-6 41-15,8 3-43 16,11 0 0-16,14 0 5 16,24-3 0-16,29-9-6 15,38 0 1-15,36-16 3 16,17 6 1-16,22 3-1 16,-15 0 0-16,-21 1-3 15,-24 8 1-15,-22 1-2 16,-28 6 0-16,-17-3-4 15,-22 3 0-15,-10 0-17 16,-11 6 1-16,-10-3-1 16,-1-9 1-16</inkml:trace>
  <inkml:trace contextRef="#ctx0" brushRef="#br0" timeOffset="82575.27">30829 3879 97 0,'-49'-82'48'0,"3"63"-67"16,35 19 89-16,1 0-71 15,-1 16 1-15,1 6 0 16,-1 28 0-16,1 16 1 15,2 19 0-15,-2 6 0 16,3 18 1-16,0 7-1 16,7-3 0-16,0-6-2 0,0-10 0 15,3-15-14-15,4 2 0 16,4-15-1-16,3-22 1 16</inkml:trace>
  <inkml:trace contextRef="#ctx0" brushRef="#br0" timeOffset="82924.16">31411 3954 97 0,'-21'-63'48'0,"18"57"-64"16,3 6 77-16,0 6-62 15,0 4 0-15,0 8 0 16,0 20 1-16,-4 3 0 16,4 0 1-16,4-1-1 15,3 4 1-15,3-12 0 16,8 8 0-16,7-11 0 16,6-1 1-16,5-6-1 15,-1-3 1-15,4-10-1 16,0 0 1-16,-11-9-2 15,-4-9 1-15,-9-16 0 16,-8-3 0-16,-11-26-1 16,-6-5 1-16,-8 2-6 0,-10 10 1 15,-8 6-1-15,-6 4 0 16</inkml:trace>
  <inkml:trace contextRef="#ctx0" brushRef="#br0" timeOffset="83336.77">32022 3556 79 0,'-46'-47'39'0,"3"40"-24"16,36 4 33-16,0-3-46 15,0 6 1-15,7 6 0 16,7 4 0-16,7-1-4 16,18 16 0-16,18 3 2 15,10 7 1-15,0-1-2 16,-4 10 1-16,-3-3-1 15,-14 9 1-15,-15 22 0 16,-17 16 0-16,-24-6 0 16,-26-1 0-16,-20 1-3 0,-8 9 1 15,-10 3-14-15,-7-10 0 16,7-5-1-16,7-10 1 16</inkml:trace>
  <inkml:trace contextRef="#ctx0" brushRef="#br0" timeOffset="83662.24">30611 5657 95 0,'-64'-7'47'0,"39"-24"-61"16,29 25 76-16,14-1-62 15,20 1 0-15,22-6 0 16,36-10 0-16,27-10 1 16,25 1 0-16,7 0 0 15,1 2 0-15,-1-2-1 16,-14 9 0-16,-14 3-4 15,-25 7 1-15,-21 9-12 16,-17-4 0-16,-25 7 0 16,-25-3 0-16</inkml:trace>
  <inkml:trace contextRef="#ctx0" brushRef="#br0" timeOffset="83876.35">30417 5769 98 0,'-39'4'49'0,"74"-36"-65"0,-3 26 83 16,31-10-68-16,18-6 0 0,32 0 0 15,21 4 0-15,7-11 1 16,4 7 0-16,-11 7-1 16,-7 5 1-16,-10 1-1 15,-19 3 0-15,-13 3-13 16,-11-4 1-16,-10 7-1 15,-15 3 1-15</inkml:trace>
  <inkml:trace contextRef="#ctx0" brushRef="#br0" timeOffset="84712.01">22673 6635 89 0,'-35'-31'44'0,"17"9"-39"0,18 22 44 0,7-3-47 16,7-4 0-16,11-2 3 15,24-4 1-15,11-2-7 16,14-1 1-16,8-9 3 16,16 3 1-16,8 6-2 15,0 1 0-15,-7-4-4 16,3 9 0-16,0 4-9 16,-13 3 0-16,-5 3-1 15,-13-3 1-15</inkml:trace>
  <inkml:trace contextRef="#ctx0" brushRef="#br0" timeOffset="84996.11">22507 7099 99 0,'-35'-9'49'0,"35"12"-58"0,18 0 69 16,10-9-60-16,18-1 0 15,28-5-1-15,14-1 1 16,7-6 0-16,4-2 0 16,3-8-2-16,1 7 1 0,-8 4-7 15,-11-1 1-15,-9 6 0 16,-5-2 0-16</inkml:trace>
  <inkml:trace contextRef="#ctx0" brushRef="#br0" timeOffset="85696.27">25739 6381 99 0,'38'-31'49'0,"-27"-16"-56"0,-11 37 66 16,7-6-59-16,4 23 0 15,-1-4 0-15,1 3 0 16,-1 4 1-16,-6 18 0 16,-8 6 1-16,-6 10 0 15,-18 19 0-15,-15 18 0 0,-17 14 0 16,-10 5 1-16,-4 0-2 15,0-6 1-15,-8-9-2 16,1-10 0-16,-3-3-2 16,-1-18 1-16,4-20-1 15,3-9 1-15,4-19-1 16,7-12 0-16,7-9 1 16,11-11 0-16,3 1 0 15,18-6 0-15,3-3 1 16,7-4 1-16,11-3-1 15,7-3 1-15,14-6 0 16,8-3 0-16,6-1 0 16,4 4 0-16,10 6 0 15,4 10 0-15,0 2-1 16,-1 14 1-16,1 2-1 16,4 10 1-16,-4 12 0 15,-1 16 0-15,-2 19 0 16,3 6 0-16,3 12 0 0,4 7 1 15,7-3-1-15,0 3 1 16,10 6-2-16,-6 0 1 16,-8-6-1-16,1-3 0 15,-8-10-8-15,-6-6 1 16,-5-3-1-16,-2-13 1 16</inkml:trace>
  <inkml:trace contextRef="#ctx0" brushRef="#br0" timeOffset="86095.71">26578 5958 109 0,'-31'-76'54'0,"16"76"-59"15,12 4 68-15,-1 14-63 16,-3 20 1-16,0 18 0 0,0 26 1 15,4 12-2-15,-1 16 0 16,1 3 1-16,-1 12 1 16,4 4-1-16,-3-7 1 15,3-15-1-15,3-7 0 16,8 0-5-16,3-3 0 16,0-21-23-16,4-17 1 15,-4-15-1-15,-7-25 1 0</inkml:trace>
  <inkml:trace contextRef="#ctx0" brushRef="#br0" timeOffset="89591.59">27383 6510 58 0,'3'-19'29'0,"-3"9"-34"0,7 7 43 16,-7 3-37-16,0-6 0 0,0 0 1 15,0-1 1-15,0 4-2 16,-3-6 1-16,-1 3 4 16,-3-4 0-16,0-2 1 15,0-1 1-15,-4 1-1 16,4 2 1-16,0-6-2 15,0 7 0-15,-3 3-2 16,-1-1 0-16,0 7-2 16,1 7 0-16,-1 2-1 15,1 7 0-15,-4 6 0 16,-4 6 0-16,-3 3-1 16,3 1 1-16,-3 2-1 15,3 4 1-15,1-1-1 16,3 4 1-16,7 0-1 15,7 3 1-15,7-3-1 16,7-1 0-16,3-5 0 16,8 3 1-16,10-10-1 15,1-3 0-15,2-6 0 16,1-7 1-16,0-6-1 0,0-2 1 16,0-11-1-16,-1-2 0 15,-2-10 0-15,-5 0 1 16,1-15-1-16,-4-4 0 15,-3-6 0-15,-7 0 1 16,-8-3 0-16,-6 3 1 16,-8 1-1-16,-10-8 1 15,-7 4-1-15,-11 13 0 16,-14 6-4-16,-6 12 1 0,-12 3-21 16,8 7 1-16,6 6 0 15,15-16 0-15</inkml:trace>
  <inkml:trace contextRef="#ctx0" brushRef="#br0" timeOffset="90125.9">28402 6378 94 0,'-49'-63'47'0,"3"54"-68"0,32 15 83 32,-32 28-64-32,-3 4 0 15,-4 9 0-15,0 0 1 16,3-3 2-16,12 6 1 0,9 4-1 16,5 2 0-16,20-9 1 15,11 0 1-15,21-12 0 16,8-7 0-16,17-6-2 15,7-7 1-15,14-11-2 16,-4-11 1-16,-3-18 0 16,-7-9 0-16,-10-1-1 15,-8 1 1-15,-14-7 0 16,-10 3 0-16,-15 1-4 16,-6-1 0-16,-15 0-18 15,-10 4 1-15,-14 6-1 16,-4-4 1-16</inkml:trace>
  <inkml:trace contextRef="#ctx0" brushRef="#br0" timeOffset="90498.34">28660 5907 102 0,'-25'-37'51'0,"46"18"-74"0,-3 28 97 0,14 7-74 16,6 6 0-16,15 9-1 15,7 13 1-15,7 3 0 16,0 25 0-16,0 1 0 16,-3 2 0-16,-8 0 0 15,-6-3 0-15,-19-3 0 16,-16 16 1-16,-26 3-1 16,-21-4 1-16,-21 1-3 15,-17 3 1-15,-15-10-20 16,-10-3 0-16,-4 7-1 15,7-13 1-15</inkml:trace>
  <inkml:trace contextRef="#ctx0" brushRef="#br0" timeOffset="91694.19">30170 7827 104 0,'-82'-41'52'0,"-34"50"-80"0,60-3 98 0,-22 10-71 16,-24 0 0-16,-29 0 0 15,-28 2 1-15,-24-5 1 16,-18 9 1-16,-28-10-1 16,-4 4 0-16,-25-3 1 15,-3 2 0-15,-14 4-1 16,0 6 1-16,-4-3-1 16,7 3 0-16,4 0 0 0,21 4 0 15,-3-8-1-15,17-2 1 16,-3 0-1-16,13-3 0 15,12-4 0-15,6 1 0 16,8-10 0-16,24 0 0 16,21-3 0-16,7-9 1 15,25-7 0-15,22-3 0 16,13-9 0-16,14-6 1 16,8-14-1-16,10-11 0 0,4-1-1 15,6-9 1-15,5-9-1 16,2-32 0-16,8-6 0 15,3-16 1-15,8-24-2 16,3-4 1-16,7 9 0 16,0-9 0-16,3 4 0 15,0 14 0-15,1 17 0 16,-4 12 0-16,0 0 0 16,0 7 0-16,0 11 0 15,3 11 1-15,4 18-1 16,4 13 0-16,3 9-1 15,3 12 1-15,8 1 0 16,10 9 0-16,15 6-1 16,16 7 1-16,23 6 0 15,23-3 0-15,30 6-1 16,20-10 1-16,42 4 0 16,22 0 0-16,39 3-1 15,10-4 1-15,21 4 0 16,0-6 0-16,15-1-1 0,-5-2 1 15,12 2 0-15,-1 1 0 16,-6-10-1-16,3 7 1 16,-11-20-1-16,-14 10 1 15,-17-12 0-15,-22 6 0 16,-28-1-1-16,-24 4 1 16,-32 6-1-16,-22 1 1 15,-17 18 0-15,-25-4 1 0,-17 4-1 16,-14 10 0-1,-4 2 0-15,-11 7 0 0,-7-6 0 16,-6 12 0-16,-12 13 0 16,-6 12 0-16,-8 25 0 15,-10 22 0-15,-7 19 1 16,-7 16 0-16,-3 22-1 16,3-4 1-16,-1 7 0 15,8-7 0-15,4-12-1 16,6-12 0-16,11-16 0 15,-3-10 1-15,3-12-1 16,-3-4 1-16,-8-5-1 16,-6-7 0-16,-15 0 0 15,-17-9 0-15,-7-1-15 16,-18-5 1-16,-22 2 0 16,-13-37 0-16</inkml:trace>
  <inkml:trace contextRef="#ctx0" brushRef="#br0" timeOffset="96089.84">8396 3653 89 0,'-21'-28'44'0,"95"21"-38"0,-32 14 45 16,32-17-50-16,46 1 0 15,50-13 1-15,70 9 0 16,52-24-2-16,58 2 0 16,59-6 2-16,49 10 0 15,40-3-1-15,24-4 1 16,11-15-1-16,3-10 0 0,-7-12-1 16,-24-10 1-16,-29 3-1 15,-39 20 0-15,-56 15 0 16,-46 15 0-16,-49 14 0 15,-53 11 0-15,-42 14 0 16,-47 2 0-16,-42 10-1 16,-45 9 1-16,-43 0-2 15,-46 4 1-15,-45-1-1 16,-57 0 1-16,-50-3 0 16,-56-6 1-16,-56 0 0 15,-36 10 1-15,-56-7 0 16,-39 9 0-16,-38 4 0 15,-33 3 0-15,-13-4-1 16,-4 17 1-16,3-20-1 16,32 10 0-16,29-19 0 15,38 22 1-15,14-15-1 16,50 15 1-16,21-16-1 16,56 3 1-16,33 1-1 0,45-10 1 15,24 6-2-15,36 1 1 16,39-4-1-16,35-6 1 15,42 3-1-15,40 0 0 16,41-12 1-16,64-7 0 16,63-9 0-16,61-7 1 15,70-15 0-15,64-6 1 16,48 3-1-16,37-7 0 16,27 4 0-16,18 3 0 0,4-4-1 15,6-5 0-15,-3-7 0 16,-14 0 0-16,-24 6 0 15,-26 4 1-15,-38 5-1 16,-28 11 0-16,-39-1 0 16,-32 13 0-16,-43-4 0 15,-34 1 1-15,-40-1-1 16,-41 1 0-16,-40 3 0 16,-42-4 0-16,-38 4 0 15,-40 3 1-15,-31-3-2 16,-43 2 1-16,-38-2 0 15,-39 3 0-15,-29-6 0 16,-27 2 0-16,-22 1 0 16,-28-3 1-16,-18 6-1 15,-20 3 0-15,-8-7 0 16,-32 4 0-16,-21 13 0 0,-14-1 0 16,-10 16 0-1,-22 3 0-15,1 10-1 0,24 6 1 16,21-13-1-16,35 0 1 15,26-15 0-15,27 3 0 16,39-6 0-16,25 2 0 16,28-9 0-16,32 4 0 15,25 2-2-15,31 4 1 16,22 0-7-16,20-7 1 0,26 4-13 16,24-1 1-16,39 7-1 15,35-19 1-15</inkml:trace>
  <inkml:trace contextRef="#ctx0" brushRef="#br0" timeOffset="97037.39">11405 893 49 0,'-7'25'24'0,"32"-25"-17"15,-7-9 24-15,10-16-28 16,28-19 0-16,47-16-17 15,38-5 1-15,46-4 11 16,-4-22 0-16</inkml:trace>
  <inkml:trace contextRef="#ctx0" brushRef="#br0" timeOffset="97536.7">15512 940 83 0,'-22'-75'41'0,"75"-3"-51"0,-21 43 41 16,32 1-31-16,24-4 0 15</inkml:trace>
  <inkml:trace contextRef="#ctx0" brushRef="#br0" timeOffset="98221.9">12291 937 61 0,'49'-53'30'0,"32"-16"-29"16,-56 56 31-16,7-2-43 16,10-4 1-16,22 0 0 15,34-15 0-15</inkml:trace>
  <inkml:trace contextRef="#ctx0" brushRef="#br0" timeOffset="98866.1">16263 874 62 0,'-46'-34'31'0,"39"6"-33"0,11 18 42 0,13 1-40 15,22-7 1-15,21-18-1 16,32-10 0-16,38 6-1 16,26-15 1-16</inkml:trace>
  <inkml:trace contextRef="#ctx0" brushRef="#br0" timeOffset="105391.21">32413 3126 85 0,'-99'-38'42'0,"-20"-87"-40"16,76 106 43-16,-20 7-45 16,-33 12 0-16,-27 15-1 0,-22 23 1 15,-31 12 0-15,-22 13 0 16,-13 43 0-16,-4 32 0 16,13 41 2-16,26 31 1 15,28 22 0-15,53 13 1 16,56 31 0-16,56-22 0 15,54-35-1-15,52-15 1 16,33-50-3-16,31-41 0 16,24-63-1-16,15-44 0 15,7-40 0-15,3-60 0 0,-3-38 0 16,-4-41 1-16,-13-24 0 16,-61 56 0-16,11-120 0 15,-60 20 0-15,-57 21 0 16,-63 39 0-16,-67 30-11 15,-78 29 0-15,-85 31 0 16,-59-3 0-16</inkml:trace>
  <inkml:trace contextRef="#ctx0" brushRef="#br0" timeOffset="108177.74">23597 5622 76 0,'-39'-3'38'0,"18"-3"-34"16,18 12 38-16,-1 19-42 16,11 13 1-16,7 15 0 15,4 13 0-15,0 9-1 16,-4 32 0-16,3 12 2 16,-6 13 0-16,-4 21 0 15,0 4 1-15,-3-3 0 16,-1-16 0-16,4 3 0 15,4-10 1-15,7-11-2 16,-1-14 0-16,8-9-3 16,0-15 0-16,-4-10-12 15,0-3 1-15,-7-3 0 16,-7-3 0-16</inkml:trace>
  <inkml:trace contextRef="#ctx0" brushRef="#br0" timeOffset="109483.38">23798 5873 85 0,'-28'-13'42'0,"18"-65"-51"16,13 62 61-16,11 4-52 15,11-4 0-15,17 13-1 16,15-3 1-16,17 9-1 15,14-3 1-15,28 3 0 16,22-6 0-16,31-3 0 16,25 2 0-16,18-2 0 15,24-6 1-15,4-4 0 16,18 0 0-16,6-6 0 16,19-6 0-16,20 6-1 0,-3 3 1 15,10-9-1 1,-17 3 1-16,-7 0-1 0,-32-3 0 15,-21 6 0-15,-25 0 1 16,-25 3-1-16,-28 3 0 16,-17-2 0-16,-7 2 0 15,-15 3 0-15,0 4 0 16,1-1 0-16,-11 4 0 16,0-3 0-16,-15 6 1 15,-10 6 0-15,-14 3 1 16,-10-3 0-16,-15 7 0 0,-10-1 0 15,-14 7 1-15,-4-1-1 16,-4 10 1-16,-3 4-1 16,-3 2 0-16,3 10-1 15,3 18 1-15,-2 10-1 16,2 7 0-16,1 5 0 16,3 4 0-16,-7 18 0 15,-4-27 0-15,1 46-1 16,10 0 1-16,-10 13-1 15,3 3 0-15,0-19 0 16,-4 0 0-16,1-3 0 16,-1 13 0-16,4-10 0 15,0-12 0-15,-10-13 0 16,-4-3 1-16,-7-19-1 16,0-9 0-16,-1-13 0 15,-6-6 0-15,-7-13 0 16,-11-3 0-16,-3-12-1 0,-11-4 1 15,-14-5 0 1,-11-4 0-16,-17 0 0 0,-7 6 0 16,-15 1 0-16,-3-4 0 15,-10 3 0-15,-1 7 0 16,-10-6 0-16,-3 2 0 16,-5 7 0-16,-6 9 0 15,-7-15 0-15,-7 12 0 16,-8 0 0-16,-3-6 0 0,-3 3 0 15,3 0 0-15,-3-4 0 16,6-2 0-16,4 0-1 16,4-4 1-16,7-2-1 15,14-1 1-15,10-3 0 16,0 4 0-16,-3-4-1 16,11 3 1-16,6-5 0 15,15 8 0-15,7-12 0 16,-8 0 0-16,15-3 0 15,7 3 0-15,7-6 0 16,3 6 0-16,0 3 0 16,8 0 0-16,-8-3-1 15,1 6 1-15,3-6 0 16,6 3 0-16,9-3 0 16,9 4 0-16,4-11 0 15,7 4 0-15,4-6 0 16,0 2 0-16,3-5 0 15,0 12 0-15,-3-6 0 16,-4 6 1-16,-3-7-1 0,0 4 0 16,3 0-1-16,4 0 1 15,6-6-2-15,8-1 1 16,7-6-12-16,7-9 0 16,21 0-1-16,7-12 1 15</inkml:trace>
  <inkml:trace contextRef="#ctx0" brushRef="#br0" timeOffset="114097.95">589 6566 78 0,'-21'-41'39'0,"25"29"-31"0,6 2 39 15,18-2-46-15,25-1 1 16,25 1-1-16,21 2 1 15,38 1-3-15,15-4 1 16,24 1 0-16,36-4 1 16,7-12-1-16,31 0 0 15,8-13 0-15,31-3 0 16,28-3 1-16,12 9 1 16,30-6 0-16,29 10 1 0,22-4-1 15,27 13 1-15,22 0-1 16,-1 9 1-16,19 1-2 15,20 5 1-15,11-2-2 16,11 5 0-16,-1-5 0 16,11 6 1-16,4 6-1 15,0 0 0-15,-4 0 0 16,0 12 0-16,-3-2 0 16,-11 2 0-16,0 1 0 15,-4-7 0-15,-6-6 0 16,-29-13 1-16,0-2 0 15,-17-10 0-15,-11 3 0 16,-35-10 0-16,-29-8 0 16,-28 18 1-16,-49 0-1 15,-21 0 1-15,-39 19-1 16,-28-1 0-16,-29 8 0 16,-20 14 0-16,-15 11-1 0,-21 2 1 15,-18 4-1-15,-13 12 0 16,-8 9 0-16,-14 19 0 15,-10 10-1-15,-8 12 1 16,-10 10 0-16,-7 24 0 16,-11 14 0-16,-7 5 0 15,-3 26 0-15,-4 9 1 16,0 3-1-16,-3 13 1 16,10-1 0-16,0 14 0 15,4-11 0-15,-4-2 0 0,-3 9-1 16,0-12 1-16,-11-7-1 15,-3 0 1-15,-11-15-1 16,-11-16 0-16,-7-3 0 16,-6-7 1-16,-15-9-1 15,-7-15 0-15,-7-7 0 16,0-6 0-16,-7 0 0 16,-7-4 0-16,-3-11-1 15,-1-14 1-15,-10 1-1 16,0-10 1-16,-14-6-1 15,-4-12 1-15,-18-10-1 16,-17-3 1-16,-24-10 0 16,-26-9 0-16,-28-9 0 15,-38-7 1-15,-36-6-1 16,-24 1 1-16,-32-1-1 16,-29-3 1-16,-10 0-2 15,-18 0 1-15,-10 0 0 0,-18 0 1 16,-17 0-1-16,-22-7 0 15,-7 1-1-15,-6 0 1 16,-12 6-1-16,-20 3 1 16,-8 3-2-16,-6 7 0 15,-5 2 0-15,15 17 0 16,0-4 0-16,0-3 1 16,25 0 1-16,-4-3 1 0,21 6 0 15,18 4 1 1,28 5 0-16,0 7 0 0,4 10-1 15,25 8 0-15,13 10-2 16,22 4 1-16,24-1-1 16,21-12 1-16,29-10-1 15,25-3 0-15,20-15 0 16,29-7 1-16,25-16 0 16,10-8 0-16,10-4 0 15,29-7 1-15,14 4-1 16,7-9 1-16,11-4 0 15,7-15 0-15,3-13 0 16,0-16 0-16,11-18-1 16,17-20 0-16,1-33 0 15,13-20 0-15,8-40 0 16,14-19 0-16,-1-16 0 16,15-9 0-16,0-13 0 0,0-9 0 15,3-19 0-15,8-9 0 16,-1-4 0-16,0 13 0 15,4 7-1-15,7 18 1 16,0 25 0-16,0 19 0 16,0 35 0-16,0 24 0 15,-3 29 0-15,3 22 0 16,0 22-3-16,10 21 1 16,1 10-11-16,10 16 1 15,11 12 0-15,14 4 0 0</inkml:trace>
  <inkml:trace contextRef="#ctx0" brushRef="#br0" timeOffset="115017.4">3020 420 68 0,'-198'-28'34'0,"-24"37"-29"16,155 0 35-16,-21 20-38 15,-32 18 0-15,-11 40 0 0,-6 36 1 16,-11 21-4-16,-4 35 0 16,11 34 2-16,21 22 1 15,32 38-2-15,17 6 0 16,60 32 1-16,43-17 0 16,60-15 2-16,56-50 0 15,32-47 1-15,56-47 0 16,43-53 0-16,21-42 1 0,28-59-2 15,11-43 1-15,-11-35-2 16,0-38 0-16,-28-19-1 16,-11-22 0-16,-42-12 1 15,-25-31 0-15,-35-16 1 16,-35-13 1-16,-36-6-1 16,-56-13 1-16,-49 7-1 15,-54 37 0-15,-62 20-3 16,-47 49 1-16,-53 47-9 15,-49 54 1-15,-14 37-1 16,-21 35 0-16</inkml:trace>
  <inkml:trace contextRef="#ctx0" brushRef="#br0" timeOffset="115368.89">2374 4098 89 0,'-49'-97'44'0,"-22"59"-32"0,64 32 44 16,-7 12-55-16,3 22 0 0,-6 20 0 15,-1 14 1-15,8 23-3 16,6 31 1-16,15 0 0 16,-1 9 1-16,8-9-6 15,14 0 1-15,6-15-9 16,12-7 1-16,-1-16-1 15,-6-24 1-15</inkml:trace>
  <inkml:trace contextRef="#ctx0" brushRef="#br0" timeOffset="115632.83">2353 4374 68 0,'-32'-72'34'0,"-24"-44"-28"15,45 63 38-15,1-1-38 0,3 1 0 16,7 0 1-16,7-4 1 16,3 7-11-16,11 3 1 15,11 3 7-15,18 16 0 16,6 12-3-16,-7 19 0 16,-10 22-1-16,-14 19 1 15,-7 35-2-15,-18 12 0 16,-18-4-9-16,-7 4 0 15,-3 7 0-15,0-17 1 0</inkml:trace>
  <inkml:trace contextRef="#ctx0" brushRef="#br0" timeOffset="116201.26">2752 4242 96 0,'-32'-18'48'0,"4"30"-53"15,28-6 67-15,-7 4-61 16,14 12 0-16,-4 15 0 16,11 4 0-16,-3 25-2 15,3 6 0-15,4-3 0 16,-8-6 1-16,1-10-4 15,-4-6 1-15,-7-6 0 16,0-13 0-16,0-12 0 0,0-4 0 16,0-9 1-16,0-9 0 15,10-13 2-15,1-9 0 16,0-16 1-16,17-6 1 16,4-3-1-16,17 3 0 15,0-1 0-15,1 4 0 16,-1 0 0-16,-10 0 1 15,-4 7-2-15,1 11 0 16,-12 1-1-16,1 16 0 0,-15 5 1 16,1 20 0-16,-11 15 0 15,-7 13 1-15,3 9-1 16,4 25 1-16,0-9 0 16,4-6 1-16,3-13-1 15,7-10 0-15,0-15-1 16,0-9 1-16,4-23 0 15,-7-15 0-15,-1-19 0 16,-3-3 1-16,-3-9-1 16,-4 3 1-16,-4-1-2 15,-3 10 0-15,-3 7-8 16,3 12 0-16,3 0-1 16,4 9 1-16</inkml:trace>
  <inkml:trace contextRef="#ctx0" brushRef="#br0" timeOffset="117415.97">4096 4233 94 0,'-39'16'47'0,"-21"46"-50"0,39-43 58 15,0 25-55-15,-8 28 0 16,1 10-3-16,7-4 1 15,3-21 1-15,15-7 0 0,-4-25-2 16,14-13 0 0,3-27 0-16,1-32 0 0,7-13 1 15,3-12 0-15,-11-19 1 16,5-28 0-16,-1 6 1 16,-4-6 0-16,-6 12 0 15,3 10 0-15,-7 12 1 16,0 23 0-16,-7 21-1 15,3 16 1-15,4 22-1 16,0 15 1-16,0 16 0 16,0 13 0-16,0 31 0 15,0 13 0-15,11 9 1 16,-1-6 1-16,5 9-1 16,9 3 1-16,-3-15-1 15,11 0 0-15,0-23 0 16,3-15 0-16,-10-15-2 15,0-13 1-15,-4-23 0 16,-4-21 0-16,-3-12-1 16,4-10 1-16,0 0-1 0,3-13 1 15,-7 13-1-15,4 0 0 16,-11 13 0-16,7 12 0 16,-7 12-1-16,3 20 1 15,1 8 0-15,-7 14 0 16,3 5-1-16,0 10 1 15,3-3 0-15,11 0 0 16,-3-16 0-16,14-6 0 16,-4-22 0-16,14-9 1 0,-3-7-1 15,0-3 0-15,-7-6 0 16,7-3 1-16,-11 3-1 16,3-3 0-16,-16 0 0 15,2-1 1-15,-6-2-1 16,-4 3 0-16,3-7 0 15,-6 1 1-15,-4 6-2 16,7 6 1-16,-7 9 0 16,0 13 0-16,4 10 0 15,-1 21 0-15,-3 0 0 16,7 10 0-16,0-3-1 16,11-4 1-16,3-6-3 15,11-9 1-15,7-6-2 16,6-10 0-16,1-9 0 15,4-16 0-15,-1 0 1 16,0-7 1-16,-10 1 4 16,-7 6 0-16,-11-3 2 0,-3 6 0 15,-11 4 0-15,-4 5 1 16,-6 10-2-16,-8 0 0 16,-6 10-2-16,-1-1 1 15,4 4-2-15,-4 9 0 16,8 0 0-16,3 9 0 15,7-3 0-15,14 7 1 16,7-10-1-16,4 3 0 16,10-19 0-16,7-9 0 15,15-22-1-15,-11-9 0 0,3-29-1 16,0-18 1-16,-3-7 0 16,7-6 0-16,-7 4 0 15,-11-1 1-15,-7 0 0 16,-3 22 1-16,-11-3-1 15,4 16 1-15,-15 6 0 16,4 16 0-16,-7 9-1 16,4 15 0-16,3 14 0 15,-3 2 1-15,6 10-1 16,8 22 1-16,7-1 0 16,6 10 0-16,-6 7 0 15,3 18 1-15,0 4-2 16,1-4 0-16,-5-3-6 15,-6-16 0-15,-7-2-7 16,-4-4 1-16,-14-9-1 16,-4-10 0-16</inkml:trace>
  <inkml:trace contextRef="#ctx0" brushRef="#br0" timeOffset="117531">5659 4311 71 0,'-11'-34'35'0,"22"-38"-22"0,-1 40 42 16,18-15-51-16,18 0 1 15,18-6-1-15,20 0 1 16,22-7-17-16,14 13 1 16,4 0 4-16,-8 3 0 15</inkml:trace>
  <inkml:trace contextRef="#ctx0" brushRef="#br0" timeOffset="118468.11">1944 11539 74 0,'-60'13'37'0,"10"-10"-27"0,40 0 39 15,-8 10-47-15,8 9 1 16,3 22-1-16,3 15 1 15,8 13-4-15,3 10 0 16,-7-1 1-16,3-2 1 16,4-10-2-16,-7-7 1 15,0-11-1-15,0-11 0 16,0-15 0-16,0-12 0 16,0-13 0-16,0-13 1 0,0-18-1 15,0-10 1-15,0-12 0 16,-7-19 0-16,7-13-1 15,7-12 1-15,11-3 0 16,3-13 0-16,11-3 0 16,17 15 1-16,8 1-2 15,-4 0 1-15,-4 15-1 16,4 13 1-16,3 9-7 16,-3 16 1-16,4 19-1 15,-15 15 0-15</inkml:trace>
  <inkml:trace contextRef="#ctx0" brushRef="#br0" timeOffset="118720.29">1884 11665 78 0,'-11'-35'39'0,"114"-24"-43"0,-75 43 48 15,11-3-46-15,3-3 0 16,7-3-14-16,4 0 0 0,4 0 17 16,-8 3 0-16</inkml:trace>
  <inkml:trace contextRef="#ctx0" brushRef="#br0" timeOffset="119264.6">1969 12091 73 0,'-36'25'36'0,"-3"-34"-40"15,39 9 50-15,15-13-47 16,13-9 1-16,11-12-4 15,-1-16 0-15,12-7 3 16,-8-9 1-16,7 4-3 16,1 2 1-16,-1 10 2 15,1 3 0-15,-1 3 4 16,-7 6 1-16,-3 10 1 16,-11 9 1-16,1 4 0 15,2 5 1-15,-2 10-3 0,-8 7 0 16,0 5-3-16,-3 7 1 15,-4 9-2-15,-7 0 1 16,-4 4-3-16,4-4 1 16,-7-3-1-16,0-6 0 15,-7-7-1-15,7-2 1 16,0-10-1-16,7-6 0 16,4-7 0-16,7-9 0 0,3-9 1 15,7-7 0-15,-3 4 0 16,3-7 0-16,0 0 0 15,0 0 1-15,4 4 0 16,-11 8 1-16,7 7 2 16,-6 13 0-16,-5 3 0 15,8 12 1-15,0 7-1 16,-1 12 1-16,1 3-2 16,-4 6 0-16,0 4-4 15,-3 3 0-15,3 0-9 16,0-4 1-16,-3-2-1 15,-4-10 1-15</inkml:trace>
  <inkml:trace contextRef="#ctx0" brushRef="#br0" timeOffset="119505.74">3358 10793 89 0,'-28'9'44'0,"18"17"-51"0,13-17 60 15,11 10-53 1,-3 9 0-16,10 16 0 0,7 15 0 16,-3 26 0-16,10 6 0 0,8-3-2 15,-5 6 0 1,1-13-7-16,-7-5 1 15,-4-10-1-15,-7-10 1 0</inkml:trace>
  <inkml:trace contextRef="#ctx0" brushRef="#br0" timeOffset="119979.88">3330 11690 62 0,'0'-41'31'0,"43"-50"-25"15,-19 66 31-15,8-16-35 16,10-9 1-16,8-3 1 16,6 0 0-16,-3-1-5 15,4 4 1-15,-19 3 4 16,-2 6 0-16,-8 4 0 16,0 12 0-16,-14 6 0 15,0 12 0-15,-10 11-1 0,-4 21 0 16,-4 28-2-16,4 13 0 15,-7 0-1-15,7 0 0 16,0-1-1-16,7-11 1 16,-7-10 0-16,11-13 0 15,-1-15 0-15,1-7 0 16,10-12 0-16,-3-10 0 16,3-5 0-16,-3-8 0 15,3-5 0-15,-7 0 1 16,11 3 0-16,-11 9 1 15,7 0 0-15,14 6 1 0,-10 10-1 16,10 6 1-16,-10 7-1 16,0 12 0-16,-4 3-2 15,0 6 0-15,-4 4-10 16,-13-1 1-16,3 1-13 16,-7-4 0-16,-7-9 0 15,3-3 0-15</inkml:trace>
  <inkml:trace contextRef="#ctx0" brushRef="#br0" timeOffset="120403.62">4378 11091 65 0,'7'-38'32'0,"-3"32"-33"16,3 3 60-16,0-3-58 15,-4 6 1-15,4 6 0 0,4 6 0 16,-1 1-3-16,-6 6 1 15,7 6 1-15,-4 3 1 16,0 10-1 0,-4-7 0-16,-3 0 0 0,0 7 0 15,0-10-1-15,-3-3 0 16,3-9 0-16,0-10 0 16,0-6-1-16,3-12 1 15,4-4-1-15,4-12 1 16,-1 0-1-16,1-4 1 15,7 1 0-15,3 0 1 0,0-4 0 16,7 1 0-16,-3 2 2 16,10 10 0-16,-10 3 0 15,3 7 1-15,-3 6-2 16,-4 12 1-16,0 10-1 16,-10 9 0-16,6 9-3 15,-6 16 1-15,3 1-5 16,0-1 0-16,0-3-17 15,4-3 1-15,3-13-1 16,-3-9 1-16</inkml:trace>
  <inkml:trace contextRef="#ctx0" brushRef="#br0" timeOffset="121568.71">5390 11078 77 0,'-31'-25'38'0,"-8"-19"-54"0,32 32 72 16,3-7-56-16,-17 3 0 15,3 1-1-15,-3 2 1 16,-3 7 0-16,10 9 0 15,-8 10 0-15,5 12 0 0,6 3 0 16,1 9 1-16,10 1-1 16,3 3 1-16,8 0 1 15,6 6 0-15,12 3 1 16,2 3 0-16,-3 7 1 16,-3 6 0-16,0 18-1 15,-11 20 1-15,-3-10-4 16,-11 0 1-16,-4-13-5 15,-14-5 1-15,4-23-2 16,-14-12 0-16,-4-19-2 16,4-16 1-16,-7-15 3 15,3-13 0-15,0-13 3 16,11-18 0-16,0-16 1 16,21-3 0-16,4-10 1 15,13-15 1-15,22-22-3 16,7-13 0-16,3 0-1 15,4-9 1-15,0 10 0 0,-4 21 0 16,-10 13 1-16,-7 18 1 16,-4 20 1-16,-7 8 1 15,-3 17 1-15,-4 9 0 16,-3 6-1 0,-4 32 1-16,3 27 0 15,-6 20-4-15,10 15 1 16,-10 16-2-16,6 6 0 15,1 10 0-15,6-7 0 0,5-12 0 16,-1-9 0-16,14-17 1 16,4-18 0-16,-4-16-1 15,4-12 1-15,0-16 0 16,-1-16 0-16,-6-21 0 16,-4-13 1-16,-6-7-2 15,-5 1 1-15,-6-1-1 16,-11 10 1-16,0 3-1 15,0 4 0-15,-7 18 0 16,3 9 0-16,-6 13-1 16,-1 16 1-16,8 18-1 15,6 13 1-15,8 7 0 16,3-4 0-16,7-16-1 16,7-6 1-16,11-9 0 15,10-22 0-15,11-16 1 16,7-15 0-16,-7-13-1 15,0 0 1-15,0-3 0 16,-10-1 0-16,-19 4-1 16,-2 13 1-16,-8 3-1 0,-7 12 0 15,0 3 0-15,-10 13 0 16,3 12 0-16,-4 10 0 16,-3 6-1-16,7 0 1 15,-7-3-1-15,4 0 1 16,-1-6 0-16,4-7 0 15,0-9 0-15,0-6 0 0,4-10 0 16,-7-9 0-16,3-9 0 16,-7-20 0-16,3-11 0 15,4-14 1-15,-7-12-2 16,0 3 1-16,4-9 0 16,-1 3 0-16,4 16 0 15,0 15 0-15,0 16 0 16,4 9 0-16,0 13 0 15,-1 25 1-15,1 32 1 16,6 21 1-16,-3 16 0 16,11 16 0-16,10 18 0 15,11 4 1-15,4 2-5 16,3 1 0-16,14-6-2 16,3 2 1-16</inkml:trace>
  <inkml:trace contextRef="#ctx0" brushRef="#br0" timeOffset="159117.78">10499 9159 59 0,'-11'-15'29'0,"11"-1"-24"16,0 16 30-16,7-6-34 15,0 3 0-15,0 6 1 16,0 3 1-16,4 6-2 15,-4 7 0-15,0 10 2 16,-7 24 1-16,-4 10-1 16,-3 21 1-16,4 20-1 15,-8 9 1-15,1-1-2 16,-1 14 0-16,8-7-1 16,-4-9 0-16,0-7-1 0,3-9 1 15,0-12-1-15,4-7 0 16,0-12 0-16,0-16 1 15,4-13-1-15,-4-12 1 16,4-15 0-16,-1-17 0 16,4-15-1-16,-3-19 1 15,-1-12-1-15,-3-23 1 16,4-2-1-16,-1 2 1 16,4-2-1-16,-7-1 1 0,4-2 0 15,-1-7 0-15,4 0 1 16,0 6 0-16,4 7 0 15,0 3 1-15,-1 6-1 16,-3 12 0-16,0 10 0 16,-3 6 1-16,-1 10-2 15,1 12 0-15,-1 3 0 16,-3 7 0-16,0 9-1 16,-3 9 1-16,-4 4-1 15,-4 18 0-15,-3 13 0 16,0 28 0-16,0 13 0 15,-4 15 0-15,1 7 0 16,3 22 0-16,-1-10 0 16,12-10 0-16,-4-2 0 15,3-10 1-15,4-12-1 16,0-3 0-16,-3-26 0 16,3-12 1-16,-4-19-1 0,-3-13 0 15,0-18 0-15,4-16 1 16,-4-22-1-16,3-12 1 15,-3-29-1-15,18 1 0 16,-4-14 0-16,0 11 1 16,0-8-1-16,0 14 0 15,-4-4-1-15,1 4 1 16,-1 12 0-16,1 3 0 16,-4 6 0-16,3 7 1 15,-3 3-1-15,0 12 1 0,0 4 0 16,0 6 0-16,0 6-1 15,0 9 1-15,0 10 0 16,-3 19 0-16,3 15-1 16,0 29 1-16,-4 8-1 15,1 20 0-15,-1 10 0 16,1 18 0-16,-1 6 0 16,4-12 0-16,-3 2-1 15,3-8 1-15,0-13-6 16,3 0 1-16,8-16-1 15,3-18 1-15</inkml:trace>
  <inkml:trace contextRef="#ctx0" brushRef="#br0" timeOffset="160416.84">15057 9325 87 0,'-25'-6'43'0,"-10"19"-43"0,28-10 41 15,-1 3-41-15,1 7 0 16,4 2 0-16,-4 7 0 16,3 16 0-16,-3 18 1 15,7 20 2-15,-3 8 0 16,3 10 1-16,0 19 0 16,0 3 0-16,3-3 1 15,1-6-2-15,-4-7 1 16,3-12-3-16,-3-3 0 0,0-20-1 15,-3-11 1-15,-1-10-1 16,1-13 0-16,-1-9-1 16,-3-9 1-16,0-20 0 15,4-18 0-15,3-16-1 16,3-12 1-16,4-19 0 16,0-16 0-16,4-3 0 15,3 3 0-15,0 1 0 16,-3 2 0-16,-1-3 0 15,4 0 0-15,0 1 0 16,1 11 0-16,-1 1-1 16,3 9 1-16,8 0 0 15,0 16 1-15,-8 6-1 16,1 13 0-16,-7 6 0 16,-4 12 0-16,-7 13 0 15,-7 19 1-15,-4 16-2 16,-3 24 1-16,-4 20 0 15,4 5 0-15,3 10 0 0,1 16 1 16,3 6-1-16,3-6 0 16,1 0 0-16,3-7 1 15,0-6-1-15,0 1 1 16,-4-20-1-16,4-19 1 16,-3-2-1-16,-1-16 1 15,-3-16-1-15,0-13 1 0,-3-27-1 16,2-17 1-16,1-18-1 15,-3-13 1-15,3-15-1 16,3-16 0-16,1 3 0 16,3 6 1-16,0 4-1 15,0 6 0-15,0 2 0 16,0 8 1 0,3-26-1-1,4 6 1-15,-3 19-1 16,-1 10 0-16,1 9 0 15,-1 12 0-15,1 4 0 16,-1 9 0-16,1 9 0 16,0 10 0-16,-1 13 0 15,1 11 1-15,-1 20-1 16,-3 19 0-16,4 9 0 16,-4 9 1-16,0 23-1 15,-4 15 1-15,1 3-1 16,-4-3 1-16,-1-6-1 15,1-1 1-15,4-18-2 0,-1-12 1 16,1-23-11-16,-1-15 0 16,4-19 0-16,-3-16 1 15</inkml:trace>
  <inkml:trace contextRef="#ctx0" brushRef="#br0" timeOffset="161869.57">10442 9454 67 0,'-24'-22'33'0,"9"-3"-11"0,15 19 24 16,0-7-39-16,11 1 0 0,-4-1 2 16,4 1 0-16,-1 2-13 15,1 4 1-15,-1 3 7 16,-3 9 1-16,1 7-4 16,-5 5 0-16,-3 14-1 15,-3 21 0-15,-8 19 0 16,-3 25 0-16,-7 16 0 15,-4 28 0-15,0-3 0 16,8 3 0-16,-1-3 0 16,11-6 0-16,3-25 0 15,4-19 0-15,4-26 0 16,-1-12 0-16,-3-15 0 16,4-16 0-16,-4-19 0 15,3-19 1-15,1-22-1 16,3-15 0-16,0-7 0 15,0-6 0-15,4-12 0 16,-1-14 0-16,1 1-1 0,7 3 1 16,-8-3 0-16,1 3 0 15,-1-3 0-15,1 3 0 16,0 13 0-16,-1 9 0 16,-3 3 0-16,0 10 1 15,0 2-1-15,0 17 0 16,0 2 0-16,-3 7 1 15,-1 6-1-15,-3 10 0 16,-3 12 0-16,3 0 1 0,-7 31-1 16,-4 25 1-16,1 23-1 15,-1 15 1-15,1 6-1 16,-5 26 1-16,1-7-1 16,4-9 1-16,-4-7-1 15,3-9 0-15,-3-12 0 16,3-7 0-16,1-19 0 15,3-15 1-15,0-13-1 16,0-12 0-16,3-16 0 16,4-16 0-16,4-21 0 15,-4-17 1-15,7-24-2 16,0-7 1-16,3 1 0 16,4-1 0-16,-3 0 0 15,3-2 0-15,0-1 0 16,0 3 0-16,0 13 0 15,1 9 0-15,-1 10 0 16,-7 9 0-16,3 3 0 16,-6 13 0-16,-1 15 0 0,-6 13 0 15,-1 16 0-15,-3 28 0 16,0 16 0-16,-3 9 0 16,-1 9 0-16,-3 10 0 15,0 9 0-15,3 0 0 16,1-22 0-16,3-2 0 15,-8-11 0-15,8-12 0 16,0-9 0-16,0-13 0 0,4-6 0 16,-1-18 1-16,1-8-1 15,6-24 0 1,8-35 0-16,6-24 0 0,5-14 0 16,-1-12 0-16,3 1 0 15,1 11 0-15,0 13-1 16,-4 19 1-16,-7 7 0 15,0 12 0-15,-3 15 0 16,-4 10 0-16,-4 12 0 16,-3 17 0-16,-7 11 0 15,-3 26 0-15,-1 34 0 16,-3 22 0-16,-4 23 0 16,1 18 0-16,6-7-5 15,4-2 1-15,11-16-16 16,13-25 1-16,12-29-1 15,-5-49 1-15</inkml:trace>
  <inkml:trace contextRef="#ctx0" brushRef="#br0" timeOffset="163168.82">14972 9539 97 0,'-4'-7'48'0,"-17"7"-65"0,18 4 86 16,-1 5-70-16,1 7 1 16,-1 6-1-16,1 6 1 15,-1 9 0-15,-3 11 1 16,0 5-1-16,-4 13 1 15,1 21 0-15,-4 1 1 16,-4-3 0-16,0 0 1 16,1-13-1-16,3-6 0 0,0-16-1 15,3-6 1-15,4-7-2 16,3-21 1-16,4-16-1 16,7-19 1-16,4-22-1 15,3-18 0-15,0-13-1 16,0-10 1-16,4-3 0 15,-4 1 0-15,4-1 0 16,-1 4 0-16,1 2 0 16,3 13 0-16,-3 1 0 15,-4 11 0-15,4 4 0 16,-4 9 1-16,0 4-1 16,0 8 1-16,-4 11 0 15,1 8 0-15,-4 13 0 16,-3 13 0-16,-8 28 0 15,-3 28 0-15,-4 19 0 16,1 9 0-16,-1 19-1 16,4-9 1-16,4-9-1 15,3-1 1-15,0-22-1 0,0-9 0 16,0-19 0 0,0-9 0-16,0-6 0 0,0-7 0 15,-4-15-1-15,1-13 1 16,-1-16 0-16,4-22 0 15,0-21-1-15,7-20 1 16,4-12-1-16,3 0 1 16,0-3 0-16,4-6 0 15,-4 3-1-15,0 21 1 16,-4 14 0-16,-3 5 0 0,1 17 0 16,-5 2 1-16,1 10-1 15,-1 9 0-15,1 13 0 16,3 12 0-16,0 22 0 15,-4 35 1-15,1 15-1 16,-8 16 1-16,-3 25-1 16,0-3 1-16,0 0-1 15,0-9 0-15,-4-22 0 16,1-16 0-16,-1-13 0 16,1-12 1-16,-1-19-1 15,1-19 0-15,-1-12 0 16,-3-19 0-16,3-19 0 15,1-15 0-15,3-14 0 16,3 1 0-16,4-9-1 16,7 2 1-16,4-8 0 15,3-1 0-15,0 3 0 16,0 13 0-16,-3 16 0 0,-1 9 0 16,-3 12 0-16,0 10 0 15,-3 16 0-15,-1 18 0 16,-3 25 0-16,-3 20 1 15,-1 15-1-15,4 6 0 16,0 13-4-16,4 6 1 16,-1-13-20-16,-3-8 1 15</inkml:trace>
  <inkml:trace contextRef="#ctx0" brushRef="#br0" timeOffset="163715.81">10696 9467 68 0,'-21'-22'34'0,"-7"-16"-26"0,21 32 28 0,0 6-36 16,-4 6 1-16,1 13-1 16,-5 18 0-16,1 26 0 15,0 16 0-15,0 5-1 16,0 17 0-16,7 2-12 16,7 4 1-16,0-16-1 15,3-10 1-15</inkml:trace>
  <inkml:trace contextRef="#ctx0" brushRef="#br0" timeOffset="165564.92">11416 8962 67 0,'-21'-28'33'0,"21"28"-41"0,0 3 55 15,0 6-46 1,0 7 1-16,0 18 0 0,0 10 0 15,0 9-3-15,0 13 1 16,-7 13 2-16,0 12 1 16,-4 9-1-16,-3 10 0 15,-4-7 0-15,4 4 0 16,4 3-1-16,6-13 1 16,1-13-1-16,-1-18 0 15,11-9-1-15,-10-16 0 16,3-10 0-16,0-12 0 0,0-16 0 15,-4-19 1-15,4-9-1 16,0-19 1-16,7-12-1 16,0-1 0-16,0-5 0 15,0-11 1-15,4-2-1 16,3-10 1-16,-4 10-1 16,5 3 1-16,-1 6 0 15,-4 0 1-15,4 10-1 16,-7 3 1-16,1 2-1 15,-1 8 1-15,-7 5 0 16,0 7 0-16,0 9-1 16,0 6 1-16,0 7-1 15,0 15 1-15,-4 13-1 16,4 18 1-16,-7 20-2 16,-4 24 1-16,-6 13-1 15,3 10 1-15,-11-1-1 16,4 1 0-16,0-1 0 0,3-9 1 15,4-15-1-15,3-13 0 16,4-13 0-16,4-12 0 16,-1-16 0-16,11-13 1 15,-7-18-1-15,0-16 0 16,4-19 0-16,6-15 1 16,4-13-1-16,-3-13 0 15,0-18 0-15,3 3 1 16,-4 6-1-16,4 6 0 0,-7 7 0 15,1 15 0-15,-1 10 0 16,-4 9 1-16,-3 3 0 16,0 10 0-16,0-1 0 15,0 7 0-15,4 6-1 16,3 13 1-16,-4 12-1 16,4 23 1-16,-7 11-1 15,0 17 0-15,-3 21 0 16,3 10 0-16,0-3 0 15,0-4 0-15,-4-9 0 16,4-9 0-16,-7-6 0 16,4-14 0-16,-1-8 0 15,8-10 1-15,-1-9-1 16,4-13 0-16,0-13 0 16,7-18 1-16,-7-9-1 15,1-17 0-15,-1-24 0 16,7-7 0-16,-4 1 0 15,4 5 0-15,-7 4 0 0,1 12 0 16,-5 0 0-16,1 13 0 16,-4 0 0-16,3 16 0 15,-3-4 0-15,0 16 0 16,0-3 0-16,-3 19 0 16,-1 6 0-16,1 15 0 15,-5 20 0-15,5 18 1 16,-11 32-1-16,7 18 1 0,-7 4-1 15,0 3 0-15,-1-13 0 16,5-3 1-16,6-6-7 16,4-29 1-16,14 1 0 15,4-19 0-15</inkml:trace>
  <inkml:trace contextRef="#ctx0" brushRef="#br0" timeOffset="167034.69">15879 8880 87 0,'-25'-25'43'0,"18"44"-41"16,7-19 43-16,3 6-45 16,4 10 0-16,0 15 1 15,0 26 1-15,-3 2 0 16,0 23 0-16,-4 12 1 16,-4 19 1-16,-3-3-1 15,3-10 1-15,-3-9-1 16,-3-10 0-16,3-15-2 15,3-9 1-15,-3-17-1 0,4-11 0 16,-1-17-1-16,4-15 1 16,0-16 0-16,0-12 0 15,0-13-1-15,-3-16 0 16,3-5 0-16,3-4 1 16,-3 0-2-16,7 0 1 15,-3 9 0-15,3-6 0 16,-4 7 0-16,4 5 0 15,-3-5 0-15,3 12 1 0,-4 6-1 16,1 9 1-16,-4 11 0 16,3 5 0-16,-3 25 0 15,0 16 0-15,0 16-1 16,-3 16 1-16,3 18-1 16,-4 9 0-16,1 4 0 15,3-3 1-15,-4-7-1 16,1-12 0-16,-1-6 0 15,1-16 1-15,-1-4-1 16,1-11 0-16,-1-11 0 16,4-14 1-16,0-17-1 15,0-12 1-15,4-22-1 16,-1-16 0 0,11-50 0-1,-3 4 0-15,0 5-1 16,-4 13 1-16,0 10-1 15,3 18 1-15,-6 10 0 16,-1 12 1-16,4 9-1 0,4 11 0 16,-8 11 0-16,-3 20 0 15,0 24 0-15,-3 16 0 16,-4 10 0-16,3 15 0 16,1 19 0-16,-4 0 0 15,0 0 0-15,-4-9 1 16,1-13-1-16,-1-12 0 15,4-10 0-15,0-9 0 0,0-13 0 16,0-9 1-16,3-16-1 16,-3-19 0-16,0-6 0 15,0-22 1-15,4-12-1 16,-1-13 0-16,11-3-1 16,0 3 1-16,0 0 0 15,7 0 0-15,-3 6 0 16,-1-3 0-16,-3 16 0 15,1 6 0-15,-1 13-1 16,0 9 1-16,-4 12 0 16,1 23 0-16,-4 18 0 15,0 19 0-15,-4 13 0 16,-3 19 0-16,0 9 0 16,4-4 1-16,-5-8-1 15,1-13 0-15,4-16 0 16,-4-13 0-16,3-8 0 15,1-17 0-15,-1-9 0 16,1-18 1-16,-1-26-1 0,8-12 0 16,-1-4-1-16,1-6 1 15,3 1-1-15,3-1 1 16,1 0 0-16,-4 13 0 16,0 9-1-16,-3 7 1 15,-4 15 0-15,0 13 1 16,0 15-1-16,0 16 0 15,0 10-1-15,0 9 1 16,3 3-10-16,8 6 1 0,10 3-1 16,4-12 1-16</inkml:trace>
  <inkml:trace contextRef="#ctx0" brushRef="#br0" timeOffset="174361.01">10597 12163 108 0,'-17'22'54'0,"-40"69"-55"16,47-44 55-16,-4 25-55 15,-11 19 0-15,-3 22-1 16,-11 0 0-16,-18 6 2 15,-10-9 0-15,-10-10-2 16,-4-9 1-16,-7-22 0 16,-11-18 0-16,-7-20 0 15,4-12 1-15,6-19-1 0,12-13 1 16,6-9-1-16,11-3 1 16,11-9-1-16,13-10 0 15,15-6 0-15,14-7 0 16,14 4 1-16,14-4 0 15,11 4 0-15,14 3 1 16,13 0 1-16,26 12 0 16,0 22 0-16,3 20 1 15,11 24 1-15,17 31 0 16,14 13-1-16,-10 10 0 0,-3 6 0 16,6 9 1-16,11-3-6 15,-3-9 0-15,-8-16-1 16,-3-19 1-16</inkml:trace>
  <inkml:trace contextRef="#ctx0" brushRef="#br0" timeOffset="177914.76">11120 12010 102 0,'-67'-19'51'0,"59"28"-52"15,16-2 52-15,6 2-51 16,7 16 0 0,39 122 1-1,-11 29 1-15,1 15-2 16,-19-2 0-16,-6-8 0 15,0-14 1-15,-15-17-6 16,-3-21 1-16,0-26-1 16,-7-21 0-16</inkml:trace>
  <inkml:trace contextRef="#ctx0" brushRef="#br0" timeOffset="178529.52">12524 12308 109 0,'-25'-51'54'0,"-53"11"-60"16,57 27 68-16,-4 7-63 15,-6 9 1-15,-8 3-1 16,-3 23 0-16,-4 27 1 15,-4 19 0-15,1 16-1 16,0 13 0-16,6 2 0 16,15-15 0-16,3-12 0 15,11-20 1-15,11-21 0 16,13-19 0-16,11-26 0 16,11-15 1-16,7-12-1 15,10-16 0-15,1-10 0 16,6 1 1-16,-3-1-1 15,-7 7 1-15,-4 9-1 16,-3 12 0-16,-4 10 1 16,-6 10 0-16,-5 24 0 0,-3 7 1 15,-3 16-1-15,-4 21 0 16,-7 23 0-16,-3 18 1 16,-8 22-2-16,-3 6 1 15,7 4-1-15,4-19 0 16,3-22 0-16,10-13 1 15,12-22-1-15,13-22 1 16,18-24-4-16,21-26 1 16,7-22-1-16,11-22 1 0</inkml:trace>
  <inkml:trace contextRef="#ctx0" brushRef="#br0" timeOffset="180436.25">13321 13098 90 0,'-7'-16'45'0,"-4"13"-40"16,11 3 46-16,0 0-49 15,0 0 0-15,7 0 0 16,0 6 1-16,0 7-3 16,0 9 0-16,1 3 3 15,-5 13 0-15,1 5-1 16,-8 11 0-16,1 2 0 16,-1 1 1-16,-3 2-2 15,3-12 0-15,1-9-1 16,-1-7 0-16,4-6 0 15,0-9 0-15,0-13-1 16,0-12 1-16,0-13-1 16,0-10 1-16,0-8-1 15,4-4 1-15,-1 3 0 0,1 0 1 16,-1 10-1 0,1 3 1-16,0-1 0 0,-1 7 0 15,1 4 0-15,3 2 1 16,-4 10 0-16,1 6 0 15,-4 9-1-15,0 7 0 16,0 12-1-16,-4 6 0 16,4 1-6-16,0 3 1 31,18-10-16-31,-4-16 0 0</inkml:trace>
  <inkml:trace contextRef="#ctx0" brushRef="#br0" timeOffset="181311.35">14355 12345 104 0,'-25'-62'52'0,"-10"-36"-64"16,28 76 73-16,-4-6-61 16,0 3 0-16,-3 3 0 15,0 6 1-15,-7 7-1 16,3 3 0-16,-35 37 1 16,-3 22 0-16,-4 23-1 0,11 8 1 15,3 1-1-15,7-7 0 16,14-5-1-16,15-17 1 15,13-18-1-15,15-13 0 16,17-16 0-16,18-12 0 16,0-16 0-16,3-12 1 15,1-13-1-15,-1-3 1 16,-3 0 0-16,-3 12 1 16,-12 10 0-16,-2 10 0 0,-8 18 0 15,-10 12 0-15,-1 23 0 16,-10 22 0-16,-7 9-1 15,-7 15 1-15,-7 7-1 16,3 0 1-16,-3-6-1 16,0-4 0-16,0-9 0 15,4-3 1-15,-1-12 0 16,4-10 0-16,3-6 0 16,1-10 0-16,3-6-1 15,3-9 1-15,8-10-1 16,7-6 1-16,3-9-1 15,11-1 1-15,3-5-2 16,7-4 1-16,-3-3 0 16,3 3 0-16,-6 3-1 15,-5 1 1-15,-6 5-1 16,0 4 1-16,-8 0 0 16,-3 3 1-16,-3 15 0 0,0 13 0 15,-8 10-1-15,-3 12 1 16,-3 12-1-16,3 1 0 15,0-7 0-15,0-9 0 16,7-9 0-16,7-13 0 16,7-10 0-16,4-12 0 15,6-16 0-15,8-9 0 16,7-12 0-16,-4-10 1 16,-6-7-1-16,-8-2 1 15,-10-1-1-15,-11 1 0 0,-11 0-1 16,-14 2 1-16,-6 10-7 15,-1 7 1-15,0 12-20 16,1 3 0-16,-1 6 0 16,7-9 1-16</inkml:trace>
  <inkml:trace contextRef="#ctx0" brushRef="#br0" timeOffset="181893.06">15466 11759 99 0,'-35'-10'49'0,"-4"20"-71"16,35-1 98-16,1 7-76 15,3 6 0-15,7 3 0 16,7 3 0-16,11 0 0 15,6 7 1-15,8 6 0 16,14 6 0-16,10 6 0 16,8 3 0-16,3 7 0 15,7 0 0-15,7 0 0 16,-3 2 0-16,-14-5-1 16,-18 0 1-16,-11 12 0 15,-17 6 0-15,-29 10 0 16,-24 15 0-16,-18-5-3 0,-14 5 1 15,-14-3-11-15,-11-12 0 16,1-9-1-16,6-13 0 16</inkml:trace>
  <inkml:trace contextRef="#ctx0" brushRef="#br0" timeOffset="183227.97">9564 14399 82 0,'-117'3'41'0,"8"-40"-44"0,84 30 49 0,-6 1-45 16,-8 0 0-16,7 6 2 15,7-6 1-15,15-4-5 16,17 4 1-16,14 0 3 16,14-4 0-16,22 4-1 15,41-7 1-15,26 7-1 16,31 6 0-16,32 6-1 15,49 10 1-15,8 0-2 16,49 6 1-16,14-3-1 16,21-10 0-16,39-18 0 15,17-10 1-15,-6-13-1 16,13-24 1-16,11-10-1 16,-7-3 1-16,-21 6-1 0,-14 4 1 15,-35 21-1 1,-18 7 1-16,-43 3-1 0,-17 6 1 15,-35 6-1-15,-32 0 0 16,-21-3 0-16,-25-6 0 16,-21-3 0-16,-22 6 1 15,-6-6 0-15,-15-16 0 16,-2-3-1-16,-1-6 1 16,-11-10-1-16,-3-6 1 15,-11-9-1-15,-6-26 1 16,-8-15-1-16,3-16 0 0,-6-22 0 15,7-12 0-15,-7 15 1 16,-11-2 0-16,0 11-1 16,-4 11 1-16,-10 11 0 15,-10 20 0-15,-15 9 0 16,-28 15 0-16,-17 7 0 16,-26 6 0-16,-31 16-1 15,-28 22 1-15,-32 9-1 16,-21 10 0-16,-11 6 0 15,-13 12 1-15,-1 4-1 16,-11 5 0-16,1-2 0 16,-11 3 1-16,-4 0-1 15,-13-7 0-15,-4-2 0 16,-18-1 0-16,-14 0-1 16,0-5 1-16,-18-1-1 15,15-3 0-15,-8 0 0 16,11 3 1-16,-7-3 0 0,15 9 0 15,-1 10 0-15,-4 6 0 16,15 16 0-16,3 15 1 16,25 13-2-16,18 7 1 15,7 5-1-15,27 1 1 16,26 9-1-16,31 12 1 16,8 4-1-16,6 9 0 15,22 28 0-15,17 0 1 16,14 19 0-16,22 7 0 15,24-20-1-15,18 1 1 0,42-7 0 16,-14-38 1-16,88 36-1 16,46-17 0-1,191 10 0 1,-11-38 1-16,-39-28-2 16,-28-22 0-16,-10-16-5 15,-29-2 0-15,-14-23-1 16,-11-9 1-16</inkml:trace>
  <inkml:trace contextRef="#ctx0" brushRef="#br0" timeOffset="187283.2">16923 12649 87 0,'-46'10'43'0,"-35"-1"-35"0,81-6 43 0,10 4-51 16,19 5 1-16,20-2 1 15,29 2 0-15,27 1-3 16,22-10 1-16,18-16 0 16,24-6 1-16,-6-12 0 15,-5-16 0-15,5-19 0 16,-15-15 0-16,-14-7 1 15,-21-19 0-15,-7-21 0 16,-15-13 0-16,-13-10 0 16,-11-21 1-16,-14-10-2 15,-11-6 1-15,-17 6-1 16,-18 3 0-16,-18 10-1 0,-17 9 1 16,-14 22-1-16,-15 12 1 15,-20 17 0-15,-4 11 0 16,-4 11-1-16,0 11 1 15,8 20 0-15,6-1 0 16,15 10-1-16,10 10 1 16,11 12-1-16,6 6 1 15,12 13-1-15,6 2 1 16,8 14-1-16,3 9 0 16,3 12 0-16,4 16 0 0,0 19 0 15,7 28 0 1,0 3 0-16,1 7 0 0,-1 2 0 15,0-2 0-15,0-4 0 16,-4-18 0-16,1-20 0 16,-7-11 0-16,-4-11 0 15,-4-24 1-15,-3-16-1 16,0-19 0-16,-11-18 0 16,4-11 0-16,-3-8 0 15,-1-13 0-15,-3-9-1 16,0-16 1-16,3 3 0 15,7 3 0-15,1 3 0 16,-11 10 0-16,-1 6 0 16,5 3 0-16,-1 13 0 15,4-1 1-15,3 17-1 16,4 2 1-16,4 13-1 0,10 7 1 16,7 12-1-16,7 6 0 15,4 3-1-15,7 0 1 16,-1 4 0-16,8-1 0 15,7 0-2-15,3 1 0 16,4-1-9-16,11 1 0 16,-8 2-1-16,-13 4 1 15</inkml:trace>
  <inkml:trace contextRef="#ctx0" brushRef="#br0" timeOffset="187650.79">18023 9623 101 0,'-10'-9'50'0,"-25"-51"-55"0,35 60 65 15,7 0-60-15,10 19 0 16,11-3-1-16,15 6 1 15,17 0-4-15,14-3 1 16,11 3-1-16,10 0 1 16</inkml:trace>
  <inkml:trace contextRef="#ctx0" brushRef="#br0" timeOffset="194673.47">12390 13844 69 0,'-43'25'34'0,"8"-12"-27"0,31-16 34 15,-3 3-39-15,0-7 1 16,4 1 3-16,-1-6 1 16,1 2-7-16,3-6 1 15,0 7 5-15,0 0 1 16,0-4-2-16,0 13 1 15,3 6-1-15,1 10 0 16,-4 15-2-16,3 13 0 16,1 10 0-16,-1 12 0 15,1 2-1-15,3 11 0 16,0 9-1-16,0 12 1 0,0 10-1 16,0 6 0-16,-3 12-1 15,-4 7 1-15,-4 3 0 16,-3-9 1-16,-3-4 0 15,-1-12 0-15,-3-9-1 16,3-13 1-16,1-16-1 16,-1-13 0-16,1-8-1 15,2-10 1-15,1-10-1 16,0-6 0-16,4-6 0 16,-1-6 1-16,1-3-1 15,-1-1 0-15,1-6 0 16,-1-2 0-16,1 2 0 15,-4-3 0-15,0-6 0 16,-4-3 1-16,0-7-1 16,-6-3 0-16,-1-3 0 15,-3-9 0-15,-4-6 0 16,1-4 0-16,-8 4 0 0,0-4 0 16,0 4 0-16,1-1 0 15,-5-3 0-15,8 7 0 16,3-3 0-16,4-4 0 15,0 7 0-15,7-4 0 16,0 1 0-16,3-4 0 16,1 7 0-16,3 2 0 15,0 7 0-15,3 7 0 0,4 2 0 16,0 1 0-16,4 2 0 16,3 4 0-16,3 3 0 15,1 3 0-15,3 0 0 16,0 3 1-16,7 10-1 15,4 5 0-15,3 4 0 16,0 10 0-16,4 2 0 16,-4 10 0-16,0 3 0 15,-3 3 0-15,0 7 0 16,0-1 1-16,3 7-1 16,0-10 0-16,0-3 0 15,-3 4 0-15,0-10 0 16,-4-4 0-16,0 1 0 15,-3-10 0-15,-4-5 0 16,0-5 0-16,-4-8 0 16,1-4 0-16,-4-9 0 15,0 0 1-15,7-9-1 16,7-7 0-16,0-6-1 16,4-3 1-16,7-9 0 0,0-13 0 15,3-10 0-15,4-12 0 16,10-6 0-16,8 0 0 15,3 0-1-15,3-4 1 16,1 4 0-16,-4 9 0 16,-4 10 0-16,-10 2 0 15,-7 14 0-15,-11 5 0 16,-3 7 0-16,-8 9 1 16,-10 13-1-16,-3 6 0 0,-4 6 0 15,-7 3 0-15,-4 13 0 16,-10 3 0-16,0 4 0 15,-11 5 0-15,-3 10 0 16,-8 3 0-16,-9 3 0 16,-1 4 0-16,7 5 0 15,0 4 0-15,-3 3 0 16,3-7 0-16,0 1 0 16,-4-7 0-16,8 4 0 15,7-7 0-15,0-6 0 16,6 0 0-16,1 0 0 15,3-4 0-15,4-2 0 16,4-4 0-16,2-9 0 16,1-9 0-16,0-10-1 15,0-9 1-15,0-6 0 16,0-13 0-16,3-13 0 0,-3-2 0 16,-3-4 0-16,-1 0 0 15,4-6 0-15,-7-6 1 16,3 0-1-16,0-4 0 15,-3 7 0-15,0-3 0 16,0 6 0-16,-4-3 0 16,1-1 0-16,-1 4 0 15,0 0 0-15,0 0 0 16,1 6 0-16,6 1 0 16,0 2 0-16,4-3 0 0,4 10 0 15,-1 3 0-15,4 6 0 16,0 3 0-16,0 6 0 15,3 1 0-15,1 6 0 16,3 6 1-16,0 3-1 16,3 9 0-16,5 7 0 15,9 12 0-15,4 10 0 16,8 6 0-16,-1 10 0 16,7 2 0-16,0 7 0 15,-3 0 0-15,0 6 0 16,0-9 0-16,-1 3 0 15,-2-7 0-15,-1 1 0 16,-4-4 0-16,-2-6 0 16,-5-6 0-16,1-9 0 15,-4-7 0-15,-3-3-1 16,-1-6 1-16,1-10-1 16,3-12 1-16,0-9-1 15,4-10 1-15,13-6 0 0,-2-13 0 16,9-9 0-16,1-7 0 15,4-6-1-15,2-6 1 16,12 0 0-16,3-3 0 16,7 0 0-16,-4-3 0 15,1 0 0-15,3-1 0 16,-11 7 0-16,-10 13 0 16,-7 6-1-16,-7 9 1 0,-8 13 0 15,-6 9 1-15,-4 3-1 16,-10 13 0-16,-4 6 0 15,-4 10 0-15,-6 6 0 16,-8 6 0-16,-3 9 0 16,-11 7 0-16,-7 3 0 15,-3 3 0-15,-4 9 0 16,-10 7 0-16,6 6 0 16,1 6 0-16,-1 10 0 15,1-3 1-15,3-10-1 16,0-3 0-16,0 0 0 15,1-13 0-15,6-15-1 16,4-7 1-16,3-12 0 16,0-6 0-16,7-3 0 15,1-7 0-15,2-6 0 16,-2-13 0-16,3-6 0 16,-4-2 0-16,0-8 0 15,1-11 0-15,-5-11 0 0,5-2 0 16,-5-10 0-16,1 1 0 15,3-1 0-15,1 0 0 16,-8 7 0-16,0-10 0 16,1 9 0-16,-1 4 0 15,4 3 0-15,-1 3 0 16,5 3 0-16,2 6 0 16,5 7 0-16,3 3 0 15,3 6 0-15,1 3 0 16,3 3 0-16,3 7 1 0,4 3-1 15,4 6 0-15,6 12 0 16,4 10 1-16,4 13-1 16,10 9 0-16,7 9 0 15,1 16 0-15,2-6 0 16,1 15 0-16,0 7 0 16,0 9 0-16,0-10 0 15,-4-5 0-15,0-1 0 16,-3-15 0-16,-4-13 0 15,0-9 0-15,1-10-1 16,-1-9 1-16,0-12-1 16,0-14 1-16,0-11-1 15,1-7 1-15,-1-6-1 16,-3-10 1-16,-4-12-1 16,4-4 1-16,3-8 0 15,0-7 0-15,7-3 0 16,4 0 0-16,7-4 0 0,3 4 0 15,-3 0 0-15,0 6 0 16,0 10 0-16,-11 6 0 16,-3 6 0-16,-7 12 0 15,-8 7 0-15,-3 10 0 16,-7 5 0-16,-3 4 1 16,-4 0-1-16,-7 9 0 15,0 3 0-15,-4 7 1 0,-6 8-3 16,-5 8 1-16,-2 15-1 15,-8 9 0-15,-3 10 2 16,-4 6 0-16,4 3 0 16,-4 3 0-16,0 10 2 15,0-10 0-15,-3-3 0 16,-8-6 0-16,5-7-3 16,2-5 1-16,4-7 0 15,-3-6 0-15,10-10 0 16,1-9 0-16,6-3 0 15,0-7 0-15,1-2 0 16,-1-17 0-16,7-5 0 16,-3-10 0-16,0-3 0 15,0-13 0-15,0-9 0 16,-4-6 0-16,7-7 0 16,-3-2 0-16,0-1 0 15,0-3 0-15,0 0 0 16,-1-3 0-16,-2 6-2 15,-1 7 1-15,-3 3-1 0,7 6 1 16,-1 3-1-16,1 3 0 16,4 10 2-16,3-1 1 15,-1 7-2-15,5 6 1 16,3 1 2-16,3 2 0 16,4 0-1-16,7 7 1 15,0 9-2-15,4 6 0 16,7 16 1-16,3 9 1 0,7 19-2 15,0 4 0 1,7 9 0-16,-3 2 0 0,0 11 0 16,-4-1 1-16,0 10-1 15,1-7 0-15,-1-3 0 16,-3 0 0-16,-1 1 0 16,-3-7 0-1,1 6 0 1,-8-12 1-16,-4-16-1 15,1-10 0-15,-1-12 0 16,1-12 1-16,0-10-1 16,-1-12 0-16,1-13-1 15,3-6 1-15,14-16 0 16,-3-7 0-16,7-2-1 16,3-6 1-16,4-1 0 15,-1-6 0-15,5-6 0 16,6 6 0-16,4 0 0 15,7-3 0-15,4 7-1 0,-8 2 1 16,0 0 0-16,1 7 0 16,-11 6 0-16,-4 0 0 15,-10 16 0-15,-4 2 0 16,-7 8 0-16,-7 2 1 16,-3 3-1-16,-4 10 0 15,-7 9 0-15,-7 6 0 16,-4 7 0-16,-6 6 1 0,-4 6-2 15,-11 7 1-15,0 12 0 16,-3-3 0 0,-1 3 0-16,-6 6 0 0,3 3 0 15,1 7 1-15,-1 3-1 16,3 0 0-16,1-7 0 16,0 1 0-16,0-7 0 15,-1-3 0-15,8-9 0 16,-4-9 0-16,8-4 0 15,-1 3 0-15,-3-6 0 16,3 0 0-16,0-6 0 16,1 0 0-16,2-3 0 15,-2-4 0-15,-1-6 0 16,0-9 0-16,4-6 0 16,4-4 0-16,-1-9 0 15,0-6 0-15,1 0 0 16,-4-7 0-16,3-2 0 15,0-7 0-15,-6-6 0 0,-1-10 0 16,0-3 0-16,0 1 0 16,1-1 0-16,3-6 0 15,-1 13 0-15,1-1 0 16,4 4 0-16,-1 6 0 16,0 3 0-16,1 3 0 15,3 10 0-15,3-1 0 16,0 7 0-16,4 3 0 15,0 4 0-15,7 5 0 0,0 7-1 16,11 9 1-16,-1 9 0 16,1 14 0-16,3 11 0 15,11 10 1-15,-7 3-1 16,-1 4 0-16,1 2 0 16,-1 10 0-16,1 0 0 15,3 6 0-15,-3-3 0 16,0-3 0-16,-1-3 0 15,1-7 0-15,-1-3 0 16,1-3 0-16,0-9 0 16,-1-9 0-16,1-7-1 15,3-10 1-15,0-8 0 16,4-14 0-16,10-5 0 16,4-10 0-16,3-13-1 15,4 1 1-15,0-10 0 16,-7-6 0-16,7-7-1 15,0 4 1-15,7-7 0 16,0 4 0-16,3 0 0 0,-3-1 0 16,-4 13 0-16,-6 0 0 15,-5 7 0-15,-6 8 0 16,-11 11 0-16,-7-1 0 16,-3 3 0-16,-4 7 0 15,-3 2 0-15,-4 7 1 16,0 0-2-16,0 0 1 15,-4 0-12-15,11-6 0 0,7-22-1 16,-10-38 1-16</inkml:trace>
  <inkml:trace contextRef="#ctx0" brushRef="#br0" timeOffset="198331.53">10280 7297 78 0,'-46'-7'39'0,"32"-24"-39"15,28 18 40-15,25-5-49 16,28-26 0-16,60-35 0 16,32-40 1-16</inkml:trace>
  <inkml:trace contextRef="#ctx0" brushRef="#br0" timeOffset="198922.93">14908 7184 82 0,'-38'-35'41'0,"41"20"-56"0,8 5 53 0,17-9-38 16,28-18 0-16</inkml:trace>
  <inkml:trace contextRef="#ctx0" brushRef="#br0" timeOffset="201108">11762 16773 62 0,'-22'-3'31'0,"1"6"-21"16,14-3 31-16,-3 3-34 16,-4 3 0-16,3 4 5 15,0-1 1-15,-3 7-16 16,7 6 0-16,0 12 10 16,0 7 1-16,0 25-4 15,3 34 0-15,1 10-2 16,-4 22 0-16,0 6 0 15,0 0 0-15,0 0 0 16,-4-10 0-16,4-9-1 0,-3-21 1 16,2-17-2-16,5-15 1 15,-1-19-3-15,4-16 0 16,4-15-9-16,3-19 1 16,4-13-1-16,3-18 1 15</inkml:trace>
  <inkml:trace contextRef="#ctx0" brushRef="#br0" timeOffset="201379.78">12241 17083 96 0,'-45'29'48'0,"27"-7"-56"0,14-19 62 0,4 6-54 16,0 4 0-16,0 6 0 15,4 9 0-15,-1 13 0 16,4 9 1-16,1 9 0 16,-8 7 0-16,-4 3 0 15,-3 3 0-15,-4 0-1 16,8-9 1-16,-4-10-7 15,3-12 0-15,4-13 0 16,7-15 0-16</inkml:trace>
  <inkml:trace contextRef="#ctx0" brushRef="#br0" timeOffset="203616.75">12502 16732 86 0,'-35'0'43'0,"10"3"-47"15,25-3 48-15,4 4-44 16,0 2 1-16,3 3 1 16,3 1 0-16,4 2-2 15,0 1 0-15,1 2 3 16,6 4 0-16,-4-3-1 16,4 6 1-16,4 3-2 15,3-3 1-15,4 3-1 16,3 0 1-16,4-3-2 15,0 3 0-15,7 0 0 16,-4-3 0-16,-3 0 0 16,0-3 0-16,-11 3 0 15,0 3 0-15,-3 0 0 0,-4 0 0 16,-3-3 0-16,-4-3 0 16,0-3 0-16,0-4 1 15,0 1-2-15,0-1 1 16,-3-2 0-16,0-1 0 15,-4 0 0-15,0 7 1 16,-4 3-1-16,1 0 0 16,-11 6 0-16,0 0 1 0,-4 3-1 15,-3 0 1-15,-7 7-1 16,-4-1 0-16,-14 10 0 16,-7-3 0-16,0 6 0 15,-6 0 0-15,2 3 0 16,8 0 0-16,-4 4 0 15,0 2 0-15,-3-6 0 16,3-6 1-16,-7-3-1 16,7 0 0-16,7-7 0 15,4-6 0-15,10-6-1 16,1-6 1-16,6-3 0 16,4-1 0-16,3 1-1 15,4-7 1-15,0 3 0 16,4-5 0-16,-1 2 0 15,4-3 0-15,0 0 0 16,0-3 0-16,7-6 0 16,4 3 0-16,-1-4 0 15,8 1 0-15,-4 0 0 16,4 0 0-16,-1-4 0 16,-3 1 0-16,1-4 0 0,2 1 0 15,4-4 0-15,1-6 1 16,2-3-1-16,1 0 0 15,3 0 0-15,4-3 0 16,7-7 0-16,3-3 0 16,4-5 0-16,10-5 0 15,-3-2-1-15,-3 0 1 16,-1 0 0-16,-10 0 0 0,0 0-1 16,-8 12 1-16,-2-3 0 15,-8 13 0-15,-4 3 0 16,-2 6 0-16,-5 3 0 15,-3 7 1-15,-3-4-1 16,-1 1 0-16,-6-1 0 16,3-2 0-16,-7-1 0 15,0 0 0-15,0 1 0 16,0-1 0-16,-8 0 0 16,5 1 1-16,-8-1-1 15,1 0 0-15,-12-6 0 16,-2 4 0-16,-5-4 0 15,-3-7 0-15,-3-2 0 16,3-4 1-16,1 1-1 16,-1 3 0-16,7-1 0 15,0 7 1-15,-3-6-1 0,7 9 1 16,-4 0-1 0,7 13 1-16,1-4-1 0,6 4 1 15,-3-1-1-15,7 1 0 16,0-4 0-16,-1 4 0 15,5-1 0-15,3-2 0 16,0 2-1-16,3 1 1 16,1 3 0-16,10 0 1 15,-4-1-1-15,11 4 0 16,1 6 0-16,6 4 0 0,3 2 0 16,1 7 0-16,3 2 0 15,4 1 0-15,7 6-1 16,0 0 1-16,-1-3 0 15,1 0 0-15,7 0 0 16,-7 0 0-16,-7 0 0 16,6-3 0-16,-9 0 0 15,-1 3 0-15,-3-3 0 16,-1 2 0-16,-6-5 0 16,3 3 0-16,-7-10 0 15,4-2 0-15,-8 8 0 16,1-5 0-16,-4-1 0 15,0-3 0-15,0 1 0 16,0-4 0-16,-3 3 0 16,-1-3 0-16,-3-3 0 15,0 10 0-15,0-1 0 16,0 4 0-16,-3 2 0 0,-4 1 0 16,-7 6 0-16,0 9 1 15,-1 1-1-15,-2-1 0 16,-4 3 0-16,-1 1 0 15,-13-4 0-15,0 10 1 16,-4 3-1-16,-3-3 0 16,-8 6 0-16,8 0 0 15,0 3 0-15,-1 3 0 16,5 1-1-16,-1-4 1 0,0-9 0 16,7-4 0-16,0-5 0 15,4-4 0-15,0-9 0 16,14-4 0-16,3-2 0 15,8-4 0-15,-1 1-1 16,11-4 1-16,0-3 0 16,7 0 0-16,1-3 0 15,2-3 0-15,1-6-1 16,7-7 1-16,3-9 0 16,3-6 0-16,8-7-1 15,4-3 1-15,3 0-1 16,3 1 0-16,0 2 0 15,-6 3 1-15,-1 10-1 16,-10 3 0-16,-11 7 1 16,0-1 0-16,-3 0 0 15,-4 1 0-15,-4-1 0 16,1-6 0-16,-4 0 0 16,0-6 0-16,-7 0-1 15,0-4 1-15,0 1-1 0,0 3 1 16,-7 6 0-16,0 0 0 15,-7 3 0-15,0 3 0 16,-4 1 0-16,-3-1 0 16,-4-3 0-16,4-6 1 15,0-3-1-15,0-10 1 16,0-6-1-16,6 4 1 16,-2 2-1-16,3 3 0 15,-4 7 0-15,0 6 0 0,-3 3 0 16,0 7 0-16,0 3 0 15,3-4 0-15,1 4 0 16,-1-1 1-16,0 1-1 16,4-4 0-16,0 4 0 15,4-4 0-15,-1-2 0 16,0 5 1-16,1 4-2 16,3 0 1-16,0 9-2 15,0-3 1-15,7-7-14 16,3 1 1-16,1-9-1 15,-8-20 0-15</inkml:trace>
  <inkml:trace contextRef="#ctx0" brushRef="#br0" timeOffset="204550.03">11762 16814 65 0,'-32'3'32'0,"21"-19"-32"16,8 10 39-16,-1 0-35 16,1-1 1-16,3 1 1 15,0 3 1-15,-4 6-9 16,4 7 1-16,0 8 6 16,0 11 0-16,4 14-2 0,-4 14 0 15,0 18-1-15,0 10 0 16,-4 9-1-16,1 3 1 15,-8-9-2-15,0 0 1 16,1-7-1-16,-1-2 1 16,1-17-1-16,3-5 0 15,0-10 0-15,0-9 0 16,-1-7 0-16,5-6 0 16,-1-6 0-16,1-13 0 15,-1-12 0-15,4-13 0 16,0-22 0-16,4-12 0 0,-1-13 0 15,4-12 0-15,4-10 0 16,0 0 1-16,-1 6 0 16,1 4 0-16,-4 6 0 15,0 6 0-15,-4 7 0 16,-3 2 1-16,0 7-1 16,0-3 0-16,-3 6-1 15,-1 6 1-15,1 9-1 16,-1 7 1-16,1 10 0 15,-1 8 0-15,1 20 0 16,-1 21 0-16,1 13 0 16,-4 19 0-16,-4 25-1 15,0 10 1-15,4-4-1 16,0 3 0-16,-3 1 0 16,-1-7 1-16,4 3 0 15,0-9 0-15,4-10-1 0,-1-6 1 16,1-9-1-16,-1-10 0 15,0-9 0 1,1-13 0-16,-1-2-4 0,1-17 0 16,6-6-15-16,4-15 0 15,1-22 0-15,6-13 0 16</inkml:trace>
  <inkml:trace contextRef="#ctx0" brushRef="#br0" timeOffset="206350.59">13109 16610 80 0,'-32'-16'40'0,"-6"-24"-56"16,20 27 66-16,-7-6-49 15,1-6 1-15,-12-3 1 16,-10-10 1-16,1-6-4 16,-1-3 1-16,-7 7 4 15,-7 5 0-15,-21 13 0 16,-7 16 1-16,3 15-2 15,0 13 1-15,-3 10-2 0,10 5 1 16,-17 13-4-16,7 0 1 16,7 7-1-16,7 6 1 15,14 9-1-15,10 3 0 16,5 0-1-16,2 4 1 16,1 15 0-16,7 16 0 15,3-10 0-15,7 0 0 16,0 4 0-16,8-1 0 0,6-2 0 15,11 2 0 1,7-3-1-16,11-6 1 0,0 7 0 16,6-7 0-16,8 3 0 15,10-3 0-15,11-9 0 16,11-7 0-16,-4-9 0 16,0-19 0-16,3-9 0 15,4-10 0-15,4-12 0 16,20-12 0-16,1-14 0 15,0-5 1-15,-7-7-1 16,10-6 0-16,0-7 0 16,7-2 0-16,-6-7 0 15,-8-9 0-15,-7 0 0 16,-7-7 0-16,-7-8 0 16,-7-14 1-16,0-5-1 15,-7-11 0-15,-11-5 0 16,1-3 1-16,-15 2-1 15,-3-2 0-15,-8 6 0 0,-13 2 1 16,-8 8-1-16,-17-4 0 16,-7 3 0-16,-7-3 0 15,-8-3 0-15,1 9 1 16,-11 7-1-16,-14 6 1 16,-4 3-1-16,18 19 0 15,-21-7 0-15,14 13 1 16,-14-12-1-16,-3 6 0 15,-8 9 0-15,0 6 1 0,4 10-1 16,0 10 1-16,11 8-1 16,-1 14 0-16,0 15 0 15,-3 9 1-15,-3 10-1 16,3 15 0-16,-4 4 0 16,7 9 0-16,12 9 0 15,2 13 0-15,1 0 0 16,-1 19 0-16,1 12 0 15,-1-3 0-15,8-3 0 16,3-3 0-16,14-6 0 16,11 2 0-16,11-8 0 15,20-4 0-15,8 0-1 16,6-3 1-16,12 4 0 16,3-4 0-16,3-7-1 15,7-8 1-15,8-7 0 16,13-3 0-16,-3-22 0 15,4-9 0-15,-4-10 0 16,7-13 0-16,-3-8 0 0,-1-4 0 16,15-9-1-16,3-1 1 15,-7-5 0-15,-7-4 0 16,-3-3 0-16,-4-3 0 16,0-9 0-16,-4-10 0 15,4-9 0-15,4-10 0 16,-11-5 0-16,0-4 0 15,-11-13 0-15,-3 1 0 16,-4 5-1-16,-3 1 1 0,-7 0 0 16,-7 6 0-16,-8-3 0 15,-3-7 0-15,-7-18 0 16,-3 0 0-16,-4-3 0 16,-4-1 0-16,-3-2 0 15,0-10 0-15,-7 16 0 16,4 18 0-16,-12 7 0 15,1 12 0-15,-14 1 0 16,-14 15 0-16,-8 3 0 16,-6-3 1-16,3 13-1 15,0 0 1-15,-4 2 0 16,-6 4 0-16,-4 10-1 16,3 2 0-16,0 10 0 15,1 9 1-15,3 7-1 16,7 9 0-16,-4 0 0 15,-13 6 0-15,3 10 0 16,0 2 0-16,3 1 0 0,8 3 0 16,10 6-1-16,7 10 1 15,11 2 0-15,3 7 0 16,4 13 0-16,6 15 0 16,1 13-1-16,4 6 1 15,-1 6 0-15,7 1 0 16,8-4 0-16,10-3 0 15,3-10 0-15,8-5 0 16,10-1 0-16,15 0 0 0,3-6-1 16,14-6 1-16,-8-16 0 15,1-9 0-15,0-3 0 16,0-20 0-16,-3-8-1 16,2-13 1-16,8-7 0 15,-14-2 0-15,39-17 0 16,0-2 0-16,-11-13 0 15,-11 6 0-15,15-3 0 16,-4-6 0-16,-7-6-1 16,4-19 1-16,-12 6 0 15,5-13 0-15,-11-2 0 16,-7-13 0-16,0-16-1 16,-4-9 1-16,0-10-6 15,1-12 1-15,10-13 0 16,-8-21 0-16</inkml:trace>
  <inkml:trace contextRef="#ctx0" brushRef="#br0" timeOffset="209071.5">14725 13734 56 0,'0'-18'28'0,"-14"21"-29"0,10-3 29 16,-3 6-26-16,0 0 1 16,-3 7 6-16,-15-1 1 15,-3 10-8-15,-1-3 0 0,1 3 8 16,0 3 0 0,3 3-1-16,4 4 1 0,4 9-4 15,6 9 0-15,4 6-4 16,0 4 1-16,3 9-3 15,4 9 1-15,0 10-1 16,7 9 1-16,0-3-1 16,0 16 0-16,1 3 0 15,-1 3 0-15,0 0-1 16,-4-10 1-16,-3 7 0 16,0-9 0-16,-3-4 0 15,-1-3 1-15,1-15-1 16,-1-7 0-16,-3-6 0 15,0 0 1-15,0-6-1 16,3-10 1-16,-3-6-1 16,0-3 1-16,0-6-1 0,4-7 1 15,-4-3-1-15,-4-6 0 16,4-6 0-16,0-3 1 16,-4-7-1-16,4-6 1 15,-3-10-1-15,-4-12 1 16,-1-6-1-16,1-3 0 15,-7-4 0-15,0-2 0 16,-11-4 0-16,4 6 1 16,-7-5-1-16,3 5 1 15,0 1-1-15,8 6 1 16,-5-10-1-16,5 7 1 0,3-1-1 16,3 4 1-16,4 0-1 15,3 9 1-15,4 0-1 16,4 3 1-16,-1 4-1 15,4 6 0-15,7 6 0 16,0 6 1-16,7 6-1 16,7 7 1-16,1 3-1 15,6 6 1-15,0 7-1 16,0-1 1-16,4 1-1 16,3-4 1-16,-3 10-1 15,-4-10 0-15,1 4 0 16,-5-4 0-16,1-3 0 15,-4 1 0-15,0-1 0 16,-7-3 0-16,0 0 0 16,-3-6 0-16,7 3 0 15,-8-10 0-15,1-5 0 16,3-4 0-16,0-6 0 16,4-7 0-16,3-5 0 0,11-20 0 15,3 4 0-15,4-7 0 16,0-15 0-16,3-7 0 15,0-3 0-15,4-6 0 16,3 4-1-16,1-1 1 16,6 6 0-16,-3 10 0 15,-10 6 0-15,-8 10 1 16,-3 5-1-16,-8 7 0 0,-10 7 0 16,-3 5 0-1,-4 7 0-15,-11 13 1 0,-10-1-1 16,0 13 0-16,-7 9 0 15,-7 10 1-15,-4 12-1 16,-7 7 1-16,4 6-1 16,-4-7 0-16,-7 4 0 15,4-3 1-15,0-4-1 16,-1-6 0-16,1-3 0 16,7-6 0-16,3-6 0 15,4-4 0-15,3 3-1 16,4-8 1-16,0-4 0 15,3-4 0-15,0-2 0 16,4-7 0-16,0-2 0 16,0-7 0-16,0-7 0 15,0-5 0-15,0-7 0 16,-4-9 0-16,-3-7 0 16,3-5 0-16,1-1 0 15,-8-3 0-15,-3 0 0 0,3-6 0 16,-3 3 0-16,3 6 0 15,-3 0 0-15,3 10 0 16,4 3 0-16,0-1 0 16,3 4 0-16,4 3 0 15,4 4 0-15,-1 2 0 16,4 7 0-16,10-4 0 16,5 13 0-16,2 3 0 0,1 10 0 15,10 9 0-15,0 12 0 16,4 10 0-16,3 0-1 15,0-3 1-15,4 6 0 16,0 0 0-16,-1-6-1 16,1-10 1-16,0 3 0 15,3-2 0-15,-7-4 0 16,4-3 0-16,0-3 0 16,0 3 0-16,-4-6-1 15,0-7 1-15,0-5-1 16,1-7 1-16,2-13 0 15,1-12 0-15,3-13 0 16,-3-9 0-16,3-9-1 16,4-10 1-16,7-3-1 15,-4-3 1-15,8 9-9 16,3 4 1-16,-7 5 0 16,-8 1 0-16</inkml:trace>
  <inkml:trace contextRef="#ctx0" brushRef="#br0" timeOffset="211691.47">14439 16701 81 0,'-60'-10'40'0,"21"-2"-42"0,32 9 40 15,0 3-39-15,0 3 1 16,-3 6 2-16,3 1 1 0,0-1-2 16,3 7 0-16,1 12 3 15,3 10 0-15,0 15 1 16,3 13 0-16,1 28-1 16,-1 22 0-16,1 9-1 15,-4 10 1-15,0 0-3 16,7 0 1-16,0-25-2 15,0-10 0-15,0-3-2 16,3-15 0-16,1-13-3 16,3-10 1-16,0-9-11 15,0-12 1-15,-3-10-1 16,0-12 1-16</inkml:trace>
  <inkml:trace contextRef="#ctx0" brushRef="#br0" timeOffset="212521.57">15177 17196 54 0,'-29'19'27'0,"-10"-3"-22"16,32-16 26-16,-3-6-28 16,-4-1 1-16,0-5 3 0,0-4 0 15,-1-3-8-15,1 7 0 16,4 2 6-16,-4 7 1 16,3 9-2-16,-3 13 0 15,0 16-2-15,0 12 0 16,7 22-1-16,0-3 1 15,-4 9-2-15,7 0 0 16,4-3 0-16,4-9 0 16,7-10-1-16,-1-9 0 0,8-9 0 15,3-7 1-15,0-6-1 16,0-6 1-16,0-4 0 16,1-6 0-16,6-6 0 15,-3-6 0-15,-1-10 1 16,-3-2 0-16,1-11 1 15,-5-5 0-15,4-4 0 16,-3-3 0-16,-4 1 0 16,-3-7 0-16,-4-3-1 15,-4 2 1-15,-3 8-1 16,-7 2 0-16,-3 4 1 16,-1 2 0-16,-14 1 0 15,1 3 0-15,3-1 0 16,-1-2 0-16,5 6-3 15,3 9 1-15,3 4-9 16,4-4 0-16,3 7 0 16,1 2 0-16</inkml:trace>
  <inkml:trace contextRef="#ctx0" brushRef="#br0" timeOffset="213055.67">15381 16663 73 0,'-42'16'36'16,"-25"-7"-31"-16,53-9 40 0,-11 3-42 15,0-3 1-15,4 4 2 16,7-4 0-16,3 0-8 16,11 0 0-16,7-4 6 15,11 4 0-15,3 4-2 16,4 2 0-16,7 3-1 16,-1 4 0-16,1 6 0 15,3 3 1-15,8 6-2 16,6 6 1-16,15 4-1 15,-4 0 0-15,-4-1 0 16,1 10 0-16,-12-3 0 16,-2 0 0-16,-11 0 0 15,-4 0 0-15,-11-3 0 0,-6 9 1 16,-8 0-1-16,1-3 1 16,-11 0-1-16,-4 3 1 15,-10 13 0-15,-7 3 0 16,-7 12 0-16,-4 4 0 15,0 2-1-15,-3 4 1 16,3-6-4-16,4-7 0 16,3-12-16-16,7-10 0 15,8-15 0-15,10-26 0 0</inkml:trace>
  <inkml:trace contextRef="#ctx0" brushRef="#br0" timeOffset="-207589.81">12125 16262 66 0,'-99'81'33'0,"-10"10"-32"16,74-62 34-16,-8 5-31 16,-3 7 1-16,1 3 2 15,2 3 1-15,4 6-11 16,-3 4 1-16,10 12 6 15,1 21 1-15,6 26-4 16,7 26 1-16,8 27-2 16,3 19 0-16,10 0 0 15,8 7 1-15,10-17-1 16,4-18 1-16,13-25 0 16,8-13 0-16,14-24 0 15,0-23 0-15,11-19 0 16,3-24 0-16,10-17-1 15,8-21 0-15,7-19 0 0,0-16 0 16,-8-18-1-16,5-13 1 16,-5-10 0-16,-6-9 1 15,0-3 1-15,-11 0 0 16,-11-6 0-16,-6-1 1 16,-18 1 1-16,-15-4 0 15,-20-5 0-15,-22-23 0 16,-24-6-7-16,-29-31 1 15,-10-23-2-15,-46-27 1 0</inkml:trace>
  <inkml:trace contextRef="#ctx0" brushRef="#br0" timeOffset="-204498.35">8590 9664 88 0,'-42'-28'44'0,"130"31"-44"16,-49 3 45-16,35 1-45 16,49 11 1-16,40-2-1 15,48 6 1-15,64 0 0 0,61-3 1 16,45-4 0-16,56-8 1 16,46-10 0-16,36-13 1 15,3-3-1-15,7-3 1 16,-3-12-2-16,-11-4 0 15,-28 0-1-15,-25 7 1 16,-49 0-1-16,-54 2 0 16,-55 11-1-16,-54 2 0 15,-66 0 0-15,-43 7 1 0,-53 3-1 16,-53-1 1-16,-49 4-1 16,-56-3 1-16,-64 3 0 15,-67 3 0-15,-64-3 0 16,-60 6 0-16,-63 3-1 15,-53 4 0-15,-28 2-1 16,-21 1 1-16,-11-4 0 16,7-3 0-16,11-3 0 15,3-3 0-15,32-3 0 16,21 6 0-16,25 7 0 16,35 2 0-16,42 1 0 15,54 12 0-15,38-12-1 16,57-4 1-16,45 7-1 15,46-10 1-15,50 10-1 16,14-4 0-16,95-2 0 16,60-7 0-16,67-10 0 15,74-8 1-15,53-4 0 0,68-9 1 16,44-10 0-16,51 0 0 16,31-2 0-16,32 5 0 15,0 1 0-15,0 18 0 16,-8 10 0-16,-31 12 1 15,-35 10-2-15,-35-1 1 16,-43 7 0-16,-46 0 0 16,-49 0-1-16,-53 0 0 15,-56-9 0-15,-43-4 0 0,-49-3 1 16,-39-9 0-16,-50-6-1 16,-55-1 1-16,-72-2-1 15,-73-1 1-15,-75 4-1 16,-73 3 0-16,-57 3-1 15,-46-1 1-15,-36-5-1 16,-23 0 0-16,-12 9 0 16,-6-7 0-16,-5 4 1 15,5 6 0-15,14 7-1 16,31 12 1-16,28 9 0 16,40 13 0-16,45 6-1 15,43 0 0-15,45-9-1 16,53 0 1-16,46-10-1 15,43-12 0-15,45-3 0 16,40-10 0-16,31-6 1 16,49-6 0-16,46-19 0 15,53 6 1-15,50-13 0 16,42 14 1-16,59-14 0 0,47 4 0 16,28 3 0-16,39 3 0 15,24 6 0-15,22 1 0 16,10-1 0-16,7 6 0 15,-7-5 0-15,-21-1 0 16,-18 0 0-16,-10-2 1 16,-32 2-2-16,-25-3 1 15,-31 10 0-15,-29-1 0 0,-42 1-1 16,-31 6 1-16,-44 0-1 16,-37 3 0-16,-33 0-1 15,-31 0 1-15,-26 6-15 16,-30 3 1-16,-29 1-1 15,-36-13 0-15</inkml:trace>
  <inkml:trace contextRef="#ctx0" brushRef="#br0" timeOffset="-200627.78">14961 7049 75 0,'-31'-38'37'0,"-12"-31"-27"16,33 50 37-16,-4 4-46 16,-4 5 0-16,-14 7 1 15,-3 3 0-15,-15 7-2 16,-2 11 0-16,-5 11 1 15,1 11 1-15,-1 14 0 16,1 27 0-16,-4 23 0 16,10 9 0-16,1 31 0 15,10 19 0-15,0 16 0 16,15 15 0-16,3-6-1 16,14-6 0-16,7-3-1 15,10-13 1-15,8-31-1 16,10-7 0-16,4-24-1 0,7-13 1 15,6-10 0-15,5-21 0 16,10-16 0-16,0-16 0 16,3-15 0-16,8-23 0 15,6-18 0-15,5-13 1 16,9-15-1-16,1-20 1 16,-11-8-1-16,-10 5 0 15,-4-2 0-15,-11-1 1 16,-14-2-1-16,-6-7 0 15,-8 0 1-15,-3-6 0 16,-8 3 0-16,-6-16 1 16,-8 3 0-16,1 4 0 0,-4-4 0 15,-7 13 0-15,-4 9-1 16,-10-9 0-16,-11 6-1 16,-10 7 1-16,-7 9-4 15,-8 9 0-15,-3 7-1 16,0 5 1-16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21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1472 4592 10496,'-39'-9'3232,"-59"-23"1,81 26-2496,1-2 0,0 0 1,1 0-1,0-1 0,0-1 1,-14-13-1,22 17-517,1 0-1,0 0 1,1 0 0,0-1 0,0 0-1,0 0 1,1 0 0,0-1 0,-6-13-1,10 20-215,0 1-1,-1-1 0,1 1 1,0-1-1,0 1 0,-1-1 1,1 0-1,0 1 1,0-1-1,0 1 0,0-1 1,0 1-1,0-1 0,0 0 1,0 1-1,0-1 0,0 1 1,0-1-1,0 1 0,1-1 1,-1 1-1,0-1 1,0 0-1,1 1 0,-1-1 1,0 1-1,0-1 0,1 1 1,-1 0-1,1-1 0,0 0 26,0 1-1,0-1 0,1 1 1,-1 0-1,0-1 0,0 1 0,0 0 1,1 0-1,-1 0 0,0 0 0,0 0 1,1 0-1,1 0 0,6 2 218,1 0 0,17 7 0,131 62 941,9 4-945,164 37-61,-248-90-106,0-3-1,98 8 1,68-16 74,516-26 263,6-30-110,-28 1-120,-125 20-138,729-50 19,-702 1-13,-3-28 0,1145-336-1,-578 35 118,-995 329-120,564-212 62,-13-23-69,-93 6 14,-556 241 29,-3-5-1,-3-6 1,155-129-1,-229 169-37,-2-1 0,0-2 0,-3-1 0,-1-1-1,41-67 1,-59 83-14,-1-1-1,-1 0 0,-1 0 0,-1-1 0,-1 0 0,-1-1 0,-1 1 1,-1-1-1,-1 0 0,-1 0 0,-1-1 0,-5-44 0,1 46-17,-1 0 0,-2 0 0,0 1 0,-2-1 0,0 1 0,-22-39 0,14 33 2,-2 1 0,-1 1 0,-1 1 0,-33-33 0,-1 10 2,-2 2 0,-2 3 1,-118-67-1,-242-93-6,-25 40-65,-53 17-216,-12 20 71,70 31 156,-4 19 1,-677-28-1,-274 121 55,1 89-259,-205 80-252,1510-175 486,-874 121-10,13 46 25,679-110-34,3 12 0,-503 227 0,488-166-22,6 12 1,-349 258 0,471-294 26,6 6 1,5 6-1,-210 248 0,312-328 22,1 2 0,3 2 0,2 2 0,-41 87 0,63-113 8,1-1-1,1 2 0,2-1 0,1 1 0,1 0 0,1 1 0,2-1 0,1 1 0,2 0 0,1 0 0,5 37 0,-1-46 11,0 0 0,2 0-1,0 0 1,1-1-1,1 0 1,1-1 0,1 0-1,25 34 1,-10-21 12,3 0 0,0-2 0,61 49 0,-27-33-25,2-3 0,1-2 0,2-4 0,81 33 0,134 35-619,73-14-170,90-14-64,76-23 63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59 206 13696,'-5'-6'797,"-1"0"0,1 0 0,0-1 1,1 0-1,0 0 0,-6-12 1,6 9-406,0 0 0,2 0 1,-1 0-1,1-1 1,-1-18-1,2 24 385,1 0-1,0 0 0,0 1 1,1-1-1,1-7 0,-2 10-633,1-1 0,0 1 0,0-1 0,1 1 0,-1 0 0,0-1 0,1 1-1,-1 0 1,1 0 0,2-2 0,-4 4-144,0 0 31,0-1 0,0 1 0,1 0 0,-1-1 0,0 1 0,0 0 0,1 0 0,-1 0 0,0-1 0,0 1 0,1 0 0,-1 0 0,0 0 0,1 0 0,-1-1-1,0 1 1,1 0 0,-1 0 0,0 0 0,1 0 0,-1 0 0,0 0 0,1 0 0,-1 0 0,0 0 0,1 0 0,-1 0 0,0 0 0,1 0 0,-1 0 0,0 0 0,1 1-1,-1-1 1,9 11 391,2 22-406,-11-31-18,11 54 186,-2 0-1,1 59 1,-5-53-6,15 216 268,15 154-216,35-7-3271,-66-405 2381,1-1 0,1 1 0,1-1-1,0 0 1,19 33 0,1-20-1281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7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76 12800,'9'2'1968,"-11"-3"219,-27-12 2279,-63-25 907,77 33-5299,0 0 0,-1 0 0,1 2 0,-1 0 0,0 1 0,0 0 0,0 2 0,0-1 0,0 2 0,0 0 0,0 1 0,0 1 0,0 0 0,-25 10 0,28-8-16,0 0 0,1 1 0,-1 1 0,2 0 0,-1 1 0,1 0 0,0 0 0,1 1 0,-1 1 0,2-1 0,0 2 0,0-1 0,1 2 0,0-1 0,1 1 0,0 0 0,-7 18 0,11-20-37,0 0-1,0 0 0,1 1 1,1-1-1,0 1 0,0-1 0,1 1 1,0-1-1,1 1 0,0-1 1,1 1-1,0-1 0,1 1 0,0-1 1,0 0-1,1-1 0,1 1 1,7 12-1,-6-10 5,2-1 1,-1 0-1,1 0 1,1-1-1,0 0 1,1 0-1,0-1 1,0 0-1,0-1 1,1-1-1,1 1 1,-1-2-1,1 1 1,14 4-1,-10-6 26,-1-1-1,1 0 0,0-1 0,0-1 0,1-1 0,-1 0 0,0-1 1,25-3-1,-28 1-8,-1 0 0,1-1 1,-1 0-1,0-1 1,0 0-1,-1-1 0,1 0 1,-1-1-1,0 0 1,-1-1-1,17-13 0,-22 15-46,0-1 0,0 1 0,0-1 0,-1 0-1,0-1 1,0 1 0,-1-1 0,1 0 0,-2 0-1,1 0 1,-1 0 0,0 0 0,0-1 0,-1 1-1,0 0 1,0-1 0,-1 1 0,0-1 0,-1-8-1,0 0-236,-2 1-1,1 0 0,-2 0 0,0 0 0,-1 0 0,-1 1 0,0-1 0,-11-18 0,-67-89-3167,83 121 3384,-43-57-1661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7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13 12160,'4'0'956,"13"1"2399,-17-1-3267,1 0 0,-1 0 0,0 0 1,1 0-1,-1 0 0,0 0 0,1 0 1,-1 0-1,0-1 0,1 1 0,-1 0 1,0 0-1,0 0 0,1-1 0,-1 1 1,0 0-1,1 0 0,-1-1 0,0 1 1,0 0-1,0 0 0,1-1 0,-1 1 1,0 0-1,0-1 0,0 1 0,0 0 0,0-1 1,0 1-1,1 0 0,-1-1 0,0 1 1,0 0-1,0-1 0,2-5 6577,4 8-4649,8 9-3151,-9-7 1698,71 56 465,106 111-1,-155-141-903,-1 1 0,-2 1 0,-1 1 0,-1 0 0,-2 2 0,25 60 0,-35-68-86,-1 1 0,-1 0-1,-1 0 1,-2 1 0,0 0 0,-3-1-1,0 1 1,-1 0 0,-2 1-1,-2-1 1,0-1 0,-9 36 0,2-25-59,-2 0 1,-1-1-1,-2-1 1,-31 54 0,32-67-208,-1-1 1,-1 0 0,-1-2 0,-1 0-1,-1-1 1,-1 0 0,-35 25 0,33-29-708,1-2 0,-2-1 0,-43 19 1,53-27 327,-1 0 1,0-1 0,0 0 0,0-2 0,0 1 0,-1-2 0,1 0 0,-19-1-1,20-2-457,0 0-1,-18-5 0,31 7 1059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7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0 13824,'0'23'6911,"9"-6"-9727,-3-3 12672,-6 9-9472,-15 21 0,-16 15 256,-15 27 128,-19 21-896,-5 2 0,-1 2 512,0-2 128,1-6-640,14-13 0,1-14-1024,13-13 0,11-9-128,12-14 128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8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9 115 12160,'1'-2'461,"0"-1"1,0 1-1,0-1 0,0 1 1,0-1-1,0 1 1,-1-1-1,1 0 1,-1 1-1,0-4 1,0 1-187,-1 0 1,1 1-1,-1-1 1,0 1-1,-1-1 1,-2-7-1,-1 2 699,5 8-695,-1 1-1,1 0 1,-1 0 0,1 0-1,0-1 1,0 1-1,-1 0 1,1 0 0,0-1-1,0 1 1,0 0 0,0-1-1,0 1 1,0 0 0,1 0-1,-1-1 1,0 1-1,1 0 1,-1 0 0,1-2-1,0 3-227,0-1 1,-1 1-1,1-1 0,0 1 0,0-1 0,0 1 0,-1-1 0,1 1 0,0 0 0,0 0 0,0-1 1,0 1-1,-1 0 0,1 0 0,0 0 0,0 0 0,0 0 0,0 0 0,0 0 0,-1 0 0,2 1 1,4 0-59,0 1-1,0-1 1,0 2 0,0-1 0,8 6 0,21 14 160,-1 2 1,43 39-1,56 66 273,-3-3-1120,-103-101 436,2 2-1660,50 34-1,-69-54 1256,0-1-1,0 0 1,0-1-1,1 0 1,0-1-1,0 0 0,1-1 1,-1 0-1,19 2 1,27-6-2558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1253 303 13696,'-41'-44'4056,"-13"-14"-2778,-4-5-853,2 10 6838,44 43-6738,0 1 1,-16-8-1,13 9-547,0 1-1,0 1 1,-1 0-1,0 1 1,-18-3-1,12 4 40,-1 2 0,1 0 0,-1 1 0,1 1-1,-1 2 1,1 0 0,0 1 0,-1 1 0,1 1 0,-25 10 0,8-1 22,1 2 1,0 2 0,1 1-1,-57 41 1,65-39-10,1 2 0,1 2 0,1 0 0,1 2 0,1 0-1,1 2 1,2 0 0,-25 47 0,27-39-13,1 1 0,2 1 0,2 0 0,2 1 0,2 0 0,1 1 0,-4 46 0,11-60-7,1-1 0,1 1 0,1-1-1,2 0 1,0 1 0,2-1-1,1-1 1,1 1 0,1-1 0,15 32-1,-8-28-27,1 0 0,1-1 0,1-1-1,2-1 1,0 0 0,2-2-1,43 38 1,-33-35-6,1-2-1,2-1 0,0-2 1,1-2-1,2-1 0,0-2 1,0-1-1,1-2 1,1-2-1,1-1 0,-1-3 1,2-1-1,61 2 0,-65-9 30,-1-2-1,1-1 0,-1-2 0,0-2 0,0-1 1,-1-2-1,44-19 0,-54 19 37,-2-2 1,1 0 0,-2-2-1,1-1 1,-2 0-1,0-2 1,-1-1-1,-1 0 1,-1-2 0,25-31-1,-31 32-17,-2 0 0,0-1 1,-1 0-1,-2 0 0,0-1 0,-1 0 0,0-1 0,-2 0 1,-1 0-1,-1 0 0,-1 0 0,0 0 0,-4-42 0,0 33-277,-2 0-1,-2-1 1,-1 2-1,-1-1 1,-1 1-1,-2 0 0,-1 1 1,-1 0-1,-22-34 1,17 35-376,-28-32-1,-29-19-650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700 17 12416,'36'2'2613,"52"-3"0,-85 1-2522,-1-1 1,1 1-1,-1-1 0,0 1 0,1-1 1,-1 0-1,0 0 0,1 0 0,-1 0 1,0 0-1,5-9 7097,-81 64-5429,-59 45-1129,-101 108-137,193-166-286,1 3 1,2 2-1,-42 66 1,45-53 53,2 2-1,-46 122 1,63-137-179,2 2 1,2-1-1,2 1 1,-7 94-1,17-119-159,0 0-1,1 1 0,1-1 0,2 0 1,0-1-1,1 1 0,2-1 1,10 26-1,-13-37-73,1 0 0,1-1 1,0 0-1,0 0 0,1 0 0,0-1 1,1 0-1,0 0 0,0-1 0,1 0 0,0-1 1,1 0-1,-1 0 0,1-1 0,0 0 1,1-1-1,21 8 0,-16-8-308,0-2-1,0 0 0,1 0 1,-1-2-1,1 0 1,0-1-1,-1 0 1,1-2-1,19-3 1,-7-1-401,-1-2-1,0-1 1,0 0 0,37-20 0,51-37-1974,-106 60 2597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8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62 13440,'-17'-12'3637,"-17"-16"-1959,16 6 5124,11 30-4392,-6 39-2039,1 1 1,3-1-1,2 2 0,-1 50 0,3-4-108,5 0-1,18 157 1,-5-168-1926,35 121 0,-42-183 870,0-1 0,2 0 0,0 0 0,1-1 0,21 35 0,-22-46-17,0 0-1,16 14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9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252 125 13952,'-35'-32'5050,"-29"-21"-3061,27 27 3793,35 25-5781,-1-1 1,1 1 0,-1-1 0,1 1 0,-1 0 0,0 0 0,1 0 0,-1 0 0,0 0 0,0 1 0,0-1 0,0 1 0,-5 0 0,6 1 3,0-1 0,0 1 0,-1 0 0,1 0 0,0 0 0,0 0 0,0 0 0,0 0 0,0 1 0,0-1 0,0 1 0,1-1 0,-1 1 0,1 0 0,-1 0 0,1 0 0,-1 0 0,1 0 0,-1 2 1,-4 7 30,1 1 1,0-1 0,1 1 0,0 0 0,1 0 0,1 0-1,0 0 1,-1 20 0,2-1 102,1 1-1,6 40 0,-3-51-81,1 0 1,1 0-1,0-1 0,2 0 0,1 0 0,0 0 0,1-1 1,1-1-1,1 1 0,15 18 0,-17-25-22,1 0 0,1-1 0,0 0 0,0 0-1,1-2 1,1 1 0,-1-1 0,2-1 0,-1 0 0,1-1 0,0-1 0,1 0-1,-1-1 1,22 5 0,-19-7-19,1 0-1,-1-1 1,0-1 0,0-1-1,1 0 1,-1-2 0,0 0-1,22-5 1,-32 5-21,0 0 1,0 0 0,0 0-1,0-1 1,-1 0-1,1-1 1,-1 1-1,0-1 1,0-1-1,0 1 1,-1-1-1,1 0 1,-1 0-1,0 0 1,0-1 0,-1 0-1,0 0 1,0 0-1,0-1 1,-1 1-1,5-12 1,-5 7-135,-1 0 1,0-1-1,0 1 0,-1-1 1,-1 1-1,0-1 1,0 1-1,-1-1 0,-1 1 1,0-1-1,0 1 1,-1 0-1,0 0 1,-1 0-1,-9-16 0,-4-6-816,-2 0 0,-2 2 1,-36-43-1,-9-6-731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9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13952,'8'37'5336,"-8"5"-4570,-1-15 107,1-22-49,0-1 1,1 1-1,0 0 0,0-1 0,0 1 0,4 7 0,11 14 696,-11-19-1556,16 19 614,45 42-1,-23-25-217,-22-21-427,31 31 295,-2 2 0,67 99 0,-104-135-166,-2 1 1,0 1-1,-1 0 1,-1 0-1,-2 1 1,0 0-1,0 0 1,-2 1-1,-1-1 1,-1 1-1,-1 0 1,-2 40-1,-3-27-45,-2 0 0,-1-1 0,-2 0-1,-1 0 1,-26 61 0,22-68-243,-1 0 0,-1-1 0,-1-1 0,-1 0 0,-2-1 1,0-1-1,-25 22 0,35-37-247,0-2 1,0 1 0,-1-1-1,0 0 1,0-1-1,0-1 1,-15 7-1,19-10 148,-1 0 0,1 0-1,-1-1 1,1 1-1,-1-2 1,1 1-1,-1-1 1,0 0-1,1 0 1,-1-1-1,1 1 1,-1-1 0,0-1-1,-6-2 1,0-1-641,1-1 0,-22-14 0,32 20 898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9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13952,'21'32'6911,"34"-59"-9727,-30 22 12416,36-5-9856,31 2 128,19 3 0,21-3 0,-2-2 0,2 1 128,-10 1-1024,-17-11 128,-19 2 0,-19-10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9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13696,'10'17'6783,"-50"0"-7551,40-3 8832,9 9-8064,12 13 0,4 27 256,6 14 128,-1 16-256,5 16 0,1 2 128,4-2 128,-4-15-512,-7 5 0,7-9-1792,4-17 128,-3-16-256,3-21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00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14592,'10'0'7295,"-60"44"-9343,39-30 11520,1 5-9600,10 4 128,0 4 384,6 7 0,3 16-384,1 22 0,5 18 128,6 13 128,4 10-384,0 0 128,-4-2-768,-2-8 0,-4-17 0,1-23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00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15104,'-21'23'7551,"-4"23"-9343,25-33 9344,0 5-7552,0 8 0,0 14 0,0 10 0,10 9-128,-5 12 128,11 11-384,-1-1 128,6-5-1152,8-13 0,1 0 0,-3-13 128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00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16 14080,'-12'-4'1933,"-1"1"0,-17-3 0,17 5-1779,0 0 0,-21 2 0,10 0 795,23-1-873,-39 1 6145,39 0-6217,0-1 0,0 0 0,0 0 1,0 1-1,0-1 0,1 1 1,-1-1-1,0 1 0,0-1 1,1 1-1,-1-1 0,0 1 1,0 0-1,1-1 0,-1 1 1,1 0-1,-1 0 0,0 0 0,1 0-10,0-1-1,0 1 0,1-1 0,-1 1 1,0-1-1,0 1 0,0-1 0,0 1 1,1-1-1,-1 0 0,0 1 0,0-1 1,1 1-1,-1-1 0,0 0 0,1 1 0,-1-1 1,1 0-1,-1 1 0,0-1 0,1 0 1,-1 0-1,1 1 0,-1-1 0,1 0 1,-1 0-1,1 0 0,-1 0 0,1 0 0,-1 1 1,1-1-1,0 0 0,2 1-4,28 15 113,-2 0 1,0 2-1,-1 2 0,-1 0 1,0 2-1,-2 0 1,-1 2-1,-1 1 0,39 54 1,-49-60-39,-1 0 0,-1 1 0,0 1 0,-2-1 0,0 2 0,-1-1 0,-2 1 0,0 0 0,-1 1 0,-1-1 0,-1 1 0,-2 0 0,0 0 0,-1 0 0,-5 36 0,3-46-276,-2 1 0,1-1 0,-1 1 1,-1-1-1,-1-1 0,0 1 0,0-1 0,-1 0 1,-1 0-1,0-1 0,0 0 0,-1 0 0,-1-1 1,1 0-1,-2-1 0,1 0 0,-1 0 0,-1-1 1,0-1-1,0 0 0,0-1 0,-1 0 0,0-1 0,0 0 1,0-1-1,0 0 0,-25 2 0,18-4-737,-35-3 0,54 1 927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01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15616,'-46'27'7807,"-15"59"-10751,61-59 12672,15 23-9728,10 9 0,17 17 128,17 31 0,12 37-128,11 22 128,-11 10 0,-6 13 0,-14-5 0,-22-1 0,-38-11-640,-41-5 128,-63-20-128,-63-15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2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377 349 12544,'-38'-81'4748,"27"51"-3325,-12-46 0,21 68-286,0-1 1,0 0-1,1 0 0,0-17 0,1 10-978,0-20 181,1 28-173,-1 0 0,0 1-1,0-1 1,-3-8 0,3 16-167,0 0 0,0 0 0,0 0 0,0 0 0,0 1 0,0-1 0,0 0 0,0 0 0,0 0 0,0 0 0,0 0 0,-1 0 0,1 0 0,0 0 0,0 1 0,0-1 0,0 0 0,0 0 0,0 0 0,-1 0 0,1 0 0,0 0 0,0 0 0,0 0 0,0 0 0,0 0 0,-1 0 0,1 0 0,0 0 0,0 0 0,0 0 0,0 0 0,0 0 0,-1 0 0,1 0 0,0 0 0,0 0 0,0 0 0,0 0 0,0 0 0,0-1 0,-1 1 0,1 0 0,0 0 0,0 0 0,0 0 0,0 0 0,0 0 0,0 0 0,0 0 0,0-1 0,-1 1 0,1 0 0,0 0 0,0 0 0,0 0 0,0 0 0,0 0 0,0-1 0,0 1 0,0 0 0,0 0 0,0 0 0,-5 9 38,0 1 1,1 1 0,0-1 0,1 1 0,-4 19 0,-2 3 112,-79 361 912,19 8-591,4 37-100,35 4-765,30-388-279,2 0 0,3-1 0,14 68 0,-16-109 205,1-1 0,0 1 1,12 23-1,-13-31 291,-1-1 0,1 0 0,-1 0 0,1 0 0,0 0 0,1-1 0,-1 1 0,1-1 0,-1 0 0,1 0 0,0 0 1,0-1-1,5 3 0,-4-3-83,0-1 0,0 1 1,0-1-1,0-1 0,0 1 1,0-1-1,9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384 385 12032,'9'-15'824,"-2"0"1,0-1 0,0 0 0,-2 0 0,6-24 0,-10 30-672,0 0 0,-1 0 0,1 0 0,-2 0 0,0 0 0,-3-16 0,-5-44 6520,9 67-6482,-1-7 170,0 1 1,0-1-1,-1 1 1,0-1-1,-6-15 0,7 22-355,0 1 0,0 0 0,-1 0-1,1 0 1,0 0 0,-1 0 0,1 1-1,-1-1 1,0 0 0,0 1 0,0-1 0,1 1-1,-1-1 1,-1 1 0,1 0 0,0 0-1,0 0 1,0 0 0,0 0 0,-1 1-1,1-1 1,0 1 0,-1-1 0,1 1 0,-1 0-1,1 0 1,0 0 0,-1 0 0,1 0-1,-3 1 1,-5 1 28,1 1 0,-1-1 0,1 2 0,-1-1 0,1 1 0,0 1 1,0 0-1,1 0 0,0 0 0,0 1 0,0 1 0,-10 9 0,-3 6 116,2 0 1,0 1 0,-15 26-1,16-21-59,1 0 0,2 1-1,0 0 1,3 1 0,0 1-1,2 0 1,-10 51 0,18-67-66,1 0 0,1 0 1,1 0-1,0 0 0,1-1 1,0 1-1,1 0 0,1-1 1,0 0-1,1 1 0,1-2 1,0 1-1,1-1 0,0 0 1,12 16-1,-14-21-13,1 0 0,-1-1 1,1 0-1,1 0 0,-1-1 0,1 1 0,0-1 1,0-1-1,1 0 0,0 0 0,0 0 0,0-1 1,0 0-1,1 0 0,0-1 0,-1-1 0,1 1 1,0-1-1,0-1 0,13 1 0,-11-1 7,0-1-1,1-1 1,-1 0 0,0 0-1,0-1 1,0-1 0,0 0-1,0 0 1,-1-1 0,1 0-1,-1-1 1,0 0 0,0-1-1,-1 0 1,1 0 0,-1-1-1,-1-1 1,0 1 0,0-1-1,0-1 1,-1 1 0,0-1-1,9-16 1,9-17-438,-3-2-1,-1 0 0,-2-2 1,-2 0-1,-2-1 1,-2 0-1,-2-1 1,6-75-1,-10 25-732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3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 14080,'4'1'356,"-1"0"1,0 0-1,1 0 1,-1 0-1,1-1 1,-1 1-1,1-1 1,-1 0 0,1 0-1,0 0 1,-1 0-1,1-1 1,-1 0-1,1 1 1,-1-1 0,0 0-1,1-1 1,-1 1-1,0-1 1,4-1-1,-1 0 4658,-5 3-4990,0 0 0,-1 0 0,1 1 1,0-1-1,-1 0 0,1 1 0,0-1 1,-1 0-1,1 1 0,-1-1 1,1 1-1,0-1 0,-1 1 0,1 0 1,-1-1-1,0 1 0,1-1 0,-1 1 1,1 0-1,-1-1 0,0 1 1,0 0-1,1-1 0,-1 1 0,0 0 1,0 0-1,0-1 0,0 1 0,0 0 1,0 0-1,0-1 0,0 1 1,0 0-1,0 0 0,0-1 0,0 1 1,-1 0-1,1-1 0,0 1 1,0 0-1,-1-1 0,1 1 0,0 0 1,-1-1-1,1 1 0,-1 0 0,-1 3-98,-43 86 199,26-54 4,-21 54 1,37-84-120,-11 35 82,1-1 0,-10 55 0,21-83-56,0-1 0,1 1 0,1 0 0,0-1 0,0 1 0,1 0 0,0-1 0,1 1 0,1-1 0,0 0 0,0 1 0,1-1-1,9 17 1,-11-23-23,1 0-1,0-1 0,1 0 0,-1 1 0,1-1 0,-1 0 0,1-1 0,0 1 1,1-1-1,-1 0 0,1 0 0,-1 0 0,1 0 0,0-1 0,0 0 0,0 0 0,0 0 1,0-1-1,1 1 0,-1-1 0,0-1 0,1 1 0,-1-1 0,1 0 0,-1 0 1,1 0-1,-1-1 0,0 0 0,7-2 0,3-1 1,-1 0-1,0-2 1,0 0 0,-1 0 0,0-1-1,0-1 1,0 0 0,-1-1-1,18-16 1,-22 17-75,0 0 0,-1 0-1,0-1 1,0 0 0,-1 0 0,-1-1-1,1 1 1,-2-1 0,1-1-1,-1 1 1,-1 0 0,0-1 0,4-21-1,-5 8-730,-1 1 0,-1 0-1,-1-1 1,-1 1 0,-8-42-1,-9-15-1510,-1 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3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28 14976,'-13'-5'1282,"1"0"1,-1 1-1,-15-3 1,16 5-982,0 0-1,0 0 1,-1 2 0,-21 0 0,32 0 270,0 1 0,0-1 0,0 0 0,0 1 0,0-1 0,0 1-1,0-1 1,0 1 0,0 0 0,0 0 0,-3 2 0,5-3-502,-1 1 1,1-1-1,-1 1 0,1-1 0,0 1 1,-1-1-1,1 1 0,0-1 0,-1 1 0,1-1 1,0 1-1,0 0 0,0-1 0,-1 1 1,1 0-1,0-1 0,0 1 0,0-1 1,0 1-1,0 0 0,0-1 0,0 1 0,1 1 1,0 1-199,1 1 1,-1-1-1,1 1 1,0-1-1,0 0 1,0 0-1,1 0 1,2 3-1,-1-1 730,47 55-490,-14-17 16,-1 2 0,-2 1 0,43 79 0,-57-82-66,-3 0-1,-1 1 1,-2 1 0,-3 0 0,-1 0 0,-2 1 0,-2 1 0,-1 67-1,-6-57-159,-3 1-1,-2-1 1,-3 0-1,-2 0 1,-3-1-1,-30 78 0,30-96-307,-2-2-1,-2 0 0,-1 0 1,-2-2-1,-1-1 0,-1 0 1,-2-2-1,-41 40 0,46-54-145,-26 17-1,36-26 381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3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10 566 16000,'-10'-9'7935,"60"-22"-9855,-10 18 11264,52-4-9472,34-12 0,31-5-256,20-12 128,-1-4 0,-8-4 0,-22 10-512,-24-5 128,-30-1-1280,-27 0 128,-25 4 0,-34 2 128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42 12288,'-95'-42'7786,"105"53"-902,-2 10-4739,9 35-2792,-11-36 1481,99 521 189,-53-230-583,23-11-1413,-67-271 184,1-2 0,2 1-1,1-1 1,30 49 0,-40-72 611,1-1 0,0 1 1,0-1-1,0 1 0,1-1 0,-1 0 0,1 0 1,0 0-1,0-1 0,0 1 0,6 2 1,-6-4-10,-1-1 0,1 1 1,0-1-1,-1 0 0,1 0 1,0 0-1,-1 0 1,1 0-1,0-1 0,5-1 1,-8 2 169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15616,'15'-26'7807,"-15"29"-10495,10 7 12544,1 11-9984,4 15 128,1 27 0,-7 14 0,1 26-128,-10 20 128,0 1-640,-4 8 0,-2-16-1024,6-9 128,10-21-1536,5-22 128,16-21 0,9-23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4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382 243 11520,'-6'-33'3797,"3"28"-3534,1-1 0,-1 1-1,0 0 1,-1 0 0,1 0-1,-1 1 1,0-1 0,-8-6-1,-25-30 7358,33 35-7567,-1 1 1,0-1 0,0 1 0,0 1-1,0-1 1,-1 1 0,0 0 0,0 0 0,0 0-1,-1 1 1,1 0 0,-1 0 0,1 1-1,-1 0 1,0 0 0,0 0 0,0 1 0,0 0-1,0 0 1,0 1 0,-1 0 0,1 0-1,0 1 1,0 0 0,0 0 0,0 1 0,0 0-1,0 0 1,1 0 0,-1 1 0,0 0-1,1 0 1,0 1 0,0 0 0,0 0-1,0 0 1,1 1 0,0 0 0,0 0 0,0 0-1,0 0 1,1 1 0,0 0 0,0 0-1,0 0 1,1 1 0,-4 9 0,4-7-24,0 0 0,1 0-1,0 0 1,0 0 0,1 0 0,0 1 0,1-1 0,0 0-1,0 1 1,1-1 0,0 0 0,1 0 0,0 0 0,0 0 0,1 0-1,4 9 1,-2-7 3,1-1 1,0 0-1,1 0 0,0 0 0,0-1 0,1 0 0,0 0 1,1-1-1,0 0 0,0 0 0,1-1 0,14 8 0,-4-5 9,0-1 0,0 0 0,1-2 0,0-1-1,0 0 1,0-1 0,1-2 0,0 0-1,0-1 1,0-2 0,-1 0 0,1-1 0,0-1-1,0-1 1,0-1 0,-1-1 0,0-1-1,0 0 1,-1-2 0,1-1 0,-2 0 0,1-1-1,21-16 1,-33 20-63,0-1 0,0 1 0,-1-2 0,0 1 0,0-1 0,-1 0 0,0 0 0,0-1 0,-1 0-1,0 0 1,5-12 0,-8 14-107,0 1 0,0-1 0,-1 0 0,0 1-1,0-1 1,-1 0 0,1 0 0,-2 0 0,1 0 0,-1 0-1,0 1 1,0-1 0,-1 0 0,1 1 0,-2-1 0,1 1-1,-7-13 1,-1 3-384,-2 0 0,0 0 0,0 1 0,-2 0 0,0 1 0,-23-18 0,-34-23-1280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4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15616,'-10'9'7807,"-5"35"-10367,15-27 12416,6 16-9856,-2 3 0,7 14 0,-1-6 0,-7 6 0,-3 13 0,-3 9 0,3-14 0,-6 5-512,2-4 0,4-11-1408,0-6 0,0-11 0,-6-18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54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58 15104,'-15'-57'7551,"15"70"-9727,9-9 11776,12 13-9600,14 16 128,11 17 128,20 13 0,9 21-256,11 15 0,0 22 128,-15 1 128,-25 14-256,-46-2 128,-46 1-640,-44 13 0,-63-18-128,42-35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24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56 420 8320,'-40'30'4096,"24"-79"-1920,22 45 4095,15-19-6271,14-4 0,30-9-1024,26-4 0,32-14-640,7-9 129,23-10-513,28-7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26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836 3205 9088,'-245'27'3548,"112"-13"1586,101-10-3628,24-2-1238,-1-1 0,0 0 0,1 0 0,-1-1 1,-15-1-1,24 1-238,-1 0-1,1 0 1,-1 0 0,1 0 0,0 0 0,-1 0 0,1 0 0,-1 0 0,1 0 0,0-1-1,-1 1 1,1 0 0,0 0 0,-1 0 0,1 0 0,0-1 0,-1 1 0,1 0 0,0-1-1,-1 1 1,1 0 0,0 0 0,0-1 0,-1 1 0,1 0 0,0-1 0,0 1 0,0-1-1,-1 1 1,1 0 0,0-1 0,6-11 112,20-9-110,13-3 548,1 3-1,59-24 0,98-23 307,-62 30-587,160-23 0,146 9-86,-10 25-186,38-2-33,-24-17 6,-2-19 0,683-192 0,-1102 250 1,374-116 99,-279 80-22,143-73-1,-173 69 137,-2-3-1,148-114 0,-207 141-103,-2-1-1,-1-1 0,38-49 1,-50 55-30,-1 0 1,0 0 0,-2-1 0,0-1-1,-1 0 1,12-44 0,-15 32-5,0-1 1,-3 1 0,0-1 0,-3 0-1,0 0 1,-2 0 0,-2 0-1,-1 1 1,-2-1 0,-1 1-1,-23-59 1,10 42-1,-2 0-1,-2 2 1,-3 0 0,-1 2 0,-3 1 0,-58-64-1,38 55 3,-1 3 0,-3 3 0,-91-62 1,67 60-44,-3 2 1,-110-45 0,48 37-56,-1 7 1,-3 6-1,-193-30 1,116 40-72,-1 11 0,-1 9 1,-449 34-1,396 12-26,-401 98-1,172 23 37,374-102 12,-214 116 1,263-118 35,2 4 1,3 4 0,-92 84-1,118-89 22,1 3 0,4 2-1,1 3 1,-72 116-1,96-132 11,2 0 1,2 2-1,1 0 0,3 1 1,2 1-1,2 1 0,-8 55 1,18-75 2,1 1 0,2 0 0,1 0 0,1 0 0,2 0 0,1 0 0,1-1 0,2 0 0,1 0 0,1 0 0,1-1 0,28 52 0,-21-52 1,1-1 0,1 0-1,1-1 1,2-2 0,1 0-1,1-1 1,27 21 0,-11-15-53,2-2 0,1-1 0,0-3 1,2-1-1,49 17 0,-12-11-234,2-3-1,161 27 1,-109-35-1081,225 1-1,203-53-1873,-6-48 78,-36-18-14,-518 99 3151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16:19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7701 1097 90 0,'0'0'45'0,"14"-106"-34"15,-10 99 46-15,-1 4-56 16,1 6 1-16,-1 22 1 15,1 38 0-15,14 34-4 16,-8 41 1-16,11 54 2 16,4 27 1-16,0 44-2 0,3 17 1 15,-14-20 0-15,4-16 0 16,-1-18-1-16,-13-35 0 16,3-24-3-16,-7-26 1 15,3-25-7-15,1-28 1 16,-4-29-1-16,0-27 0 15</inkml:trace>
  <inkml:trace contextRef="#ctx0" brushRef="#br0" timeOffset="358.29">9264 1382 108 0,'-32'-68'54'0,"15"121"-58"15,17-28 69-15,0 19-64 16,0 47 1-16,10 34-1 16,4 19 0-16,11 35-2 0,-7 9 1 15,3-18 0-15,0-1 1 16,4-25-5-16,-1-18 1 16,-10-20-9-16,-3-18 0 15,-7-10 0-15,-8-34 1 16</inkml:trace>
  <inkml:trace contextRef="#ctx0" brushRef="#br0" timeOffset="804.93">10650 1759 107 0,'-35'-82'53'0,"-28"76"-64"16,48 6 76-16,-6 6-65 16,-3 7 0-16,-5 18 0 15,-2 16 0-15,-5 0-1 16,8 13 1-16,-4 3 0 15,4 2 0-15,0 20-1 16,17 9 1-16,11 0-1 16,11-9 1-16,10 0 0 0,11-13 1 15,10-16-1-15,15-15 1 16,6-10 0-16,11-15 0 16,-3-22 1-16,-4-13 0 15,-4-28 0-15,-6-32 1 16,-4-12 0-16,-15-9 0 15,-13-13-1-15,-11 3 0 16,-17 13-4-16,-15 19 1 16,-31 15-10-16,-4 16 1 15,-4 9-1-15,8 13 1 16</inkml:trace>
  <inkml:trace contextRef="#ctx0" brushRef="#br0" timeOffset="1171.97">11469 1163 99 0,'-92'-35'49'0,"11"32"-48"16,67 3 58-16,3 0-59 15,11 3 1-15,18 13-1 0,17 22 1 16,18 12-1-16,18 6 0 16,13 13 0-16,22 13 1 15,0 21 0-15,-7 7 0 16,-11-3 1-16,-25-1 1 15,-20 1 0-15,-22 12 0 16,-21 3-3-16,-25-5 0 16,-28-11-8-16,-21-6 0 15,-3-2-1-15,-4-26 1 16</inkml:trace>
  <inkml:trace contextRef="#ctx0" brushRef="#br0" timeOffset="1773.9">13166 2000 107 0,'35'-6'53'0,"21"-47"-58"15,-20 40 68-15,20 7-63 16,22 6 1-16,6-3-1 16,22 12 0-16,14-6-2 15,11 4 0-15,-1-17-5 16,-3-24 0-16,-3-4-15 15,-15-15 1-15,-17-1-1 16,-25-5 1-16</inkml:trace>
  <inkml:trace contextRef="#ctx0" brushRef="#br0" timeOffset="1960.87">13914 1204 100 0,'-64'-16'50'0,"53"69"-67"0,19-28 94 16,9 23-76-16,8 20 0 16,14 49 0-16,7 20 1 15,6 1-3-15,5 19 0 16,3 3-7-16,-4-19 0 16,8-18 0-16,-1-23 0 0</inkml:trace>
  <inkml:trace contextRef="#ctx0" brushRef="#br0" timeOffset="2244.3">15981 874 108 0,'-11'-87'54'0,"18"68"-59"15,-3 19 71-15,6 19-66 16,12 9 1-16,9 31 0 16,5 32 1-16,2 32-2 15,5 24 0-15,-1 32 1 16,4 12 0-16,-7 10-3 0,0-13 0 16,-8-9-9-16,1-29 1 15,-7-6-1-15,10-18 0 16</inkml:trace>
  <inkml:trace contextRef="#ctx0" brushRef="#br0" timeOffset="3156.55">17720 1467 90 0,'-11'-53'45'0,"-31"40"-37"15,32 13 45-15,-12 10-53 16,-2 5 0-16,-8 17-1 15,-3 18 1-15,-4 13-1 0,4 24 1 16,10 4 0-16,18 7 0 16,10-7-1-16,18 6 1 15,11-16 1-15,14-18 0 16,11-25 1-16,6-13 0 16,8-19 1-16,-4-9 0 15,-7-10 0-15,-4-24 0 16,-7 2-1-16,-13-18 1 15,-12-26-3-15,-9-2 0 0,-8-1-8 16,-14 10 0-16,-8-6-1 16,-16 21 0-16</inkml:trace>
  <inkml:trace contextRef="#ctx0" brushRef="#br0" timeOffset="3380.86">18602 1295 105 0,'7'-116'52'0,"21"87"-55"15,-17 23 67-15,3 12-65 16,4 26 1-16,10 18 0 16,11 22 0-16,6 16-1 15,1 28 1-15,7 9-2 16,-7 1 0-16,-11-7-6 15,-6 3 0-15,-5-15-1 16,-3-19 1-16</inkml:trace>
  <inkml:trace contextRef="#ctx0" brushRef="#br0" timeOffset="3746.82">19293 655 113 0,'-35'-91'56'16,"46"107"-67"-16,6 3 79 0,26 34-68 15,27 35 0-15,29 28 0 16,10 31 0-16,11 13 0 15,7 25 0-15,-3-16 0 16,-22-15 0-16,-24-22 1 16,-25-16 1-16,-36 9-2 15,-41-15 0-15,-43 3-3 16,-46 3 0-16,-67-10-21 16,-39 10 1-16,-38 0-2 15,-22-25 0-15</inkml:trace>
  <inkml:trace contextRef="#ctx0" brushRef="#br0" timeOffset="4190.6">7863 5271 111 0,'-60'-85'55'0,"39"132"-54"16,21-19 56-16,0 29-57 15,0 50 0-15,11 37-1 16,10 53 1-16,14 26 0 16,36 47 0-16,-11 24-2 0,3-21 1 15,-3-25-8-15,0-29 0 16,4-27 0-16,-4-35 0 16</inkml:trace>
  <inkml:trace contextRef="#ctx0" brushRef="#br0" timeOffset="4536.72">9472 6368 109 0,'-25'-91'54'0,"-38"-15"-62"0,52 93 73 0,-10 7-65 16,-4 9 0-16,-3 19 0 15,0 22 1-15,3 22-2 16,-6 22 1-16,9 31 0 16,19 16 0-16,10-4-1 15,18-5 1-15,17-13 0 16,11-25 0-16,21-19 0 16,18-35 1-16,-1-25 0 15,-6-18 0-15,3-19 0 16,-10-16 0-16,-15-19 1 15,-10-15 0-15,-17-10-2 16,-19-9 1-16,-13 3-7 0,-11-7 0 16,-4 10-1-16,-3 10 1 15</inkml:trace>
  <inkml:trace contextRef="#ctx0" brushRef="#br0" timeOffset="4907.92">11201 6346 113 0,'42'-15'56'0,"-56"-39"-60"0,10 54 68 0,-3 0-64 16,-3 10 0-16,-8 18-3 15,-3 7 1-15,-7 15 1 16,-4 9 1-16,-3 13-2 15,-1 26 1-15,12-7 0 16,10-7 0-16,10-2 1 16,11-13 0-16,14-22 2 15,15-13 1-15,9-18 0 16,8-16 0-16,7-22 0 16,-7-25 0-16,-10-19-1 15,-12-22 1-15,-17-6-3 16,-17-12 1-16,-15-7-6 15,-10 22 1-15,-7 6-19 16,-4 10 1-16,0 9-1 16,-7 13 0-16</inkml:trace>
  <inkml:trace contextRef="#ctx0" brushRef="#br0" timeOffset="5205.7">11899 5459 107 0,'21'-66'53'0,"8"69"-72"0,-12 0 94 15,4 4-75-15,18 5 0 0,14 13 1 16,18 13 0-16,17 28-1 16,0 19 1-16,-3 18 2 15,-8 16 0-15,-10 29 0 16,-21-1 1-16,-21 7 0 15,-22 2 0-15,-17-5-2 16,-21-13 1-16,-18-13-4 16,-14-18 1-16,-11-16-6 15,8-22 1-15,3-22-17 16,10-25 1-16,19-22 0 16,20-19 0-16</inkml:trace>
  <inkml:trace contextRef="#ctx0" brushRef="#br0" timeOffset="5400.78">13730 6648 113 0,'50'-29'56'0,"45"17"-71"0,-39 15 98 16,22-6-83-16,31 3 1 15,29-3-7-15,13 3 1 16,8 0-2-16,-7-7 1 15,-18-5-14-15,-21-7 0 16,-32 3-1-16,-18-12 0 16</inkml:trace>
  <inkml:trace contextRef="#ctx0" brushRef="#br0" timeOffset="5640.83">14125 5904 101 0,'-84'-31'50'0,"34"25"-62"16,43 3 88-16,4 9-74 16,10 16 0-16,17 19 1 15,12 28 1-15,17 25-4 16,3 18 0-16,11 20 2 16,11 19 1-16,3 9-3 15,3-10 1-15,-9 7-6 16,2-16 0-16,-6-19-14 15,-1-24 1-15,4-29-1 16,11-26 0-16</inkml:trace>
  <inkml:trace contextRef="#ctx0" brushRef="#br0" timeOffset="5946.74">16168 5230 115 0,'-43'-106'57'0,"22"68"-78"0,21 38 100 15,4 6-79-15,10 29 0 16,4 27 1-16,6 23 0 0,8 47-1 16,-4 15 1-16,4 32 0 15,-7 9 0 1,3 10-2-16,0 5 0 0,0-24-8 15,4-10 1-15,7-34-1 16,-4-22 1-16</inkml:trace>
  <inkml:trace contextRef="#ctx0" brushRef="#br0" timeOffset="6176.37">17653 5428 122 0,'-32'-47'61'0,"-14"9"-71"0,43 38 84 16,3 3-74-16,0 10 0 15,10 18-1-15,1 25 1 16,10 39 0-16,4 21 0 15,3 15 0-15,0 23 0 16,1 12-1-16,-5 0 1 16,-6-6-6-16,-4-15 0 15,0-20 0-15,0-25 0 16</inkml:trace>
  <inkml:trace contextRef="#ctx0" brushRef="#br0" timeOffset="6442.75">18694 5541 122 0,'-39'-41'61'0,"18"75"-67"16,17-27 74-16,4 24-69 15,4 29 1-15,13 21-1 16,5 16 0-16,6 29-2 16,3 5 1-16,1 1-5 15,0-6 1-15,-4-10-11 0,4-16 1 16,-4-19 0 0,7-24 0-16</inkml:trace>
  <inkml:trace contextRef="#ctx0" brushRef="#br0" timeOffset="6790.26">19442 4923 122 0,'-57'-69'61'0,"47"78"-82"16,20 4 102-16,15 12-82 15,24 28 0-15,18 22-1 16,21 20 1-16,22 5 1 16,13 25 1-16,8 4-2 15,-1-4 0-15,-3-6 1 16,-10-9 0-16,-11 6 1 15,-22 0 0-15,-24-6 0 16,-28 6 1-16,-43 16-2 16,-59 18 1-16,-71 13-16 15,42-44 1-15</inkml:trace>
  <inkml:trace contextRef="#ctx0" brushRef="#br0" timeOffset="8536.61">9359 6400 37 0,'-35'-32'18'0,"31"-59"-2"0,4 70 18 15,4-5-27-15,3-2 1 16,7 6 7-16,-3 3 0 16,10 7-18-16,7-1 1 15,14 10 12-15,1 10 1 16,10 18-5-16,3 9 1 16,4 7-4-16,0 9 0 15,4-3-2-15,-1-3 1 16,4 0-8-16,11 6 0 15,-8 6 0-15,-6 20 0 0</inkml:trace>
  <inkml:trace contextRef="#ctx0" brushRef="#br0" timeOffset="11081.76">9599 7758 83 0,'-49'-32'41'0,"-1"1"-35"16,43 31 42-16,-3 6-47 0,3 7 0 15,0 15 0-15,0 13 0 16,3 18-1-16,4 13 0 16,-4 7 2-16,1 12 1 15,-4 18 0-15,0 7 0 16,-7 4 0-16,-4-7 0 15,4 6-1-15,3-10 1 16,4-21-4-16,-3-12 1 16,3-23-3-16,3-12 0 15,-3-13-2-15,0-16 1 0,0-9-1 16,3-21 0-16,-3-7 2 16,0-7 0-16,-7-5 3 15,0-17 0-15,-4 1 3 16,1 0 0-16,-4-16 2 15,0 3 0-15,-4 6 0 16,0 13 1-16,4 13-2 16,0 15 1-16,3 19-2 15,0 22 0-15,1 22-2 16,3 25 1-16,3 6-2 16,8 19 1-16,3-3-1 15,3-3 1-15,18-16-1 16,8-12 0-16,2-13 0 15,8-13 1-15,7-18-1 16,-7-13 1-16,14-16 0 16,3-15 0-16,11-13-1 15,0-9 1-15,4-6-1 0,-1-4 0 16,-3 1-6-16,-3 2 0 16,3 13-1-16,-4 10 1 15</inkml:trace>
  <inkml:trace contextRef="#ctx0" brushRef="#br0" timeOffset="11980.04">11483 7516 100 0,'-46'-59'50'0,"18"59"-47"0,21 9 55 0,-4 13-58 16,1 12 1-16,-12 23-1 15,5 28 1-15,-4 24-1 16,7 17 0-16,3 15 0 16,0 6 1-16,1-9 0 15,-1-3 0-15,-3 3 0 16,-4-6 0-16,1-13 0 16,-1-13 0-16,1-18-1 15,-1-12 0-15,4-20-2 16,3-15 0-16,1-13-1 15,-1-19 0-15,-3-18 0 16,-4-26 1-16,-3-24 0 16,0-20 1-16,3 4 2 15,1 6 0-15,-4 13 1 0,-1 12 0 16,5 9 1 0,-1 17 0-16,-3 18-1 0,7 22 0 15,7 15-1-15,14 23 1 16,7 12-2-16,14-9 1 15,7-7-1-15,11-6 0 16,14-18 0-16,18-14 0 16,-1-18 1-16,-2-18 0 15,6-20-1-15,3-12 1 0,-6 0-2 16,-4-13 0-16,-7 0-11 16,-10 13 1-16,-12 6-2 15,-9 10 1-15</inkml:trace>
  <inkml:trace contextRef="#ctx0" brushRef="#br0" timeOffset="12644.77">11222 9633 96 0,'-60'-85'48'0,"-7"35"-50"0,53 44 61 32,-36 56-58-32,5 6 0 15,-15 23 0-15,-4 12 0 16,15 9-2-16,13-3 1 15,15-15 1-15,25-20 0 16,3-11 0-16,10-29 0 16,15-13 0-16,10-28 0 15,15-15 0-15,6-13 0 16,8 0 0-16,0 3 0 0,-8 12-1 16,-6 14 1-16,-15 8-1 15,-7 20 1-15,-10 8-1 16,-11 17 1-16,-7 18-1 15,-7 10 1-15,-4 3-1 16,-6 0 1-16,-4-1-1 16,3-2 0-16,4 6 0 15,4-6 1-15,-1 9 0 16,11-9 0-16,11-7-1 16,3 1 0-16,4-23 0 15,13-9 1-15,5-15-1 16,13-17 1-16,11-24-1 15,11-16 0-15,7-13 0 16,-4 1 1-16,-7 2 0 16,-11 4 1-16,-13 15 0 15,-15 4 0-15,-14-4 1 16,-14 4 0-16,-17 5-1 16,-22-5 1-16,-14-1-3 0,-11 1 0 15,-10 3-21-15,4 6 0 16,-4 28-1-16,-14 0 0 15</inkml:trace>
  <inkml:trace contextRef="#ctx0" brushRef="#br0" timeOffset="13974.38">11733 10304 88 0,'-28'-10'44'0,"21"7"-38"16,7 3 45-16,-3-3-50 0,3 3 0 0,0 3-1 16,0 10 1-16,3 9-2 15,4 12 1-15,7 10 0 16,7 13 1-16,4 5-1 16,7-2 0-16,0-10 0 15,-1-3 0-15,1-15 0 16,3-7 0-16,-3-16 1 15,0-6 0-15,-7-19 0 16,-1-12 1-16,-3-3 0 16,-6-10 1-16,-5 0-1 15,-3-3 1-15,-10 1-1 16,-11 5 0-16,-1 3-1 16,-9 4 1-16,-1 0-1 15,-10 2 1-15,0 4-2 0,-4 7 1 16,0 8-1-16,-3 7 1 15,3 9-1-15,0 7 0 16,4 9-1-16,3 15 1 16,-3 14 0-16,6 18 0 15,1 0-1-15,11 0 1 16,6-4-1-16,11-2 1 16,14-10-1-16,11-12 1 0,14-13 0 15,17-12 0 1,4-13-1-16,7-12 1 0,-3-16 0 15,-4-10 0-15,-11 1 0 16,-7-4 1-16,-10-3-1 16,-7 4 1-16,-8-7 0 15,-10 0 0-15,-7 0-1 16,-7-3 1-16,-7-3-13 16,0-3 1-16,-4 5-2 15,-10 1 1-15</inkml:trace>
  <inkml:trace contextRef="#ctx0" brushRef="#br0" timeOffset="15527.21">11187 11034 101 0,'-36'-50'50'0,"36"53"-51"15,7 1 51-15,0 2-51 16,8 6 1-16,-1 20 0 16,7 24 0-16,0 16 0 15,4 26 1-15,-11 36 1 16,3 23 1-16,-10 22 0 16,-7 15 0-16,-7-2 0 15,-3-7 0-15,-1-16 0 16,1-25 0-16,-1-28-3 15,1-25 1-15,-1-19-1 0,-3-22 0 32,-25-50-1-32,-3-15 0 15,-8-10 0-15,-6-10 1 16,-4-9-1-16,-7-9 1 16,7 9 0-16,3 3 0 15,8 7 0-15,3 6 1 16,7 9-1-16,8 3 1 15,9 10-1-15,5 6 1 16,10 19-1-16,7 18 1 0,10 20-1 16,11 5 0-16,11 11-1 15,11-4 1-15,6-13 0 16,4-9 0-16,3-12 0 16,4-23 1-16,11-15 0 15,3-22 1-15,11-16 0 16,-8-15 0-16,1-4-2 15,-8-9 0-15,4 6-8 16,1 4 1-16,-1 2-2 16,3 17 0-16</inkml:trace>
  <inkml:trace contextRef="#ctx0" brushRef="#br0" timeOffset="15926.67">10312 13468 121 0,'-67'31'60'0,"7"38"-71"0,56-37 83 0,4 37-72 16,14 40 0-16,4 20 0 16,0 46 0-16,6 23 0 15,-6 28 0-15,0-10 0 16,-1-9 1-16,-6-28-4 15,-4-29 1-15,3-30-11 16,1-33 1-16,0-24-1 16,-1-41 1-16</inkml:trace>
  <inkml:trace contextRef="#ctx0" brushRef="#br0" timeOffset="16167.84">11017 13913 119 0,'-35'50'59'0,"-25"32"-73"0,53-60 86 16,0 9-72-16,7 4 0 15,7 18-1-15,4 13 1 16,3 22 0-16,0 6 0 15,3 6-3-15,1 7 1 16,0-10-7-16,-4-9 1 16,3-13-1-16,-6-22 1 0</inkml:trace>
  <inkml:trace contextRef="#ctx0" brushRef="#br0" timeOffset="16534.05">11314 13427 114 0,'-92'31'57'0,"28"7"-68"16,57-32 75-16,4-2-65 15,6 2 0-15,11 0 0 16,15 3 0-16,17 7 1 16,13 3 1-16,8 6-2 0,22 19 1 15,20 6 0-15,4 19 1 16,-7 3-1-16,0 13 1 16,-8-7 1-16,-16 4 0 15,-19-1 0-15,-21-2 0 16,-24-1-1-16,-29-9 0 15,-13 0-5-15,-22-6 1 16,-28-4-11-16,-14 1 0 16,-15 0-1-16,-6 12 1 0</inkml:trace>
  <inkml:trace contextRef="#ctx0" brushRef="#br0" timeOffset="17328.59">10608 15688 99 0,'-95'75'49'0,"56"-21"-58"15,35-51 68-15,8 0-60 16,14-9 0-16,24-4 0 15,36-12 1-15,13-3 1 16,33-9 0-16,27-13-1 16,12-7 1-16,24-15 1 15,7-9 0-15,3-26-1 0,18-18 1 16,-13-19-1-16,-58 44 1 16,75-94-2-16,-36-1 1 15,-20-2-1-15,-15-4 0 16,-39 7-1-16,-28 50 1 15,-42-47 0-15,-39 22 1 16,-39 6-1-16,-56 12 1 16,-32 17 0-16,-60 15 1 15,-25 21 0-15,-49 30 0 16,-28 24-1-16,-21 31 1 0,-22 26-1 16,-10 28 0-16,10 22-1 15,-10 15 1-15,32 20-2 16,10 24 1-16,46 7 0 15,21 25 0-15,35 21-1 16,36 7 1-16,49 10-1 16,53-1 1-16,46 16-1 15,46 7 1-15,42-20 0 16,53-5 0-16,28-14 0 16,39-27 0-16,25-19 0 15,28-29 0-15,32-31 1 16,-4-28 0-16,21-35 0 15,-3-34 0-15,14-34 0 16,3-23 0-16,-10-15 0 16,-4-32 0-16,-24-5-1 0,-22-4 0 15,-31 3 0-15,-25-3 1 16,-35 0-1-16,-32-3 0 16,-32 3 1-16,-31-10 0 15,-36 1 0-15,-39-10 1 16,-38-3-1-16,-25-6 1 15,-39 6-1-15,-32 6 1 16,-10 20-1-16,-35 8 0 16,-4 29-1-16,-18 22 1 15,4 21-4-15,-11 20 1 16,-10 15-18-16,14 22 0 0,-25 25-1 16,-11 13 1-16</inkml:trace>
  <inkml:trace contextRef="#ctx0" brushRef="#br0" timeOffset="20158.72">10830 15942 100 0,'0'0'50'0,"-113"110"-50"16,89-57 51-16,-5 25-51 16,-6 10 1-16,0 13 0 15,7-1 1-15,7-18-2 16,6-20 0-16,12-18 0 15,10-25 1-15,14-22 0 16,14-22 0-16,8-16-1 16,6-9 0-16,1-4-1 15,-1 20 1-15,-7 12-1 16,-3 25 1-16,-7 25-1 16,-4 29 1-16,-14 24-1 0,-7 20 1 15,-14 21 0-15,-3 22 0 16,-12-18 0-16,12-17 1 15,-4-14 0-15,3-23 0 16,15-16-1-16,10-18 1 16,14-10-1-16,4-9 0 15,10-16 0-15,11-13 0 16,14-2 0-16,0-13 0 16,-3-3 0-16,-8 3 1 15,-7 6-1-15,-6 3 1 16,-8 10 0-16,-10 9 0 0,-4 16 0 15,-4 6 0-15,-2 9-1 16,-1 7 0-16,-4-10-1 16,4 7 1-16,0-19 0 15,4-3 0-15,3-13 1 16,7-16 0-16,4-18 1 16,4-16 0-16,-5-16 0 15,-6-12 0-15,-7-4 0 16,-8 4 1-16,-10 3-2 15,-10 9 0-15,-12 4-8 16,-6-13 0-16,-4-7-1 16,1-12 1-16</inkml:trace>
  <inkml:trace contextRef="#ctx0" brushRef="#br0" timeOffset="21074.4">7355 16475 100 0,'-120'13'50'0,"36"-20"-52"0,66 4 55 16,-10 6-53-16,-4 1 1 15,-17-1-1-15,3 9 1 0,11 16-2 16,-1 19 0 0,12 22 1-16,10 19 0 0,7 13-1 15,14 5 1-15,10-2-1 16,15-20 0-16,3-27 0 16,4-29 1-16,7-25-1 15,14-37 0-15,7-23 0 16,14-34 1-16,0-22-1 15,7 7 0-15,-17 9 0 16,-11 12 0-16,-14 25-1 16,-7 26 1-16,-18 21 0 15,-11 26 1-15,-10 31 0 16,-10 28 1-16,-11 16 1 16,-22 9 0-16,-3 22 1 15,1 3 0-15,2-12 0 16,8-13 1-16,3-18-1 0,18-20 0 15,11-15-1-15,13-19 0 16,22-15-1 0,7-23 0-16,3-25-5 0,11-21 1 15,14-23-14-15,11-12 1 16,6 0-1-16,1 3 1 16</inkml:trace>
  <inkml:trace contextRef="#ctx0" brushRef="#br0" timeOffset="21225.12">8421 16955 112 0,'17'72'56'0,"-98"60"-76"0,60-88 96 0,11 28-77 15,-5 31 0-15,12 23-20 16,3 18 0-16,0 0 21 16,14 0 1-16</inkml:trace>
  <inkml:trace contextRef="#ctx0" brushRef="#br0" timeOffset="22103.73">6145 12935 105 0,'-70'-69'52'16,"-18"78"-51"-16,63 13 53 0,0 25-55 15,-24 32 1-15,10 33-1 16,7 30 1-16,4 39 0 16,7 30 1-16,14 30-1 15,7 13 0 1,35 119-2 0,7-87 1-16,-3-64-12 15,11-56 0-15,-15-46-1 16,11-51 1-16</inkml:trace>
  <inkml:trace contextRef="#ctx0" brushRef="#br0" timeOffset="22356.18">6833 13882 113 0,'-123'37'56'0,"88"42"-73"0,28-48 90 16,14 7-74-16,3 9 0 15,8 12-2-15,3 14 0 16,0 21 2-16,-3 6 0 0,3 3-10 16,-10 7 0-16,-4-9 0 15,-4-11 1-15</inkml:trace>
  <inkml:trace contextRef="#ctx0" brushRef="#br0" timeOffset="22714.11">7359 12982 115 0,'-134'-16'57'0,"95"69"-70"15,39-34 85-15,11 0-73 0,6 6 0 16,19 13-1-16,20 6 1 16,18 12 1-16,18 19 0 15,7 16-1-15,21 25 0 16,-8 10 0-16,-2 12 1 15,-29-10 0-15,-21 10 1 16,-18 0 0-16,-24-3 0 16,-18-25-3-16,-21-13 1 15,-25-9-22-15,-14-19 1 0,-7-22-1 16,-18-16 0-16</inkml:trace>
  <inkml:trace contextRef="#ctx0" brushRef="#br0" timeOffset="23304.42">5648 15443 106 0,'-88'22'53'0,"109"-15"-76"0,11 2 97 15,38 16-74-15,25 3 1 16,57 7 0 0,18-1 0-16,45 1-2 15,18-10 1-15,24-13 0 0,11-18 1 16,11-19-1-16,0-25 1 15,-1-25-1-15,-24-32 1 16,4-25-1-16,-22-15 1 16,-28-22-1-16,-31-16 1 15,-33-22-1-15,-41-16 1 16,-36-22-1-16,-43-18 1 0,-31-10-1 16,-49 0 1-16,-50-3 0 15,-32 35 0-15,-59 40 0 16,-43 35 0-16,-39 44-1 15,-38 37 1-15,-43 41-1 16,-28 32 0-16,-7 40-1 16,-4 50 0-16,-3 26-1 15,3 31 0-15,43 40-1 16,116-59 1-16,-99 151 0 16,71 21 1-16,67 1 0 15,78 18 1-15,70 7 1 16,109 6 0-16,85-10 0 15,92-22 0-15,92-37 0 16,98-63 0-16,71-78-11 16,63-75 0-16,50-95-1 15,0-68 1-15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35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1478 4088 12160,'-22'0'1015,"1"1"1,0 1-1,0 1 0,-25 6 1,31-3-551,1 0 0,0 0 0,0 2 0,-24 17 0,19-10 3389,19-14-3800,0-1 0,-1 0 0,1 0-1,0 0 1,0 1 0,0-1-1,0 0 1,-1 0 0,1 1 0,0-1-1,0 0 1,0 0 0,0 1-1,0-1 1,0 0 0,0 1-1,-1-1 1,1 0 0,0 0 0,0 1-1,0-1 1,0 0 0,0 1-1,1-1 1,-1 0 0,0 1 0,0-1-1,0 1 1,1-1-46,0 1 1,0-1-1,0 1 0,0-1 1,0 0-1,1 1 0,-1-1 0,0 0 1,0 0-1,0 0 0,0 0 1,0 0-1,2 0 0,2 0 139,9 0-100,0-1 1,0-1 0,-1 0 0,1 0-1,0-2 1,-1 1 0,1-2 0,13-6-1,28-9-92,59-12 145,2 6 1,120-13 0,245-1 194,283 24-87,2 26 59,-103-1-81,-165-10-36,1261-54 212,-140-75-124,-5-36-92,-342 18 101,70-7 18,-1046 123-207,1256-144 247,-700 60-220,-15-29-21,240-102-64,-746 154 0,373-161 0,-329 71 53,-288 131 113,159-124-1,-217 152-95,-1-1-1,-1-1 0,-1-1 1,30-43-1,-48 58-40,0 0-1,-1-1 1,0 0-1,-1 0 1,0-1 0,-1 1-1,-1-1 1,0 0-1,-1-1 1,0 1-1,-1-1 1,-1 1-1,-1-27 1,-2 22-15,-1 1 0,-1 0 1,-1 0-1,0 0 1,-2 1-1,0-1 0,0 1 1,-2 1-1,0 0 0,-1 0 1,-1 1-1,-23-27 0,2 9 5,-1 1-1,-2 2 0,0 2 0,-49-30 0,-159-76-61,-58 4-149,-52-5 22,-52 4-65,-530-118-149,-516 44 135,-21 139 242,-543 148 28,-705 102 86,-519 29-107,1460-33 0,268 82 0,1088-172 0,-583 162-21,894-216-31,-187 90 0,240-95 51,0 3 1,2 2-1,2 3 1,-71 64-1,92-71-9,1 2-1,2 1 1,1 2-1,1 0 1,-44 82-1,57-87 4,2 0 0,1 2 0,1-1-1,2 2 1,1-1 0,2 2 0,2-1-1,-2 48 1,6-44 16,2 1 0,2-1 1,2 0-1,1 0 0,2 0 0,1-1 0,3-1 0,0 1 0,3-2 1,1 0-1,2-1 0,1 0 0,42 56 0,-30-52-8,1-2-1,2-2 0,76 61 1,-52-53 34,2-3-1,73 37 1,7-11 104,275 89 0,232 31 220,27 8-78,-440-117-162,518 162-93,11-53-299,-21-92 17,-341-71 128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45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1300 7552,'2'-4'261,"0"0"0,0 1 1,1-1-1,-1 0 0,1 1 0,0-1 1,0 1-1,0 0 0,0 0 1,1 0-1,-1 0 0,8-4 1,-3 3-108,1 0 1,-1 1 0,1 0-1,10-2 1,-8 3 133,2-2 361,1 1 1,1 0-1,-1 2 0,22-1 0,-10 1-652,77-5 281,563-40 1342,-336 11-760,1369-155 1864,-1210 133-2361,320-35 39,662-69-15,-1157 128-351,1885-171 184,385 31-92,-1957 138-112,1042-44 122,-4 86-14,-1543-1-45,258 15 844,-338-16-539,-32-2-92,-11-2-101,-21-1 94,-510-5 808,299 7-1012,-515-1-68,-803-3-48,-501-5 35,958 46 0,-603 144-21,-62 52-186,96-15 30,1605-211 166,-999 150-138,12 30-32,-335 117-246,1312-289 390,-262 59-33,320-74 65,1 0 0,-1-1-1,-13 0 1,10-4-51,13 3 55,0 0 0,0 0 1,0 0-1,0 0 0,-1 0 1,1 0-1,0 0 0,0 0 1,0 0-1,0 0 0,0 0 1,0-1-1,0 1 0,0 0 0,0 0 1,0 0-1,0 0 0,0 0 1,0 0-1,0 0 0,0-1 1,0 1-1,0 0 0,0 0 0,0 0 1,0 0-1,0 0 0,0 0 1,0 0-1,0 0 0,0-1 1,0 1-1,0 0 0,0 0 0,0 0 1,0 0-1,0 0 0,0 0 1,0 0-1,0 0 0,0-1 1,0 1-1,0 0 0,0 0 0,0 0 1,1 0-1,-1 0 0,0 0 1,0 0-1,26-11-15,117-17 16,-91 19 0,242-41 73,318-59-18,-288 37-55,1311-232 0,-645 182 0,1 37 0,68 23 0,-454 30 0,865-61 0,-8-32 0,-944 71 7,572-58-20,-7 25 126,1457 21 164,-2221 66-127,-289 0-25,-26-1-94,-5 1-14,-22-3 10,22 3-14,-1285-95 392,121 58-533,878 33 128,-1347-4 0,-1503 140 0,2155-30-48,4 40-36,731-105 67,-1776 247-204,1626-230 207,8 3-7,290-42-13,-465 75-37,14 21 48,112-16-219,1-37-135,417-57 354,-1 1-19,0-1-1,-1-1 1,1 0 0,-26-5 0,45 4 39,0 1 0,0-1 0,0 1-1,0-1 1,0 0 0,0 0 0,0 0 0,0 0 0,0 0 0,-2-2 0,3 3 1,1-1-1,-1 1 1,1-1-1,0 1 1,-1-1-1,1 1 1,0-1-1,0 1 1,-1-1-1,1 1 1,0-1-1,0 1 1,0-1 0,-1 0-1,1 1 1,0-1-1,0 1 1,0-1-1,0 1 1,0-1-1,0 0 1,0 1-1,1-1 1,-1 0-1,1-2 0,1 1-1,-1 0 0,1 0 1,-1 0-1,1 0 1,0 0-1,0 0 0,0 0 1,0 1-1,0-1 1,0 1-1,0-1 0,1 1 1,2-1-1,15-8 4,1 2 0,1 0 0,31-7 0,70-7 0,-101 19 0,576-63 0,-162 22 0,1128-109 0,-1038 107 0,130-8 0,86-7 0,-309 20-2,1747-149-17,-878 121-100,-1 28 222,-473 17 62,277-26 150,-587 24-608,250-28-3569,-540 26 2070,-18-10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47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1293 9600,'-5'-1'522,"1"0"0,-1 0 0,1 0 0,-1-1 0,1 1 0,-8-6 1,11 7-441,0-1 1,0 0-1,0 1 1,0-1 0,0 0-1,0 0 1,0 0-1,1 0 1,-1 0 0,0 0-1,1 0 1,-1 0-1,0 0 1,1 0 0,0-1-1,-1 1 1,1 0-1,0 0 1,-1 0 0,1-1-1,0 1 1,0 0-1,0 0 1,0 0 0,0-3-1,1 4 11,-1-1-1,0 1 0,0 0 1,0-1-1,0 1 1,0 0-1,0-1 0,1 1 1,-1 0-1,0-1 0,0 1 1,0 0-1,1-1 1,-1 1-1,0 0 0,0 0 1,1-1-1,-1 1 1,0 0-1,1 0 0,-1-1 1,0 1-1,1 0 1,-1 0-1,0 0 0,1 0 1,-1 0-1,1 0 0,-1-1 1,0 1-1,1 0 1,-1 0-1,1 0 0,1 0 223,84-24 464,119-50 0,-62 19-694,182-48 544,452-84 0,-366 114-245,51 8 22,59 14 84,48 10 22,1113-17 634,9 58-389,-488 4-505,-556-7-209,-44 3 42,-45 4-64,-54 4-21,-48-3 0,-62 3 0,-63-4 22,-55-2 63,-233-2-76,395-10 3,-387 4-12,-50 6 0,-1 0 0,0 0 0,0 0 0,0 0 0,0 0 1,0 0-1,1 0 0,-1 0 0,0 0 0,0 0 0,0 0 0,0-1 0,0 1 0,0 0 0,0 0 0,1 0 0,-1 0 0,0 0 0,0 0 0,0 0 0,0 0 0,0 0 0,0-1 0,0 1 0,0 0 1,0 0-1,0 0 0,0 0 0,0 0 0,1 0 0,-1-1 0,0 1 0,0 0 0,0 0 0,0 0 0,0 0 0,0 0 0,0-1 0,0 1 0,0 0 0,-1 0 0,1 0 0,0 0 0,0 0 0,0 0 1,0-1-1,0 1 0,0 0 0,0 0 0,0 0 0,0 0 0,-12-6 19,-12 0 0,1 2 1,-1 1 0,0 0-1,-44 3 1,16-1-12,-169 0-8,-80 2 0,-77 6-21,-65 4-64,-53 11 63,-52 7 22,158-10 0,-1696 101 0,169-7 0,1320-82 0,28 6-21,24-12-64,-870 38 63,1009-45 22,-283 29 0,648-45 1,-392 28 66,13 33-7,386-56-86,1 1-1,0 2 0,-49 22 1,81-31 24,-1-1 1,1 1 0,-1-1 0,1 1-1,0-1 1,-1 1 0,1 0 0,0 0 0,0 0-1,0 0 1,0 0 0,-1 0 0,1 0 0,1 0-1,-1 0 1,0 1 0,0-1 0,0 0-1,1 1 1,-1-1 0,0 2 0,2-2 1,-1 0 0,1 0 1,0 1-1,0-1 0,0 0 0,0 0 1,0 0-1,0 0 0,0-1 0,0 1 0,0 0 1,1 0-1,-1-1 0,0 1 0,0-1 1,1 1-1,-1-1 0,1 1 0,-1-1 1,0 0-1,1 0 0,1 1 0,16 2 0,0-1 0,0-1 0,1-1 0,-1 0 0,0-2 0,32-5 0,-10 1 0,-14 3 0,142-22 22,95-34 84,71-20 22,95-8 0,79-9 0,60-3 0,1285-158 90,-1756 245-201,6039-482 516,-5291 481-1834,-647 22 576,-32 8 63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2:4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3223 1050 12160,'-22'-5'835,"-1"0"1,1 2-1,-1 0 1,0 2-1,-41 2 1,42 4-504,-1 1 0,2 1 0,-1 0 0,1 2 0,-22 12 0,41-20-298,-31 16 2513,-55 37 0,56-29-2623,2 0 0,-32 37 0,38-38 330,-52 57-254,-120 165 0,-30 122 0,151-221-25,6 4-1,-94 309 1,97-204 10,-39 295 0,24 437 396,100 0 219,27-521-377,21-8 29,-40-287-172,85 440 269,51-14-186,-133-515-130,2-2 0,5-2 0,75 125 1,-74-148 4,2-2 0,2-2 0,2-1 1,2-3-1,75 61 0,-59-62 25,3-2-1,115 60 1,-80-57 21,141 46 0,-29-30 58,293 48 0,700 70 114,706-10-256,229-114-107,-1263-85 161,7-24-11,-332 18-33,1764-65 118,-2255 96-128,1279-38 66,-2-53-4,-316-36 45,-674 68-1,-4-15 1,-4-15 0,345-141-1,-529 170 63,-3-7 0,-3-6 0,207-139 0,-277 157-82,-2-4-1,-2-3 0,-4-3 0,-3-4 0,-2-2 0,-4-3 1,65-104-1,-70 83-28,-4-3 0,-5-2 0,56-164 0,-66 138-99,-6-1 0,29-226 1,-47 192 4,-8 0 0,-7-1-1,-7 1 1,-7 0 0,-59-271 0,29 252 54,-9 2 0,-7 3-1,-8 2 1,-7 4 0,-176-291 0,117 263 35,-212-242 0,-124-38-140,-48 47-18,248 233-23,-345-191 1,-335-89-151,-231 43 51,-44 133 91,-148 57 115,605 145-96,-1291-2-1,-1421 269 97,1479 103 21,1359-143-21,22-7-65,98-5 50,456-99 30,-697 170-96,32 50-10,344-72 91,260-104 21,4 6 0,-218 153 0,275-168 0,3 3 0,2 2 0,3 4 0,2 1 0,3 3 0,-57 89 0,66-79-9,3 1 0,4 3 0,3 0 1,3 2-1,-23 95 0,30-73-25,5 1 1,4 1 0,-2 188-1,20-155-23,6-1-1,38 201 0,-10-169-29,91 255 1,112 125-255,59-6 76,-283-513 252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5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451 329 14080,'-109'-171'5930,"40"55"-3263,48 83 2598,20 32-5189,1 1 0,-1-1 0,1 0 1,0 1-1,-1-1 0,0 1 0,1-1 0,-1 1 1,1-1-1,-1 1 0,0-1 0,1 1 1,-1 0-1,0-1 0,1 1 0,-1 0 1,0 0-1,0 0 0,1-1 0,-2 1 1,1 0-78,1 1 0,-1-1 1,1 0-1,-1 1 0,1-1 1,-1 0-1,1 1 1,-1-1-1,1 1 0,0-1 1,-1 1-1,1-1 0,-1 1 1,1-1-1,0 1 0,-1 0 1,1-1-1,0 1 1,0-1-1,-1 2 0,-5 24 423,-14 117-112,11-66-364,-18 137-31,-4 68 191,23-212-64,-113 1219 151,114-1035-428,23-52-405,6-70-199,-19-119 512,1 0 0,0-1 0,1 0 0,0 0 0,1 0 0,0 0 0,11 13 0,-15-21 165,1-1 1,-1 0 0,1 0 0,0 0 0,0 0 0,0-1 0,0 1 0,0-1 0,1 0 0,-1 0-1,1 0 1,-1 0 0,1 0 0,0-1 0,0 0 0,5 2 0,-4-3-2,-1 0 1,0 0-1,0-1 0,0 1 1,1-1-1,-1 0 0,0 0 1,0-1-1,0 1 0,0-1 1,0 0-1,-1 0 0,1 0 1,0 0-1,-1-1 0,4-2 1,14-14-1184,36-41 0,-56 59 1328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47 14336,'1'0'257,"1"0"1,-1 0 0,0 0-1,0 0 1,0 0 0,0-1-1,0 1 1,0 0 0,1 0 0,-1-1-1,0 1 1,0-1 0,0 1-1,0-1 1,0 1 0,0-1-1,-1 0 1,3-1 0,-3 2-199,-1-1 0,1 0 0,0 1 0,0-1 0,-1 1 0,1-1 0,0 1 0,-1-1 0,1 1 0,0-1 0,-1 1 0,1-1 0,-1 1 0,1-1 0,-1 1 0,1 0 0,-1-1 1,1 1-1,-1 0 0,1-1 0,-1 1 0,0 0 0,0-1 0,-52-18 471,49 18-14,1-1-95,0 1 0,0 0 0,0 0 0,0 1-1,0-1 1,1 0 0,-1 1 0,0 0-1,0 0 1,0 0 0,0 0 0,0 0 0,0 0-1,0 1 1,0 0 0,0-1 0,0 1 0,-4 2-1,-5 2 225,-3 1-645,1 0-1,0 1 1,0 0 0,0 2-1,1-1 1,1 2-1,-1 0 1,2 0 0,-1 1-1,1 0 1,1 1 0,0 1-1,-8 13 1,-1 4 5,1 1 0,2 1 1,1 1-1,-16 52 0,21-54 12,2 1 0,0 1-1,2-1 1,2 1 0,-1 40-1,5-58-6,0 0 0,2 0-1,0 0 1,0 0 0,2-1-1,-1 1 1,2-1-1,0 0 1,1 0 0,0 0-1,1-1 1,1 0-1,14 20 1,-10-19 27,1 0 1,0-1-1,1 0 1,0-1-1,1 0 1,23 12-1,-30-19-13,0-1 0,0-1 0,0 1 0,0-1 0,1-1 1,16 3-1,-20-4-7,1-1 1,-1 0 0,0 0 0,0 0-1,0-1 1,0 1 0,0-1 0,0-1-1,0 1 1,0-1 0,0 0 0,8-4-1,-11 5-7,0 0 0,0-1 0,0 1 0,0-1 0,0 0 0,0 1 0,-1-1 0,1 0 0,-1 0 0,1 0 0,-1 0 0,0 0 0,1-1 0,-1 1 0,-1 0 0,2-4 0,0 0-19,-1 0 0,0 0 0,-1-1 0,0 1 0,0 0 0,-1-7 0,-2-9-101,0 0-1,-2 0 1,-1 1-1,-11-29 1,-43-84-1424,13 32-1628,38 80 1968,0-1-1,1 0 0,1-1 1,1 0-1,-4-39 0,10 38-597,2-28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6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0 13312,'-3'7'516,"0"1"0,-1-1 0,0-1 1,0 1-1,-1 0 0,1-1 0,-1 0 1,-1 0-1,-6 5 0,2-4-404,0 0 0,0-1 0,-21 8 0,-9 6 1571,-8 9 4250,-19 25-5426,2 2-1,3 3 1,-85 103-1,146-160-506,-27 31-12,-25 41 1,46-63 23,1 0 0,0 0 0,1 0 0,0 1 0,1-1 1,0 1-1,1 0 0,-3 20 0,6-27-8,-1-1 0,1 0 1,0 0-1,1 1 1,-1-1-1,1 0 0,0 0 1,0 0-1,0 1 0,0-1 1,1 0-1,-1 0 0,1-1 1,0 1-1,0 0 0,1-1 1,-1 1-1,1-1 1,0 0-1,0 0 0,0 0 1,0 0-1,0 0 0,1 0 1,-1-1-1,1 0 0,0 0 1,4 2-1,3 0 11,0 0 0,0 0 0,0-1 1,1-1-1,-1 0 0,1-1 0,0 0 0,-1-1 0,17-1 0,-2-2-2,-1-1 0,0-1-1,0-1 1,-1-2 0,0 0 0,0-1-1,-1-2 1,0 0 0,0-2 0,26-19 0,-31 18-282,0 1 1,-1-2-1,-1 0 1,0-1-1,-1-1 1,-1-1-1,-1 0 1,0 0 0,-1-1-1,-2-1 1,0 0-1,9-23 1,-15 31-24,-1-1 1,0 1-1,-1-1 1,-1 0-1,1-24 1,-4 6-552,-9-46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6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14208,'8'-5'992,"-1"-1"0,1 2-1,1-1 1,-1 1 0,1 0 0,-1 1 0,1 0 0,16-4 0,-13 6-219,0 0-1,1 0 1,-1 1-1,0 1 1,0 0 0,23 5-1,25 8-780,0 3 1,-2 3-1,0 3 1,-1 1-1,-1 4 0,-2 1 1,-1 4-1,-1 1 1,-2 2-1,-2 3 0,-1 2 1,-2 2-1,60 73 0,-80-84 26,-2 0-1,-1 2 0,-2 0 0,-1 2 0,-1 0 0,-3 1 0,16 52 1,-22-56 9,-2 1 0,-2 0 1,0 0-1,-3 0 1,0 1-1,-3-1 1,-1 0-1,-11 63 0,3-53-47,-2-1 0,-2 0 0,-2-1 0,-1 0 0,-3-2 0,-36 58 0,20-44-201,-3-2 0,-2-2 0,-90 84 0,-8-17-182,139-116 401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6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16000,'111'-3'7935,"248"62"-9727,-218-55 9984,56-4-10368,40-19 128,18-8-128,-18-13 128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6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15488,'-14'36'7679,"-7"18"-8575,27-14 10240,4 36-9344,20 54 0,1 29-128,9 15 0,-9 32-128,-7-3 0,-8-18-640,-7-28 0,1-27-1920,1-21 128,-1-38 0,-1-35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6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15616,'7'-1'752,"0"0"-1,-1-1 1,1 1 0,-1-1 0,0-1 0,1 1 0,10-7 0,-13 6-682,-1-1 1,0 1-1,0-1 0,0 1 0,0-1 0,3-6 0,1-1 655,-6 10-446,0 0 0,-1 1-1,1-1 1,0 0-1,-1 1 1,1-1 0,0 0-1,0 1 1,0-1-1,-1 1 1,1 0 0,0-1-1,0 1 1,0 0-1,0-1 1,0 1 0,0 0-1,0 0 1,0 0-1,0 0 1,0 0 0,0 0-1,1 0 1,21 8 2008,-14-4-2472,-1-1 177,-1 0 0,1 0-1,-1 1 1,0 0 0,0 0 0,0 1-1,-1 0 1,0 0 0,1 0-1,-2 1 1,1 0 0,-1 0 0,0 0-1,0 1 1,-1 0 0,1 0-1,2 7 1,4 11-3,-2 1 0,0 0-1,-2 0 1,0 1 0,-2 0 0,2 32-1,-2 172-224,-6-108 39,3-70-980,12 81 0,-9-108-223,1 0 1,1-1-1,1 0 1,1 0-1,14 25 0,2-4-1672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7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1 290 11264,'46'-132'5631,"-22"34"-6015,-14 79 9344,-4 2-8448,-2 4 0,-4 3 1024,0 20-1792,-4 12 0,-2 32 640,0 22 128,6 9-512,6 24 0,4-2-768,5 15 0,12 12-128,1-8 128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7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41 104 15488,'-40'-104'7679,"65"127"-9215,5-9 10368,26 26-8960,30 23 128,36 4-128,20 19 128,9 17 0,-10 14 0,-15 28 0,-28-2 0,-43 14-128,-61 9 0,-74 24-1536,-61 7 0,-71-8 0,-37-19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8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1245 8064,'-221'13'3946,"167"-16"-1823,-63-10 0,114 13-1915,-53-10 4433,29-2-2963,26 12-1626,-1-1 0,1 0 0,-1 0-1,1 0 1,-1 0 0,1 0 0,0 0-1,0 0 1,-1-1 0,1 1 0,0 0 0,0-1-1,0 1 1,1-1 0,-1 1 0,0-1-1,0 1 1,1-1 0,-1 1 0,1-1-1,-1 0 1,1 1 0,0-1 0,0 0 0,0 1-1,0-1 1,0-2 0,1 1 16,0 0 0,0 0 1,0-1-1,0 1 0,1 0 1,-1 0-1,1 0 1,0 1-1,0-1 0,0 0 1,0 1-1,1-1 0,-1 1 1,6-4-1,6-5-82,0 1 0,1 1-1,1 0 1,28-12 0,84-23-64,-117 41 99,233-63 576,90 2 107,94-7-256,108 2-85,102 14-65,83 11 44,71 15-44,-100 9-23,730-24-1,5-35 73,782-122 415,-936 77-373,-5 22-4,-732 70-278,-80 12-470,-92 13-554,-78 12-2005,-85 9-428,-84 2 22,-72-13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9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54 14208,'-27'-54'7039,"64"68"-7167,-18 22 7168,11 31-7040,1 46 0,-6 63 0,-10 30 128,-15 45-256,-10 24 128,-20-2-128,-10 3 128,-6-39-896,0-31 128,11-43-2560,14-41 128,12-42-128,9-53 129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9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1 15872,'-30'13'7935,"-70"-16"-255,89 29-7808,7 32 0,-2 9-128,1 28 0,1 22 0,-11 22 0,-10 5-640,-2 12 128,2 11-768,6-22 128,8-21-896,11-24 128,11-14 256,14-29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275 248 13056,'0'-13'655,"-1"0"-1,-1 0 1,0 0 0,0 0 0,-1 0 0,-1 1 0,0 0 0,-1 0 0,-9-18 0,13 28-153,0 0 0,-1 1 0,1-1 0,-1 1 0,1-1 1,-1 1-1,1-1 0,-1 1 0,0 0 0,-3-2 0,-12-1 1374,9 4-1979,4-1 120,1 0 0,-1 1 0,0 0 0,1 0 1,-1 0-1,0 0 0,0 1 0,1-1 1,-1 1-1,0 0 0,1 0 0,-1 0 1,1 1-1,-6 3 0,3-2-12,2 0-1,-1 1 1,0 0-1,1 0 1,-1 1-1,1-1 1,0 1-1,-4 7 1,-3 7-18,1 1 1,0 0 0,-12 40 0,21-56 18,-7 22 15,1 0 1,1 0 0,1 1 0,1-1 0,2 1 0,0 0 0,2 0 0,1 0 0,8 44 0,-6-55-5,1 1 0,0-1 1,1 0-1,1 0 0,1-1 0,0 0 0,1 0 1,0-1-1,1 0 0,1 0 0,0-1 0,1 0 1,1-1-1,0 0 0,0-1 0,23 16 0,-30-23 8,1-1 0,0 1 0,0-1 0,1-1 0,-1 1-1,0-1 1,1 0 0,0 0 0,-1-1 0,1 0-1,0 0 1,0-1 0,-1 0 0,1 0 0,0 0-1,0-1 1,0 0 0,-1 0 0,1-1 0,-1 0 0,1 0-1,8-4 1,-5 1 9,-1-1 0,0 0 0,0 0 0,0-1 0,-1 0 0,0-1-1,0 0 1,-1 0 0,0-1 0,0 1 0,-1-1 0,-1-1 0,7-12 0,-1-3-193,-2 0 0,0 0 0,-2-1 0,6-39 0,4-109-1755,-15-75-2539,-2 247 4404,-1-125-2255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4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32 14336,'-9'-31'6485,"11"33"-5870,-1 0 0,1 1 0,0-1 1,0 0-1,0 0 0,0 0 1,0 0-1,3 1 0,11 12 1186,45 53-1617,-2 3-1,-4 3 1,-3 2-1,59 115 0,-78-124 98,-2 2-1,38 131 0,-54-141-90,-2 1 0,-2 0 0,3 116-1,-14-129-155,-2-1 0,-2 0-1,-3-1 1,-21 83-1,18-96-246,-2 0 0,0-1 0,-3 0 0,0-1 0,-2-1 0,-1-1 0,-26 33 0,30-45-59,-1 0 0,0-1 0,-20 15 0,-40 19-762,74-49 1023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0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14336,'0'-9'7167,"50"1"-7935,-14 12 8576,26-4-7936,27 0 128,22 4 0,17-4 0,18 0-128,16-4 128,1-9-896,-7-4 128,1-10-1408,-6-10 128,-15-16-128,1-24 128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0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28 14208,'6'-27'7039,"-37"35"641,25 15-7680,-3 30 0,3 24 384,12 45 0,3 21-384,3 27 0,-3 29 128,1-2 128,-4-11-512,-6-26 128,4-7-1152,1-27 0,5-22-128,17-32 128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1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278 179 13824,'-1'-9'904,"0"0"0,-1 0 1,0 1-1,-1-1 1,-5-14-1,2 11-615,-1 1-1,0 0 1,0 0-1,-12-13 1,15 19 566,-1 0 0,1 0 1,-1 0-1,0 1 1,-9-6-1,12 9-815,0 0 0,0 0 1,0 0-1,0 0 0,0 0 1,0 0-1,0 1 0,0-1 1,0 1-1,-1 0 0,1 0 1,0 0-1,-3 0 0,1 1-108,0 0 0,1 1 0,-1-1 0,0 1 0,1 0 0,-1 0 0,1 1 0,0-1 0,-1 1 0,1-1 0,0 1 0,1 0 0,-1 0 0,0 0 0,-3 6 0,-3 3 84,0 0 1,0 1-1,1 0 1,1 0 0,0 1-1,1 0 1,0 0-1,-4 17 1,3 3-7,2-1 0,1 1 0,2 0 0,1 0 0,5 50 0,-1-55 52,2 0 0,0 0 0,2-1-1,1 1 1,1-2 0,1 1 0,16 29 0,-17-42 18,1 1 0,0-1 0,1-1 0,0 0 0,1-1 0,1 0 0,18 15 0,-23-22-38,-1-1-1,1 0 0,-1 0 1,1-1-1,1 0 0,-1 0 1,1-1-1,-1 0 1,1-1-1,0 0 0,0 0 1,0-1-1,0 0 0,0 0 1,0-1-1,10-1 1,-9-1-1,0 1 0,-1-1 0,0-1 1,0 0-1,1 0 0,-2 0 0,1-1 1,0-1-1,-1 0 0,0 0 0,0 0 1,14-13-1,-14 9-109,0 1 0,-1-1 0,0-1 0,-1 1 0,0-1 0,0-1 0,-1 1 0,0-1 0,5-17 0,-4 4-321,-1 0 0,-1-1 0,-1 1 0,-2-1 1,0 0-1,-1 1 0,-2-1 0,0 0 0,-9-33 1,-14-33-1042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15104,'86'67'7551,"-90"-71"-9471,4 17 11520,10 18-10880,11 32 0,4 13-1536,0 7 0,-10 14 3072,-9 3 0,-12 7-3328,-4-12 128,-11 5 513,2-16 127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1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58 15616,'-61'-57'7807,"56"87"-12415,29-3 16128,43 23-11904,35 22 128,30 5-128,19 22 0,0 12 512,1 25 128,-25-2-256,-32 15 0,-49-10 128,-46 11 128,-65 20-512,-67-10 0,-76-1-128,-54-2 128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17 14208,'-90'-17'7039,"-32"94"-7551,103-51 7424,-12 37-6784,0 27 0,7 33 0,8 43 0,5 27-256,17 21 128,9 2 0,6-4 0,13-15-1024,6-34 128,1-33-128,4-27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54 14720,'-103'-23'5240,"-28"-3"-3441,121 25-1087,0-1 0,0 1 0,-1 1 0,-14 0 0,19 1-259,1 1-1,-1-1 1,1 1 0,0 0 0,-8 4 0,4-2-330,1 0-134,0 1 0,1-1 0,0 1 0,0 1 0,0-1 0,0 1 0,1 1 0,0-1 0,0 1 0,1 0 0,0 0 0,0 1 0,1-1 0,-6 13 0,4-5-14,1-1 0,0 1 1,1-1-1,1 1 0,0 0 1,1 1-1,0 23 0,2-27 17,1 0-1,0 0 0,1 0 0,0 0 0,1 0 0,0 0 0,1-1 0,1 0 0,-1 0 0,2 0 0,0 0 0,0-1 0,1 0 0,0 0 0,10 10 0,-5-7 21,1-1 0,1 0 1,0-1-1,1-1 0,0 0 0,0-1 0,1-1 1,0 0-1,26 9 0,-12-8 68,-1-2-1,1-1 1,0 0-1,1-3 1,-1 0-1,1-2 1,-1-2-1,1 0 1,-1-2-1,58-13 1,-76 13-48,0 0-1,0-1 1,-1 0 0,1-1-1,14-9 1,-22 12-40,0-1 0,0 1 0,-1-1-1,1-1 1,-1 1 0,0 0 0,0-1 0,0 1-1,0-1 1,0 0 0,-1 0 0,0 0-1,0-1 1,0 1 0,0 0 0,-1-1 0,2-6-1,-2 2-123,0-1-1,-1 1 0,0-1 0,0 1 1,-1-1-1,-1 1 0,1 0 0,-2 0 1,1-1-1,-1 1 0,0 1 0,-1-1 0,-9-15 1,-2 0-556,0 1 1,-2 0 0,-29-30 0,-15-14-743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3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 15104,'-65'26'7551,"4"82"-9471,57-63 11264,-11 19-9216,9 20 128,-4 15 0,1 27 128,-7 21-512,1-1 0,0-7-256,9 5 128,12-18-1280,9-19 0,10-17-128,15-27 128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67 14720,'-100'-48'5781,"71"32"-4696,27 14 632,6 2 281,19 10 1687,-5-1-4107,31 17 363,216 127-40,-227-127 105,-1 2 0,-1 1 0,-1 1 0,50 58 0,-55-51 34,-1 2 0,-2 0-1,-2 2 1,-2 1 0,21 53-1,-31-62 12,-2 0-1,-2 0 0,0 1 0,-3 0 1,0 1-1,-3 0 0,0 66 0,-9-45 26,-1-1-1,-3 0 0,-2 0 0,-3-1 0,-2-1 0,-3 0 0,-1-2 0,-3 0 0,-41 63 0,16-39-818,-3-2-1,-3-2 0,-4-3 0,-2-2 0,-78 64 1,68-71-2713,-152 100 0,82-83-21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4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40 100 15744,'31'120'7807,"-102"-66"-12543,77-45 16000,34 1-11648,40-6 128,46-14-896,37-11 128,18-25-512,12-21 0,4-5-768,6-9 128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 13696,'-25'-4'6783,"75"98"-8831,-35-49 11008,6 26-8576,-2 38 128,-4 25 256,1 42 128,-1 17-1152,-9 13 0,3-7 128,-3-11 128,4-16-2048,5-25 0,0-25-256,4-38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0 15232,'-34'31'7551,"-33"59"-11135,67-64 12544,-4 28-8960,8 22 0,-4 37 0,6 13 0,-6 0-384,-10-9 0,4-17-1792,6-11 128,0-26 0,10-15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5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60 14208,'-1'-2'302,"0"1"0,0 0 0,-1-1 0,1 1 1,0 0-1,-1 0 0,1 0 0,-1 0 0,1 0 1,-1 0-1,1 1 0,-1-1 0,0 0 1,1 1-1,-1-1 0,0 1 0,-2-1 0,-65-7 701,65 8-295,0-1 0,0-1 1,0 1-1,0 0 0,0-1 0,1 0 1,-1 0-1,-6-4 0,9 5-708,0 0 0,1 0 1,-1 1-1,0-1 0,0 0 0,0 1 0,0-1 1,0 1-1,0-1 0,0 1 0,0-1 0,0 1 0,0 0 1,-1-1-1,1 1 0,0 0 0,0 0 0,0 0 1,0 0-1,0 0 0,0 0 0,-1 0 0,-1 1 1,2 0-11,1 0 0,-1 0 1,0 0-1,0 0 0,1 0 1,-1 0-1,0 0 1,1 0-1,-1 1 0,1-1 1,0 0-1,-1 0 0,1 0 1,0 1-1,0-1 1,0 0-1,0 0 0,0 1 1,0-1-1,0 0 0,0 0 1,0 1-1,0-1 1,1 0-1,0 2 0,10 32 4,-5-24 37,1-2-1,0 1 0,0-1 1,0 0-1,1 0 0,1-1 0,-1 0 1,2 0-1,11 8 0,-10-9 62,0 0 0,0-1 0,0 0 0,1-1 0,-1 0 0,1-1 0,1 0 0,16 3 0,-25-7-64,0 1 0,-1-1 0,1 0 0,0 0 0,-1 0 0,1 0 0,0 0 0,-1-1 0,1 0 0,-1 0 0,1 0 0,-1 0 0,7-3 0,-8 2-59,-1 1 0,1-1 0,0 0 0,-1 1 0,0-1 0,1 0 0,-1 0 0,0 0 0,0 0 0,0 0 0,0 0 0,-1 0 0,1 0 0,0 0 0,-1 0 0,1 0 0,-1-1 0,0 1-1,0 0 1,0 0 0,0 0 0,0-1 0,0 1 0,-1-3 0,-1-7-240,-1 0 0,0 0-1,0 1 1,-1-1 0,-1 1 0,-11-21 0,-21-29-647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23:55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8 14080,'0'-1'266,"1"1"-1,-1-1 1,0 1 0,1-1 0,-1 1 0,1-1 0,-1 1 0,1-1 0,-1 1 0,1 0 0,0-1 0,-1 1 0,1 0 0,-1-1 0,1 1 0,0 0 0,-1 0 0,1-1-1,0 1 1,-1 0 0,1 0 0,0 0 0,-1 0 0,1 0 0,0 0 0,-1 0 0,1 0 0,0 0 0,-1 1 0,1-1 0,0 0 0,-1 0 0,1 0 0,-1 1 0,1-1-1,0 0 1,-1 1 0,2 0 0,21 21 3012,-19-18-3360,17 21 392,24 36 0,-13-15-77,10 13-1,-3 3 1,44 90-1,-61-104-26,-2 1 0,-2 0 1,-3 2-1,11 59 0,-22-83-236,0 0 0,-2 0 0,-1 0 0,-2 0 0,0 1 0,-2-1 0,0 0 0,-2-1 0,-1 1 0,-2-1 0,0 0 0,-2 0 0,0-1 0,-2-1 0,-1 1-1,-1-2 1,-1 0 0,0-1 0,-2 0 0,-1-2 0,-23 22 0,11-16-387,-1-1-1,-1-2 1,-1-1-1,-1-2 1,-1-1-1,-72 27 1,-59 2-1013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16:49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2244 4437 66 0,'0'0'33'0,"60"-19"-33"15,-43-12 33-15</inkml:trace>
  <inkml:trace contextRef="#ctx0" brushRef="#br0" timeOffset="189.08">3330 2195 97 0,'32'-79'48'0,"3"45"-51"16,-24 34 64-16,-8 0-59 15,4 15 0-15,4 14 1 16,7 43 1-16,3 31-5 16,18 42 1-16,10 24 3 15,11 19 0-15,0 16-2 16,0-16 1-16,0-19-6 0,-7-24 1 16,3-20-15-16,-20-37 1 15,-12-25-1-15,-13-38 1 16</inkml:trace>
  <inkml:trace contextRef="#ctx0" brushRef="#br0" timeOffset="581.98">2660 1771 100 0,'-28'-40'50'0,"-53"24"-61"15,63 25 82-15,-10 38-70 16,-1 38 0-16,-2 40 1 16,10 48 1-16,-1 56-3 15,15 22 0-15,7 37 2 0,11 13 0 16,24-22 0-16,-3-25 0 16,17-25-4-16,1-41 0 15,-1-50-9-15,-7-40 0 16,8-36-1-16,-11-43 1 15</inkml:trace>
  <inkml:trace contextRef="#ctx0" brushRef="#br0" timeOffset="1056.15">3129 2866 97 0,'-49'-47'48'0,"59"47"-55"15,1 6 63-15,7 10-56 16,6 18 0-16,12 4 0 16,13 6 1-16,11 0-2 0,21-10 1 15,11-12 0-15,-4-19 1 16,0-28-1-16,11-35 1 15,0-15 0-15,-8-9 1 16,-20-11 0-16,-11-11 1 16,-18 18 0-16,-13 10 0 15,-12 12-2-15,-17 3 1 16,-10 19-13-16,-1 7 0 16,4 15-1-16,-4 0 0 15</inkml:trace>
  <inkml:trace contextRef="#ctx0" brushRef="#br0" timeOffset="1325.48">4664 1831 104 0,'-67'-82'52'0,"74"117"-63"16,3-16 74-16,12 12-63 15,20 19 0-15,14 16 0 16,4 9 0-16,11 29 1 16,17 12 0-16,0 6 0 15,-14 19 1-15,-10 3 0 16,-22-9 0-16,-24-3 0 0,-32 0 0 16,-29-4-2-16,-17-5 1 15,-21-17-7-15,-25-15 0 16,-7-16-1-16,18-24 1 15</inkml:trace>
  <inkml:trace contextRef="#ctx0" brushRef="#br0" timeOffset="1568.34">5757 2609 110 0,'36'-57'55'0,"119"-12"-59"0,-106 50 67 0,32 4-64 16,32-4 1-16,21 3-9 15,22 4 1-15,-1-7-2 16,-14-3 0-16,-4 0-5 16,-24 3 1-16</inkml:trace>
  <inkml:trace contextRef="#ctx0" brushRef="#br0" timeOffset="1758.1">5941 3474 102 0,'-88'-6'51'0,"95"28"-58"15,21-38 77-15,14-9-69 0,36-6 1 16,45-13-1-16,25-16 1 15,32 4-4-15,-3-7 1 16,10 0-5-16,3 1 0 16,-10 11-2-16,-21 14 1 15</inkml:trace>
  <inkml:trace contextRef="#ctx0" brushRef="#br0" timeOffset="3032.61">9088 1367 111 0,'-78'-91'55'0,"64"91"-62"0,10 22 70 15,4 19-63-15,0 31 0 16,7 44 0-16,7 15 1 15,11 14-3-15,14 15 1 0,0-7-7 16,7-18 0 0,-4 34-16-1,-17-27 1-15</inkml:trace>
  <inkml:trace contextRef="#ctx0" brushRef="#br0" timeOffset="3187.66">8407 3405 97 0,'-106'-6'48'0,"88"6"-51"16,18 0 70-16,25-6-67 16,38-10 1-16,43-12-1 15,32-10 1-15,42-15-1 16,38-10 0-16,1-15-6 16,-60 24 0-16,70 1-16 15,-28 15 1-15,-42 20-1 16,-35 18 0-16</inkml:trace>
  <inkml:trace contextRef="#ctx0" brushRef="#br0" timeOffset="3467.14">8308 3838 107 0,'-42'22'53'0,"59"-50"-79"0,8 21 104 16,10-8-78-16,43-7 0 16,17-7 0-16,29-8 0 0,20-7 0 15,11-19 0-15,4 0-3 16,7 10 1-16,-7-6-14 16,-18 12 0-16,-21 0 0 15,-32 3 0-15</inkml:trace>
  <inkml:trace contextRef="#ctx0" brushRef="#br0" timeOffset="3750.51">8318 3929 107 0,'-70'-25'53'0,"35"75"-70"15,35-9 89-15,0 24-72 16,7 30 0-16,10 43 0 0,8 12 1 16,3 13-2-1,8 6 1-15,-1-15 0 0,-3-10 1 16,-8-25 0-16,-17-15 0 16,-14-16 0-16,-28-13 0 15,-4-12-1-15,-17-16 1 16,-22-25-4-16,-10-19 0 15,0-9-8-15,7-19 1 16,7-13-1-16,21-15 1 0</inkml:trace>
  <inkml:trace contextRef="#ctx0" brushRef="#br0" timeOffset="4344.85">9564 3982 107 0,'60'35'53'0,"-67"2"-64"16,0-21 75-16,-7 6-64 15,-8 0 0-15,1-3-1 16,-3-1 0-16,-5-5 0 16,-6-4 1-16,-4-12-1 15,-3-12 1-15,0-7-1 16,3-13 1-16,7 1 0 15,11-1 0-15,14-3 0 16,14 10 0-16,14-9 0 16,11 12 0-16,14-7 0 0,10 4 1 15,22 15 0-15,-8 10 0 16,4 16-1-16,-7 6 1 16,-7 25-1-16,-7 21 1 15,-7 8 0-15,-18 5 0 16,-10 0-1-16,-11-6 1 15,-7 10 0-15,-7-10 0 16,-7-3-1-16,-11-12 1 16,-10-14-1-16,-18-5 1 15,-7 3-1-15,-14-10 1 0,-4 1-1 16,1 2 0-16,-19-3 0 16,22 1 1-16,0-13-1 15,11-1 0-15,10-5 0 16,10-10 0-16,8-3 0 15,7-6 1-15,3 0-1 16,8 2 1-16,-1-2-1 16,7 3 1-16,8-3-1 15,3 6 0-15,7-7 0 16,7 1 0-16,7-3 0 16,-3 2 0-16,14 1 0 15,-8 3 0-15,1 3-1 16,0-3 0-16,-4 0-12 15,-7 9 1-15,-7 3-1 16,-21-9 1-16</inkml:trace>
  <inkml:trace contextRef="#ctx0" brushRef="#br0" timeOffset="5154.25">9825 4123 86 0,'-4'-12'43'0,"-13"5"-46"0,17 7 50 0,0-3-44 16,0 3 1-16,-7 0 1 16,-7 3 1-16,-18-9-7 15,-18-3 1-15,-17-1 4 16,-14-12 0-16,-10-6-1 16,-26-6 0-16,4 2-1 15,7-9 0-15,15 10-1 16,10-3 0-16,17-1-1 15,22 7 1-15,17-10-1 16,18 4 1-16,14-10-1 16,18-3 1-16,24 3-1 15,29 9 1-15,-1 7-1 16,1 25 1-16,7 25 0 0,-1 13 0 16,8 24 0-16,-7 20 1 15,-11 43-1-15,-14 6 0 16,-11 20 0-16,-14 5 0 15,-13-11 0-15,-26 2 0 16,-24-3-1-16,-29 3 1 16,-17-18-1-16,-32-7 1 15,-28-16-2-15,-17-24 1 16,-22-26-1-16,0-22 1 16,-3-18-1-16,3-19 1 0,3-23-1 15,29-18 1-15,25-6 0 16,24-7 0-16,14-2 0 15,36-7 0-15,14 0 0 16,17-13 0-16,29 1 0 16,35-1 0-16,10 4-1 15,19 12 1-15,16 3 0 16,22 22 0-16,4 13 0 16,6 25 1-16,8 22 0 15,14 28 0-15,-1 25 1 16,-3 16 0-16,8 9 0 15,-12 10 0-15,-6-4 0 16,-15-3 0-16,-13-12-2 16,-12-9 1-16,-13-13-5 15,-14-7 1-15,-25-9-17 16,-15-9 1-16,-17-6-1 16,-17-20 0-16</inkml:trace>
  <inkml:trace contextRef="#ctx0" brushRef="#br0" timeOffset="5943.23">9571 4158 106 0,'-42'-41'53'0,"-1"28"-70"32,29 17 87-32,0-1-70 0,-4 0 0 0,1-6-1 15,-8-7 1-15,0-12 0 16,-6-12 0-16,-5-4 0 15,-6-6 0-15,-11-3 0 16,4 0 0-16,-4 0 0 16,3 3 0-16,4-3 0 15,8 6 1-15,9-2-1 16,12-4 1-16,17-1-1 16,14 5 1-16,11-1 0 0,13 15 0 15,12 14-1-15,-1 15 1 16,4 25-1-16,-3 28 0 15,-5 19 0-15,-2 19 1 16,-1 25-1-16,-7 16 0 16,-3 0 0-16,0 15 0 15,-7-3 0-15,-11 4 1 16,-14-17-1-16,-14 4 0 16,-11 0 0-16,-18-16 1 0,-13-9-1 15,-18-16 1-15,-14-19-1 16,-8-15 1-16,-6-10-1 15,-18-22 0-15,0-18-1 16,4-13 1-16,-1-10-1 16,8-18 0-16,3-20 0 15,15-8 0-15,13-4 0 16,22-6 1-16,20 0 0 16,12-6 0-16,20 0 0 15,25-7 1-15,18 7-1 16,7 0 1-16,21 18 0 15,18 13 0-15,24 13 0 16,0 22 0-16,11 30 0 16,14 27 1-16,4 14-1 15,-8 10 1-15,8 19-1 16,0 13 1-16,-1-4-1 16,-17-9 0-16,-11-16-9 15,-3-15 0-15,-11-13-1 0,-3-28 1 16</inkml:trace>
  <inkml:trace contextRef="#ctx0" brushRef="#br0" timeOffset="6360.94">11642 652 110 0,'-67'-213'55'15,"-11"197"-62"-15,64 13 67 0,-11 12-63 16,-7 26 0-16,-13 40-1 16,-1 47 0-16,-4 32 5 15,5 50 0-15,2 53-3 16,8 38 1-16,10 18 2 15,11 20 1-15,7 2 1 16,11 1 0-16,6-7 1 16,1-15 1-16,-4-17 0 15,-7-24 0-15,-7-44-2 16,-7-34 0-16,-1-29-2 16,5-41 1-16,6-31-2 15,8-37 1-15,14-35-2 0,17-29 1 16,25-27-5-16,17-32 0 15,19-37-15-15,24-17 1 16,3-18-1-16,4-18 1 16</inkml:trace>
  <inkml:trace contextRef="#ctx0" brushRef="#br0" timeOffset="6572.74">12238 1887 107 0,'-42'-53'53'0,"13"53"-70"16,26 16 88-16,-1 24-71 16,-3 33 0-16,0 33 0 15,0 48 1-15,0 50-1 16,-4 12 0-16,4 22-1 16,7 4 1-16,4-23-10 15,3-15 0-15,7-41-1 16,4-53 1-16</inkml:trace>
  <inkml:trace contextRef="#ctx0" brushRef="#br0" timeOffset="6893.96">13003 2323 104 0,'-49'-84'52'0,"-15"62"-58"15,47 18 71-15,-8 4-65 0,-3 13 0 16,-4 28-1-16,4 15 1 16,3 23 0-16,1 2 0 15,6 16-1-15,11 13 1 16,14-16-1-16,18-12 1 16,13-29 0-16,19-15 0 15,6-13 0-15,11-44 1 16,-3-9 0-16,-4-7 1 0,-7-18-1 15,-18 0 1-15,-20-10-2 16,-19-9 1-16,-14 9-10 16,-17 0 0-16,-11 7-1 15,-21 6 1-15</inkml:trace>
  <inkml:trace contextRef="#ctx0" brushRef="#br0" timeOffset="7196.41">13695 2279 106 0,'14'-22'53'0,"14"26"-61"16,-21 2 70-16,4 22-64 16,-1 16 0-16,5 19-2 15,-5-1 0-15,-3 4 5 16,4 19 0-16,-1-4-3 0,8-12 1 15,3-6 2-15,7-22 0 16,1-10 2-16,2-21 0 16,1-20 1-16,0-18 0 15,-7-6-1-15,-11-20 1 16,-14-5-3-16,-11-20 0 16,-14-5-10-16,-10 2 1 15,0 4-2-15,-15 6 1 16</inkml:trace>
  <inkml:trace contextRef="#ctx0" brushRef="#br0" timeOffset="7436.87">14347 1715 110 0,'4'-47'55'0,"49"59"-62"16,-21 4 72-16,21 28-65 15,17 19 0-15,15 18 0 16,14 16 0-16,-8 45 0 16,-13 2 0-16,-22 6 0 15,-31 7 0-15,-32 0 0 16,-25-19 1-16,-21-3-4 16,-7-19 0-16,-10-28-14 15,-1-19 0-15,1-35 0 16,10-15 0-16</inkml:trace>
  <inkml:trace contextRef="#ctx0" brushRef="#br0" timeOffset="7577.39">14979 2721 98 0,'180'-53'49'0,"113"-10"-60"0,-191 42 76 15,36-11-106-15,24 7 1 16,7-9 0-16,-24-13 0 15</inkml:trace>
  <inkml:trace contextRef="#ctx0" brushRef="#br0" timeOffset="7796.99">15448 1928 109 0,'-28'-6'54'0,"35"84"-73"0,0-50 101 0,11 32-82 16,13 37 1-16,15 32-1 16,11 15 0-16,3 16-4 15,0-9 1-15,3-1-11 16,-3-12 0-16,0-9-1 16,0-29 1-16</inkml:trace>
  <inkml:trace contextRef="#ctx0" brushRef="#br0" timeOffset="8039.41">16753 1759 111 0,'4'-69'55'0,"-18"50"-67"0,14 19 85 15,0 9-74-15,7 29 1 16,7 37 0-16,11 10 0 15,3 40 0-15,0 23 0 0,-3-1-2 16,-8 32 1-16,-2-13-6 16,-8-12 0-16,3-13-9 15,4-13 0-15,4-34 0 16,3-40 1-16</inkml:trace>
  <inkml:trace contextRef="#ctx0" brushRef="#br0" timeOffset="8324.87">17434 2706 62 0,'60'-132'31'0,"-32"-25"-14"16,-17 117 33-16,-4-14-45 16,-7 7 1-16,0 3 3 15,-3-6 1-15,-4 3-13 16,-1 9 1-16,-6 4 7 16,-3 15 1-16,-1 19-4 15,-3 10 1-15,-4 24-3 16,8 29 1-16,6 9-1 15,18 6 0-15,11-2 0 16,24-7 1-16,4-16 0 0,17-16 1 16,8-18 0-16,7-12 0 15,-1-26 0-15,-10-16 1 16,-7-15-2-16,-14-6 1 16,-21-7-5-16,-22 0 1 15,-13 0-14-15,-19 4 1 16,-20 2-1-16,-7 14 0 15</inkml:trace>
  <inkml:trace contextRef="#ctx0" brushRef="#br0" timeOffset="8528.52">18260 1731 112 0,'42'-63'56'0,"8"91"-72"16,-33-9 93-16,1 34-79 15,10 26 1-15,0 12-7 16,-7 34 0-16,-7-3 2 16,-6-6 1-16,-12-6-9 15,0-19 1-15,-3-22 0 16,4-25 0-16</inkml:trace>
  <inkml:trace contextRef="#ctx0" brushRef="#br0" timeOffset="8793.95">18831 1395 113 0,'11'-81'56'0,"35"87"-74"0,-25 3 93 16,25 19-75-16,14 26 0 15,14 8 0-15,14 39 0 0,0 12 0 16,-7-4 0-16,-21-2 0 16,-21 6 0-16,-32 3 0 15,-32-6 1-15,-24-13-4 16,-21 0 0-16,-15-15 0 16,-10-16 1-16</inkml:trace>
  <inkml:trace contextRef="#ctx0" brushRef="#br0" timeOffset="9002.67">20260 2207 118 0,'56'-9'59'0,"54"24"-91"0,-71-5 69 16,6-1-37 0,15-6 0-16</inkml:trace>
  <inkml:trace contextRef="#ctx0" brushRef="#br0" timeOffset="9193.53">20221 1580 115 0,'-24'-19'57'0,"-8"32"-64"0,25 2 70 16,17 130-66 0,11 40 1-16,1 12-11 15,2-2 1-15,-3 2 13 16,4-27 0-16</inkml:trace>
  <inkml:trace contextRef="#ctx0" brushRef="#br0" timeOffset="9481.6">21188 1483 100 0,'-71'-63'50'0,"-6"0"-50"15,66 57 54-15,0 3-52 0,4 3 1 16,7 22 1-16,7 22 0 16,8 41-5-16,6 31 0 15,3 18 3-15,5 39 0 16,6 6-4-16,0-4 0 15,-3-2-14-15,3-17 1 16,-7-27-1-16,4-35 1 16</inkml:trace>
  <inkml:trace contextRef="#ctx0" brushRef="#br0" timeOffset="9762.52">21661 1699 113 0,'-32'-100'56'0,"21"62"-73"16,11 29 93-16,7 9-76 15,7 19 0-15,4 25-2 16,3 40 0-16,-3 29 0 15,-1 16 1-15,-2 9-6 16,-8 0 0-16,-4-7-7 16,-3-8 1-16,-3-14 0 15,-1-11 1-15</inkml:trace>
  <inkml:trace contextRef="#ctx0" brushRef="#br0" timeOffset="10315.37">22525 1815 105 0,'-32'-100'52'0,"-31"75"-66"0,45 31 81 16,-7 16-68-16,-6 22 0 15,-5 19-3-15,4 12 1 16,8 6 3-16,6 17 0 15,15-7-2-15,10-4 0 16,14-24 1-16,11 0 1 16,10-35 2-16,7-12 0 15,11-26 1-15,-3-15 1 0,-8-19-1 16,-10 7 1-16,-14-7-6 16,-11-6 1-16,-14 3-2 15,-7-7 0-15</inkml:trace>
  <inkml:trace contextRef="#ctx0" brushRef="#br0" timeOffset="10562.15">22973 1520 109 0,'18'-81'54'0,"56"72"-58"15,-46 15 62-15,21 6-58 16,25 29 0-16,18 22-1 16,7 28 0-16,3 9 1 0,-21 7 0 15,-28-7 0 1,-35 16 1-16,-39 3-1 0,-43-18 1 16,-38-4-6-16,-32-9 1 15,-7-26-1-15,3-24 0 16</inkml:trace>
  <inkml:trace contextRef="#ctx0" brushRef="#br0" timeOffset="10768.15">24553 1840 122 0,'184'-97'61'0,"116"128"-83"0,-219-18 81 0,21 3-99 16,0 3 0-16,-10-1 0 15,-25-18 0-15</inkml:trace>
  <inkml:trace contextRef="#ctx0" brushRef="#br0" timeOffset="10974.55">24800 1028 113 0,'-10'-28'56'0,"3"81"-75"0,10-25 98 16,8 41-77-16,6 47 0 16,8 32-3-16,7 27 1 15,3-5-5-15,-3 18 0 16,-4-16-7-16,-7-21 0 15,-3-16-2-15,3-29 1 16</inkml:trace>
  <inkml:trace contextRef="#ctx0" brushRef="#br0" timeOffset="11240.31">25802 1307 104 0,'18'-110'52'0,"35"63"-59"0,-39 38 73 0,7 3-66 16,7 12 0-16,8 22-1 15,-8 26 1-15,-7 18 0 16,-3 15 1-16,-8 39-1 16,-6 9 0-16,-8-10-4 15,-3 19 1-15,0-2-13 16,0-23 1-16,7-22-1 15,3-28 0-15</inkml:trace>
  <inkml:trace contextRef="#ctx0" brushRef="#br0" timeOffset="11455.65">26589 1530 99 0,'25'-72'49'0,"24"6"-57"0,-35 47 78 15,7 3-69-15,0-2 0 16,1 8 0-16,-1 13 1 16,-4 13-2-16,-3 18 0 15,-10 29 1-15,-4 19 0 16,-4 24-3-16,1 1 0 16,-4 3-9-16,3-4 1 0,4 1-1 15,4-19 0-15</inkml:trace>
  <inkml:trace contextRef="#ctx0" brushRef="#br0" timeOffset="11764.8">27301 1473 83 0,'8'-37'41'0,"-8"21"-40"16,3 10 46-16,4-4-45 15,0 10 0-15,4-3 5 0,3 3 0 16,0-6-7-16,4 6 1 16,-4 6 6-16,0-3 0 15,0 13-2-15,-3 9 1 16,6 13-2-16,-3 18 0 15,-3 29-3-15,-8 9 1 16,-3 0-5-16,-7-3 1 16,0 0-8-16,-7 3 0 15,4-9 0-15,-1-23 0 16</inkml:trace>
  <inkml:trace contextRef="#ctx0" brushRef="#br0" timeOffset="12115.59">28042 812 107 0,'36'-88'53'0,"-19"82"-62"16,-3 18 72-16,8 7-65 15,-8 0 1-15,28 34-1 16,7 19 0-16,8 16 2 0,-1 19 1 16,11-4-1-16,-14 10 0 15,-18 6 1-15,-31 19 1 16,-25-12 0-16,-29-1 1 15,-27-18-4-15,-29 12 1 16,-3-38-2-16,-11-15 1 16</inkml:trace>
  <inkml:trace contextRef="#ctx0" brushRef="#br0" timeOffset="12474.54">29104 316 112 0,'88'-56'56'0,"-35"9"-59"15,-32 47 62-15,8 19-60 16,2 18 1-16,5 32-1 15,-8 41 1-15,-7 31 0 16,-3 19 0-16,-15 22 0 16,-6 15 0-16,-22 32 0 15,-7-6 0-15,-7 9 2 16,-6-19 1-16,-8-15-1 0,-11-19 0 16,-3-19 0-16,-14-26 1 15,-28-18-8-15,-15-9 1 16,-10-16-2-1,-14-13 0-15</inkml:trace>
  <inkml:trace contextRef="#ctx0" brushRef="#br0" timeOffset="14132.45">30925 4437 112 0,'-92'-38'56'0,"-95"57"-61"16,120-16 56-16,-43 13-53 16,-48 12 0-16,-47 6 0 15,-56 20 1-15,-32-17 2 16,-38 10 1-16,-40-3-1 16,-27 7 1-16,-12 5 2 15,-27 0 0-15,-22 7-1 0,-35 9 1 16,-38 19-1-16,-40-12 0 15,-45 2-3-15,-29 4 1 16,-45-4-3-16,-32 7 1 16,-18-3 0-16,-32 9 0 15,-6-19-1-15,-26 0 1 16,4-6 1-16,-21-3 0 16,11-3 0-16,0-3 0 15,-8 5 0-15,1 1 0 0,31 6-1 16,-10-9 1-16,24-3-1 15,11 2 0-15,28-2-1 16,32-7 1-16,39-6 0 16,32-9 0-16,42-10 0 15,31-9 1-15,33-10 0 16,31-2 0-16,32-4 0 16,35-3 1-16,21-3-1 15,36-1 1-15,20 4-2 16,26 4 1-16,20 2 0 15,36 6 0-15,11-2 0 16,27-1 0-16,22-2 0 16,18-17 0-16,10-9 0 15,10 0 0-15,1-21 0 16,-7-7 1-16,13-10-1 16,26-21 0-16,-4-13-1 15,14-22 1-15,14-44-1 0,14-15 0 16,18-54 0-16,14-22 0 15,18-21 0-15,10-26 1 16,18 0 0-16,10 13 0 16,0 6 0-16,1 28 0 15,-1 10-1-15,-6 21 1 16,-5 20 0-16,-6 12 0 16,0 3 0-16,7 13 0 15,-7 15 0-15,6-3 0 16,5 4 0-16,3 2 0 15,7 22-1-15,3 10 1 0,8 16 0 16,6-1 0-16,18 13-1 16,11 13 1-16,21 12-1 15,18 7 1-15,21 2-1 16,24-6 1-16,25 4-1 16,22-7 1-16,41-19 0 15,36-12 0-15,39 16 0 16,46-1 1-16,24 10 0 15,25 3 0-15,35 13-1 16,43-7 1-16,28 9-1 16,31-8 1-16,40-17-1 15,38 14 0-15,21-14-1 16,32 1 1-16,11-7-1 16,17 7 1-16,1-13-1 15,-266 37 0-15,375-24 1 16,-50 34 0-16,-42 16-1 0,-24 19 1 15,2 2-1-15,5 26 1 16,6 12-1-16,8 7 1 16,20-13-2-16,25 13 1 15,-10-4-1-15,7 1 0 16,3-7 0-16,-31 0 1 16,-8 7 0-16,-17-1 0 15,-18-2 0-15,-21-1 1 16,-10 7 0-16,-4 15 1 15,-11-9-1-15,8 0 1 0,-11-7-1 16,-11-2 1-16,-25-10-2 16,-20-6 1-16,-26-10-2 15,-38-6 0-15,-32-6 1 16,-35-13 1-16,-46-2 0 16,-35-11 0-16,-53 1 1 15,-32-3 0-15,-32 9 2 16,-24 0 1-16,-36 9-2 15,-21 7 0-15,-17 3 0 16,-18 6 0-16,-18 13-2 16,-21 3 1-16,-14 6-2 15,-18 19 1-15,-13-7 0 16,-26 16 0-16,-3 10-1 16,-10 16 1-16,-12 27 0 15,-2 13 0-15,-5 32 0 16,-2 37 0-16,-1 19 0 15,-7 34 0-15,0 23 0 0,-7-4 1 16,1 16-1-16,-12-22 1 16,15-12-2-16,0-10 1 15,17-22 0-15,4-38 0 16,10-18 0-16,0-4 0 16,8-24 0-16,-4-10 1 15,-7-13 0-15,-4-9 0 16,-7-9 0-16,-6-10 0 15,-12-6 0-15,-24-6 0 16,-28 0-1-16,-25-23 0 0,-46 4-7 16,43-12 1-16,-170 5-1 15,92-12 1-15</inkml:trace>
  <inkml:trace contextRef="#ctx0" brushRef="#br0" timeOffset="17094.86">22490 1624 60 0,'-15'-9'30'0,"8"-7"-21"0,4 19 31 15,-1 0-36-15,4-3 1 16,0 10 2-16,-3-7 1 0,-1 3-10 16,1 3 1-1,-8 1 6-15,4-1 1 0,0 10-3 16,0 15 0-16,-4 1-1 15,1 18 1-15,-1-6-2 16,4 3 1-16,4 7-1 16,3-1 0-16,7-2 0 15,3 8 0-15,8-2-1 16,0 0 0-16,3-10 0 16,3 0 0-16,-2-6-1 15,-1-10 0-15,0-12 0 16,4-12 0-16,6-13 0 15,8-23 0-15,4-8 1 16,6-10 0-16,-3-3 1 16,-4-3 0-16,-10 0 1 15,-7 6 0-15,-15-10 1 16,-10 11 0-16,-14-8-1 16,-11 4 1-16,-10 0-1 0,7 13 0 15,-22-1-1-15,1 7 0 16,3 3-9-16,11 6 0 15,7 4-1-15,7 2 0 16</inkml:trace>
  <inkml:trace contextRef="#ctx0" brushRef="#br0" timeOffset="25993.8">20249 6648 85 0,'-42'-82'42'0,"17"-50"-32"0,22 113 42 16,-1 1-49-16,4 11 0 15,0 14 1-15,4 15 0 16,-1 25-4-16,-3 28 0 16,7 35 4-16,-7 18 1 15,8 38-2-15,2 13 1 16,4 12-2-16,7 4 1 15,8-20-6-15,6-24 0 16,4-26-14-16,7-21 1 0,3-35 0 16,-3-35 0-16</inkml:trace>
  <inkml:trace contextRef="#ctx0" brushRef="#br0" timeOffset="26160.07">20941 7353 106 0,'63'-72'53'16,"93"41"-68"-16,-111 24 84 0,15 1-77 15,15-3 0-15,13-7-18 16,7-6 0-16,-7-9 30 16,-10-29 0-16</inkml:trace>
  <inkml:trace contextRef="#ctx0" brushRef="#br0" timeOffset="26356.27">20980 6610 107 0,'-60'0'53'0,"7"138"-66"0,46-85 85 16,3 26-72-16,8 30 0 15,13 20-1-15,8 6 0 16,14-10-5-16,7 4 1 15,14-13-17-15,3-19 1 16,-3-31-1-16,14-35 0 16</inkml:trace>
  <inkml:trace contextRef="#ctx0" brushRef="#br0" timeOffset="26658.34">21893 6221 114 0,'-38'-100'57'0,"27"59"-83"16,15 44 110-16,10 3-85 16,14 19 1-16,18 26-1 15,24 30 1-15,11 23 0 16,8 30 0-16,2 17 0 15,-13-4 0-15,-18 20 0 16,-18-11 1-16,-35-11-1 16,-31-20 0-16,-22-12-2 15,-25-19 0-15,-6-9-12 0,-5-29 0 16,8-28 0-16,14-34 0 16</inkml:trace>
  <inkml:trace contextRef="#ctx0" brushRef="#br0" timeOffset="26894.45">24451 6359 109 0,'92'35'54'0,"-71"-89"-65"0,-21 60 81 0,-7 7-70 15,-7 12 0-15,-11 19-1 16,-7 16 0-16,-14 34 1 15,4 12 0-15,0 7-1 16,-4 16 1-16,0 15-6 16,-3 3 0-16,3-21-10 15,3-10 0-15,8-25 0 16,0-29 0-16</inkml:trace>
  <inkml:trace contextRef="#ctx0" brushRef="#br0" timeOffset="27059.66">23742 6930 91 0,'63'-44'45'0,"43"78"-51"0,-63-15 69 16,17 12-64-16,7 13 1 16,10 10-29-16,4 8 0 15,4 11 29-15,-4-20 0 16</inkml:trace>
  <inkml:trace contextRef="#ctx0" brushRef="#br0" timeOffset="27411.46">24903 6108 83 0,'-85'-81'41'15,"-53"8"-44"-15,96 61 61 0,-25-4-55 16,-14 16 0-16,-21 13 1 15,-4 21 1-15,-14 16-5 16,-7 45 0-16,-4 24 4 16,1 31 1-16,10 23-2 15,21 12 0-15,32 19 0 16,42-13 0-16,39-19-2 16,36-18 0-16,41-25 0 15,29-39 0-15,22-27 0 16,16-41 0-16,-2-28 0 15,-5-32 0-15,-13-15 0 16,-25-35 0-16,-29-12-2 16,-34-16 1-16,-36-3-6 15,-28-10 1-15,-25 4-14 0,-18 9 0 16,-3 6-1-16,4 0 1 16</inkml:trace>
  <inkml:trace contextRef="#ctx0" brushRef="#br0" timeOffset="27603.18">25502 5907 102 0,'32'10'51'0,"3"106"-65"0,-17-69 87 0,3 47-73 16,7 41 0-16,1 37-2 15,-8 13 1 1,0 25-5-16,-7-15 1 0,0-16-12 15,-10-26 0-15,3-12 0 16,0-40 0-16</inkml:trace>
  <inkml:trace contextRef="#ctx0" brushRef="#br0" timeOffset="27779.51">26550 6898 118 0,'131'-116'59'0,"45"41"-90"15,-116 63 108-15,18 8-105 16,6 8 1-16,1-4-1 0,7-19 0 16</inkml:trace>
  <inkml:trace contextRef="#ctx0" brushRef="#br0" timeOffset="27986.14">26741 6190 98 0,'-50'-25'49'0,"1"103"-57"0,31-40 68 0,-3 18-60 16,-4 26 0-16,1 37 0 15,2 19 1-15,8 0-5 16,14 12 0-16,18-12-9 15,14-16 1-15,14-27-1 16,6-30 1-16</inkml:trace>
  <inkml:trace contextRef="#ctx0" brushRef="#br0" timeOffset="28292.2">27555 5945 115 0,'-49'-81'57'0,"14"-76"-75"0,28 138 98 16,3 6-82-16,4 20 1 15,18 21-2-15,14 22 0 16,24 25 4-16,18 35 0 15,32 22-2-15,14 3 0 16,3 31 1-16,-17-9 0 16,-25-13 0-16,-35-22 1 15,-42-6-1-15,-61-3 1 16,-52-6-9-16,-60-7 0 16,-36-22-1-16,-28-24 1 0</inkml:trace>
  <inkml:trace contextRef="#ctx0" brushRef="#br0" timeOffset="28773.07">20331 7366 101 0,'-50'-60'50'0,"40"47"-53"0,17 10 57 0,14 0-56 16,21 0 0-16,22 0-15 15,27-3 1-15,15-4 17 16,18-2 0-16</inkml:trace>
  <inkml:trace contextRef="#ctx0" brushRef="#br0" timeOffset="29312.42">25897 7039 87 0,'4'-28'43'0,"14"13"-45"16,-8 18 50-16,8 0-49 15,10 0 1-15,7 0-1 16,11 0 0-16,7-3 1 16,14-3 0-16,14-6-5 0,15-10 0 15,2 6 0-15,8-12 0 16</inkml:trace>
  <inkml:trace contextRef="#ctx0" brushRef="#br0" timeOffset="31613.28">12562 3490 86 0,'-31'-76'43'0,"31"45"-39"15,3 22 44-15,1 2-48 16,-1 7 1-16,-3 10 1 16,-3 21 0-16,-8 26-1 15,-17 21 0-15,-21 38 1 16,-26 53 1-16,-20 63 0 16,-32 51 0-16,-21 43-1 15,46-104 1-15,-85 199-2 16,0-23 1-16,14-22-1 15,-3-9 1-15,6-28-1 16,15-16 1-16,14-19-1 0,-4-12 0 16,11-17 0-16,-3-5 0 15,20-6 0-15,1-23 0 16,3-28 0-16,3-25 0 16,19-31-1-16,6-34 1 15,11-33-1-15,7-30 1 16,4-25-1-16,-8-39 1 15,0-27-1-15,4-25 0 16,4-23 0-16,3-24 0 16,14-23 0-16,7-15 0 0,11-22 0 15,14-3 0-15,7 0 0 16,3 15 1-16,4 10-1 16,-3 22 1-16,-1 22-1 15,-6 21 1-15,-8 23 0 16,-3 19 0-16,0 27 0 15,-4 32 1-15,0 32-2 16,1 37 1-16,6 28 0 16,11 7 0-16,7-1-1 15,10 1 0-15,19-7 0 16,6-15 0-16,25-22 0 16,7-16 1-16,11-26 0 15,13-27 0-15,36-25 0 16,7-23 0-16,25-18 0 15,28-16 0-15,11-6-6 16,17-12 1-16,0 2-1 16,11-6 0-16</inkml:trace>
  <inkml:trace contextRef="#ctx0" brushRef="#br0" timeOffset="33231.17">11737 6528 106 0,'-42'-44'53'0,"-18"63"-53"0,42-12 54 16,-10 8-54-16,-8 20 0 15,-16 15-1-15,-12 25 1 16,-3 19 0-16,0 13 0 0,11-1 0 16,13-2 0-16,11-13-1 15,18-25 1-15,14-16 0 16,14-28 0-16,8-25 0 15,13-22 1-15,11-13-1 16,0-3 1-16,-1-9 0 16,-6-6 1-16,-3 9-1 15,-8 6 0-15,-7 3 0 16,-7 10 0-16,0 12 0 16,-3 10 0-16,-4 15 0 15,-7 13 0-15,-11 25 0 16,-13 16 0-16,-12 28-1 15,-24 16 1-15,-3 9-1 16,-1 6 1-16,11-6 0 16,11-19 0-16,14-12 0 15,14-19 1-15,14-19-1 16,17-22 1-16,19-13 0 0,13-21 0 16,7-13-2-16,1-12 1 15,6-7-3-15,1-6 1 16,-1-3-8-16,-3-7 1 15,-7 4-1-15,-3-13 0 16</inkml:trace>
  <inkml:trace contextRef="#ctx0" brushRef="#br0" timeOffset="33384.21">12005 7297 103 0,'-3'12'51'0,"-22"95"-51"0,14-66 58 0,-3 2-58 15,-7 17 1-15,-4 12-3 16,8 0 1-16,-1 13-11 16,4-7 0-16,3-15-1 15,11-19 1-15</inkml:trace>
  <inkml:trace contextRef="#ctx0" brushRef="#br0" timeOffset="33781.03">11994 6318 101 0,'-60'-28'50'0,"-102"-32"-56"16,123 51 72-16,-14 12-66 0,-10 7 1 16,-18 21 0-16,-11 13 0 15,-7 22-2-15,-3 18 1 16,0 39 0-16,-11 21 0 15,11 28 0-15,10 13 0 16,28 13-1-16,26 3 1 16,30-26 0-16,37-21 0 15,20-35 0-15,25-31 1 16,36-35-1-16,20-34 0 0,15-41 0 16,28-41 1-1,-1-21-1-15,1-23 1 0,7-25-1 16,-14 1 1-16,-21 2 0 15,-25 4 1-15,-22-4 1 16,-31 10 0-16,-31 6 0 16,-26 6 1-16,-34-2-5 15,-47-1 1-15,-28 16-2 16,-52 22 0-16</inkml:trace>
  <inkml:trace contextRef="#ctx0" brushRef="#br0" timeOffset="36543.81">7892 10282 114 0,'-32'-57'57'0,"11"67"-53"0,17 2 57 0,-3 23-60 15,-10 21 0-15,-5 38 1 16,-6 26 0-16,-11 33-3 16,-3 48 1-16,-14 28 1 15,3 19 1-15,-4-7-1 16,8-21 0-16,6-29-1 15,5-28 1-15,13-31-6 16,18-38 0-16,7-25-15 16,18-41 0-16,17-34 0 15,11-48 0-15</inkml:trace>
  <inkml:trace contextRef="#ctx0" brushRef="#br0" timeOffset="36880.8">8735 11003 104 0,'3'3'52'0,"-56"-12"-64"0,39 9 83 16,-3 0-70-16,-12 0 1 16,-2 0 0-16,-5 9 0 15,-2 10-3-15,-5 3 1 16,1 16 1-16,3 18 0 15,4 19-1-15,7-3 1 0,6 10 0 16,12-7 0 0,17-3 0-16,7-9 0 0,21-3 1 15,18-26 0-15,7-15-1 16,7-19 1-16,-3-13 0 16,-1-18 0-16,-6-13-1 15,-11-6 0-15,-15-10 0 16,-13-9 0-16,-18 0-1 15,-11-3 0-15,-10 10-4 16,-7 5 0-16,-14 7-18 16,-1 9 0-16,-3 4 0 15,8-4 0-15</inkml:trace>
  <inkml:trace contextRef="#ctx0" brushRef="#br0" timeOffset="37230.39">9529 10257 110 0,'-64'-10'55'0,"-28"35"-72"0,68-12 94 16,-1 3-76-16,-3 3 1 15,3 2-1-15,4 11 1 16,10 9-2-16,4 18 0 0,18 23 1 16,13 6 1-16,8 15-1 15,7 10 0-15,3 15 1 16,1 1 0-16,-19 0-1 16,-17 9 1-16,-17 6-1 15,-29 6 1-15,-24-12-4 16,-26-9 0-16,-13-10-18 15,-11-22 1-15,-21-12-1 16,7-26 1-16</inkml:trace>
  <inkml:trace contextRef="#ctx0" brushRef="#br0" timeOffset="40518.89">11070 8150 63 0,'-63'-4'31'0,"6"20"-21"0,47-16 31 16,-1 0-37-16,-3-3 0 16,0 3 4-16,7 0 0 15,7 3-8-15,7-3 0 0,14 0 6 16,11 3 1-16,10 0-2 15,11-3 0-15,14 0-2 16,11 7 1-16,3-14-3 16,7 4 1-16,7-9-1 15,0-1 0-15,-6-3-1 16,-15 7 1-16,-11 0-1 16,-13-4 0-16,-15 4 0 15,-14 6 1-15,-21 3-1 16,-21-4 0-16,-18 4 0 15,-14 7 0-15,-17 2 0 16,-19 7 1-16,-13-4-1 16,-7 10 0-16,-1-3 0 15,5 6 0-15,-1 0 0 16,18-3 0-16,13-3 0 16,15-3 0-16,25-7 0 15,21 1 0-15,21-4 0 0,18-6 0 16,14-6 0-16,21-4 1 15,10-2-1-15,15-4 1 16,3-6-1-16,0 6 1 16,-3-3-6-16,3 1 1 15,-7 2-1-15,-10 0 0 16</inkml:trace>
  <inkml:trace contextRef="#ctx0" brushRef="#br0" timeOffset="42168.7">5380 13352 119 0,'-67'6'59'0,"46"101"-59"0,24-60 60 16,4 47-60-16,4 50 0 15,-1 41 0-15,8 41 1 16,-4 40-1-16,0 7 0 0,0 3 0 16,-3-28 1-16,0-25-1 15,-4-35 0-15,0-31-6 16,3-35 1-16,1-28 0 16,6-31 0-16</inkml:trace>
  <inkml:trace contextRef="#ctx0" brushRef="#br0" timeOffset="42451.85">7133 13669 110 0,'21'28'55'0,"-70"44"-55"16,42-38 59-16,3 26-59 0,1 18 1 16,6 26 0-16,8 28 1 15,7 15-2-15,-4 10 0 16,7 15 1-16,7-12 0 16,0-22-6-16,-7-16 1 15,-3-18-17-15,-7-23 1 16,-15-21-1-16,-6-26 0 15</inkml:trace>
  <inkml:trace contextRef="#ctx0" brushRef="#br0" timeOffset="42824.81">6230 13897 108 0,'-46'-6'54'0,"39"12"-78"15,7 4 95-15,7 12-72 16,7 22 0-16,7 28 0 16,15 19 0-16,6 25 1 15,7 12 1-15,1 1-1 16,3-7 0-16,3-9 2 15,4-16 0-15,4-12 0 16,6-29 1-16,4-24-1 16,0-23 1-16,1-21-1 0,-5-20 1 15,1-15-2-15,-8-22 0 16,-3-6-1-16,-3-6 1 16,-5-4-3-16,5 0 0 15,-22 1-9-15,4 2 1 16,-4-9-1-16,4-3 1 15</inkml:trace>
  <inkml:trace contextRef="#ctx0" brushRef="#br0" timeOffset="43170.02">8146 13342 105 0,'-32'-9'52'0,"11"-7"-59"16,21 16 69-16,3 3-62 16,18 7 1-16,8 12 2 15,13 12 0-15,18 26-2 16,18 18 0-16,13 20 2 15,1 27 1-15,-11 4-1 16,-14 18 0-16,-14 7-1 16,-18-1 1-16,-21-9-2 0,-17-12 0 15,-18-16-6 1,-18-25 1-16,-10-22-17 0,-22-22 1 16,4-22-1-16,4-25 0 15</inkml:trace>
  <inkml:trace contextRef="#ctx0" brushRef="#br0" timeOffset="43424.25">9917 14042 123 0,'-4'15'61'0,"32"14"-85"0,-3-26 109 0,17-3-86 16,22-3 1-16,17-10-2 16,7-9 1-16,11-3-1 15,3-6 0-15,-7 6-5 16,-13-4 1-16,-12 14-12 16,-17 2 1-16,-14 10 0 15,-21 3 1-15</inkml:trace>
  <inkml:trace contextRef="#ctx0" brushRef="#br0" timeOffset="43635.86">9585 14616 121 0,'39'28'60'0,"84"-28"-81"0,-77-3 101 15,39-4-81-15,35-8 1 16,14-10-1-16,17-4 1 16,8-5-5-16,-14-1 1 15,-8 4-1-15,-13-7 0 16</inkml:trace>
  <inkml:trace contextRef="#ctx0" brushRef="#br0" timeOffset="45810.61">12728 13079 103 0,'-42'-3'51'0,"21"-22"-58"16,21 19 52-16,0-4-46 15,3 4 1-15,1 0 1 16,-4 6 0-16,3 6 0 15,-3 10 1-15,0 2 1 16,-3 23 1-16,-1 25 1 16,-3 22 0-16,-3 18 0 15,-8 36 0-15,-3 21-2 16,0-4 1-16,-1 8-6 16,5-1 0-16,6-19-22 0,8-24 1 15,6-20-2-15,-3-18 1 16</inkml:trace>
  <inkml:trace contextRef="#ctx0" brushRef="#br0" timeOffset="46206.79">11659 15120 109 0,'-46'47'54'0,"18"-25"-82"16,35-12 101-16,14-7-74 16,29-6 1-16,27-13 0 15,26-3 1-15,38-6-1 16,14-6 0-16,18 0 0 16,14-4 1-16,-18 7-1 15,-10 3 0-15,-14 9-8 16,-18 4 1-16,-14 5 0 0,-25 7 0 15</inkml:trace>
  <inkml:trace contextRef="#ctx0" brushRef="#br0" timeOffset="48153.34">15004 12289 110 0,'-134'-22'55'0,"45"41"-70"0,72-16 75 0,-1 0-61 15,8 6 1-15,-5 4-2 16,8 12 1-16,0 13 1 16,11 15 1-16,-4 22-2 15,7 38 1-15,0 16 0 16,-4 46 0-16,-3 29 1 15,-7 47 0-15,-3 6 0 16,-1 19 1-16,-3-16-1 16,4-9 1-16,-5-22-1 15,-2-22 1-15,3-19-1 16,0-9 0-16,-1-25-1 16,1-20 1-16,0-11-1 15,-3-10 1-15,3-10-1 16,3-15 1-16,4-16-1 15,14-12 1-15,14-7 0 16,25-6 0-16,14-9-1 16,28-13 0-16,29-10-3 0,20-18 0 15,15-22-23-15,17-25 1 16,4-13-1-16,-28-6 0 16</inkml:trace>
  <inkml:trace contextRef="#ctx0" brushRef="#br0" timeOffset="49193.42">24790 12461 105 0,'7'-12'52'0,"0"-23"-52"0,0 26 52 15,7-1-51-15,4 4 0 16,6 0 1-16,5 3 0 15,2 6-2-15,8 3 0 16,0 13 1-16,-4 12 1 16,4 13-1-16,0 25 1 0,0 19-1 15,-11 25 0-15,0 25-1 16,-7 25 1-16,-3 22-1 16,-1 38 0-16,-2-4-1 15,-1 13 1-15,3-3-1 16,-6-9 1-16,-4-20-1 15,-4-2 1-15,-6-13 0 16,-4-10 0-16,-7-2 1 16,-11-29 0-16,-10-12 1 15,-11-13 1-15,-7-12-1 16,-10-20 0-16,-4-14-1 16,-4-17 1-16,-14-15-6 15,-3-19 1-15,-14-29-2 16,-22-36 1-16</inkml:trace>
  <inkml:trace contextRef="#ctx0" brushRef="#br0" timeOffset="53822.32">15515 13342 101 0,'-21'-15'50'0,"0"-23"-48"0,21 35 51 0,0 0-54 16,0-3 1-16,-4 9 1 15,1 3 0-15,-1 16 0 16,-3 25 0-16,4 25 2 16,-8 28 0-16,1 29 1 15,-1 25 1-15,0 6-1 16,-3 6 0-16,7 3-1 15,0-9 0-15,4-9-2 16,-1-10 1-16,4-22-4 16,7-22 0-16,0-22-4 15,0-15 1-15,0-19-10 16,0-16 0-16,0-22 0 16,4-22 1-16</inkml:trace>
  <inkml:trace contextRef="#ctx0" brushRef="#br0" timeOffset="54262.51">15977 14082 98 0,'-14'-28'49'0,"7"-12"-60"0,11 30 68 15,-1-2-58-15,1 2 1 16,-1 1 1-16,1 2 1 16,-4 7-1-16,-4 7 1 0,-3 12 0 15,-3 15 1-15,-4 10 0 16,-4 6 1-16,4 10-2 16,0 6 1-16,0 3-2 15,10 0 1-15,4 0-2 16,11-10 1-16,6-9-2 15,8-6 1-15,7-12-1 16,6-11 1-16,5-8 0 16,3-13 0-16,3-6 0 15,-7-7 0-15,4-12 0 16,-7-9 1-16,-7-7-1 16,-4-3 1-16,-7 0-1 15,-7-6 1-15,-14 0 0 16,-10-7 0-16,-11-5-1 15,-4 2 1-15,-14 0 0 16,-7 7 0-16,0 9-5 16,0-6 0-16,1 16 0 0,-5 8 0 15</inkml:trace>
  <inkml:trace contextRef="#ctx0" brushRef="#br0" timeOffset="54708.57">12076 15469 101 0,'7'31'50'0,"-11"-25"-48"16,11-3 51-16,7 0-54 16,14-6 0-16,15 3 0 15,27-12 0-15,8-7 0 0,7-3 1 16,10-9-2-16,4-4 0 16,3-9-1-16,-3 3 1 15,-15 7-6-15,-9 6 1 16,-19 9 0-16,-17 16 0 15</inkml:trace>
  <inkml:trace contextRef="#ctx0" brushRef="#br0" timeOffset="55028.52">12061 15641 104 0,'-42'9'52'0,"32"-12"-71"16,17 6 73-16,7 10-55 16,3 15 1-16,8 13-1 15,3 12 1-15,0 26 0 16,1 18 1-16,-5 13-1 16,-6 6 1-16,-14 3 1 15,-11 12 0-15,-11-5 1 16,-14-7 0-16,-10-3 0 15,-15-16 0-15,-3-18-1 16,0-19 0-16,4-32-5 16,14-25 1-16,10-28-17 15,18-28 0-15,17-28 0 16,26-16 0-16</inkml:trace>
  <inkml:trace contextRef="#ctx0" brushRef="#br0" timeOffset="55570.85">13257 15741 102 0,'-17'82'51'0,"-43"-7"-77"0,46-62 90 0,-7 2-67 16,-8-2 0-16,-2-7-2 15,-5-9 0-15,1-10 4 16,3-15 1-16,4-13-4 15,3-9 0-15,8-9 2 16,10 9 1-16,7 3 3 16,14 6 1-16,7 6 2 15,4 7 0-15,3 16 0 16,4 8 1-16,3 20-2 16,0 25 1-16,0 12-3 15,4 13 0-15,-11 19-1 16,-6 2 1-16,-12 8-1 15,-6-1 0-15,-8 3-1 16,-10-13 1-16,-14-5-1 16,-14 9 1-16,-18-13-2 15,-11-3 1-15,-7-9-1 16,1-4 0-16,6-12 0 0,8-18 1 16,3-14-1-16,14-12 0 15,11-9 1-15,17-10 0 16,11-5-1-16,14-8 1 15,11 1 0-15,6 6 1 16,15 6-1-16,10 10 1 16,15 6 1-16,10 13 0 15,0 12 0-15,4 16 1 16,-1 6-1-16,1 6 1 0,3 6-1 16,0 4 1-16,-7 0-5 15,-3-10 1-15,-4-6-1 16,-4-25 1-16</inkml:trace>
  <inkml:trace contextRef="#ctx0" brushRef="#br0" timeOffset="61118.14">17187 14158 24 0,'-3'-7'12'0,"-11"1"12"0,7 3 13 16,-4 0-30-1,0-3 0-15,-3 3 3 0,0-1 1 16,-3 4-13-16,-1-6 1 15,0 6 9-15,-3 0 0 16,-4 0-3-16,-3 3 0 16,0 19-1-16,-14 3 0 15,6 16-3-15,1 9 1 16,7 16-2-16,7 3 1 16,3 3-1-16,11-3 0 0,11-6 0 15,10-13 0-15,7-12-1 16,0-13 1-16,7-16 0 15,0-9 0-15,8-12 0 16,-1-13 1-16,-3-7-1 16,-4-2 1-16,0-4 0 15,-7 4 1-15,-3-1 1 16,-7 1 0-16,-8-1 0 16,-3 1 0-16,-3-1 0 15,-8 4 1-15,-10-4-3 16,7 4 1-16,-7-4-3 15,3 1 0-15,0 3-12 16,4 2 0-16,7 11 0 16,4 5 0-16</inkml:trace>
  <inkml:trace contextRef="#ctx0" brushRef="#br0" timeOffset="61536.6">17484 13502 90 0,'-60'-69'45'0,"0"22"-54"0,49 38 67 0,1-4-55 16,-1 4 1-16,0 3 1 16,4-4 0-16,7 10-7 15,7 7 0-15,11 5 4 16,10 13 1-16,11 16-3 16,7 12 1-16,3 10-1 15,8 15 0-15,-1 20 0 16,1 5 1-16,-4-3-1 15,-11 4 0-15,-17-1 1 16,-11 4 0-16,-18 6-1 16,-13-13 1-16,-15-6-1 15,-14-6 0-15,-11-9-7 16,-10-14 0-16,0-11-1 16,4-14 0-16</inkml:trace>
  <inkml:trace contextRef="#ctx0" brushRef="#br0" timeOffset="61817.78">18747 14525 105 0,'-46'15'52'0,"46"7"-66"0,10-19 70 0,15-3-56 16,24-3 1-16,26-3-1 16,16-3 1-16,8-7-2 15,17-3 1-15,1 0-2 16,-1 4 1-16,-6 5-9 16,-15-2 0-16,-10-1 0 15,-22 1 0-15</inkml:trace>
  <inkml:trace contextRef="#ctx0" brushRef="#br0" timeOffset="62049.6">18860 13919 113 0,'-75'-15'56'0,"79"24"-76"0,10-3 88 16,11 10-69-16,17 19 1 15,11 18 0-15,10 13 0 16,-3 18 0-16,0 23 0 16,0 15-1-16,-3 1 1 15,-4 2-5-15,-4-6 0 16,4-9-12-16,7-25 1 16,-4-29-1-16,4-37 0 15</inkml:trace>
  <inkml:trace contextRef="#ctx0" brushRef="#br0" timeOffset="62281.4">20810 13524 115 0,'-28'13'57'0,"21"28"-82"16,11-16 101-16,6 12-77 15,1 29 1-15,3 25-1 16,0 16 1-16,-3 21-1 16,-8 17 1-16,-3 5-2 15,0-6 1-15,0-3-9 16,0-21 0-16,7-17-1 16,7-21 1-16</inkml:trace>
  <inkml:trace contextRef="#ctx0" brushRef="#br0" timeOffset="62674.61">21657 13948 112 0,'-60'-19'56'0,"-3"6"-73"0,52 13 80 0,-7 3-62 15,-6 7 0-15,-8 6 1 16,-10 9 1-16,-8 19-4 16,1 9 1-16,6 6 2 15,8 14 0-15,10 11-1 16,15 4 0-16,13 0-1 16,26-16 1-16,13-13-1 15,14-11 0-15,19-27-1 16,16-24 1-16,-3-15 0 15,-3-14 0-15,-11-15 0 16,-14 0 0-16,-10-6 0 16,-26-4 0-16,-17-2-3 15,-17-10 0-15,-26-3-17 16,-24 0 1-16,-10-7 0 0,-4 1 0 31</inkml:trace>
  <inkml:trace contextRef="#ctx0" brushRef="#br0" timeOffset="63085.61">22613 13518 119 0,'-14'6'59'0,"10"1"-89"16,8 2 106-16,7 16-77 15,3 3 1-15,0 7 1 16,0 12 0-16,-4 16 0 16,-2 15 0-16,-5 16 0 15,-6 13 1-15,-5-10-1 16,-2 0 0-16,-1 0-5 16,1-18 1-16,3-17-22 15,3-15 1-15,1-12-1 16,10-16 1-16</inkml:trace>
  <inkml:trace contextRef="#ctx0" brushRef="#br0" timeOffset="63459.72">23262 13179 113 0,'-7'-15'56'0,"-28"5"-76"16,28 13 107-16,3 1-89 15,1 8 0-15,6 4-1 16,11 12 1-16,11 10 3 15,10 15 0-15,15 13-2 16,3 22 0-16,10 9 2 16,-10 13 1-16,-7 18-1 15,-21-6 1-15,-22 7-1 16,-35 0 1-16,-28-4-5 16,-24-12 1-16,-15-19-23 15,-10-25 0-15,-1-22-1 16,19-31 1-16</inkml:trace>
  <inkml:trace contextRef="#ctx0" brushRef="#br0" timeOffset="73158.13">13169 865 75 0,'-32'-78'37'0,"-10"-1"-29"0,28 70 37 16,-4 15-44-16,-3 13 0 15,-7 25 0-15,0 12 1 16,0 29-3-16,3 31 0 16,4 19 1-16,14 3 1 15,14 22-9-15,24 6 1 16,1-6-1-16,3-3 1 16</inkml:trace>
  <inkml:trace contextRef="#ctx0" brushRef="#br0" timeOffset="73691.21">17625 464 88 0,'-53'-50'44'15,"14"65"-54"-15,32 1 62 0,0 12-52 16,0 44 0-16,0 35-1 16,-4 28 0-16,1 37-10 15,-4 29 1-15,3 21-2 16,0-15 1-16</inkml:trace>
  <inkml:trace contextRef="#ctx0" brushRef="#br0" timeOffset="74185.64">21950 244 88 0,'-4'-3'44'0,"-34"-104"-44"16,27 111 45-16,-3 11-46 16,-4 29 1-16,-3 25-1 15,-4 47 1-15,4 28-6 16,7 35 1-16,10 19-1 16,19-13 1-16</inkml:trace>
  <inkml:trace contextRef="#ctx0" brushRef="#br0" timeOffset="74693.08">26148 298 89 0,'-14'-19'44'0,"-32"44"-49"0,25-6 56 16,-7 15-63-16,-4 13 1 15,4 32-1-15,17 11 1 16</inkml:trace>
  <inkml:trace contextRef="#ctx0" brushRef="#br0" timeOffset="75794.95">4438 6350 84 0,'-25'22'42'0,"29"-7"-42"0,13-2 42 0,15 12-41 15,46 6 0-15,21 4 0 16,70-1 1 0,388-31-3-1,11-18 0-15,21-23 1 16,46-18 0-16,29-10-1 15,38-13 0-15,38 10-1 16,-291 29 1-16,521-33-1 16,-53-2 1-16,11 12 0 15,31-5 1-15,15 2-1 16,28-6 1-16,28 6-1 16,14 0 1-16,14-9 0 15,1 6 0-15,-15-4 0 16,-17 1 0-16,-43 3 0 15,-49 3 1-15,-64 16 0 0,-77 6 0 16,-75 16 0 0,-80 3 1-16,-82 9 0 0,-73 4 0 15,-68-4-1-15,-53 1 1 16,-63-1-7-16,-28 16 1 16,-43-3-1-16,-31 0 0 15</inkml:trace>
  <inkml:trace contextRef="#ctx0" brushRef="#br0" timeOffset="85597.44">9056 9545 87 0,'-60'6'43'0,"42"7"-42"16,25-13 43-16,14 0-40 16,25-3 1-16,28-4 4 15,43-8 1-15,42-10-11 16,52-10 0-16,26-6 7 16,34-6 0-16,1-6-3 0,-4-3 1 15,-35-10-3-15,-22 6 0 16,-38 10-2-16,-28 9 1 15,-43 10 0-15,-31 3 0 16,-29 3-1-16,-38 6 1 16,-29 6-1-16,-39 7 1 15,-45 9-1-15,-39 13 1 16,-36 15-1-16,-20 13 0 16,-22 6 0-16,-3 10 1 15,-4 2 0-15,18 7 1 16,17 0 0-16,29 0 0 0,31-9 0 15,29-4 0-15,35-9-1 16,35-12 1-16,32-10-1 16,32-12 1-16,42-13-1 15,42-19 0-15,25-13 0 16,39-5 0-16,10-10 0 16,15 0 1-16,-8 3-1 15,-10 3 1-15,-17 3 0 16,-22 13 0-16,-14 3 0 15,-32 4 0-15,-21 5-1 16,-21 0 1-16,-28 4-1 16,-29 0 0-16,-31 9-1 15,-32 3 1-15,-46 0-1 16,-32 13 1-16,-35-1-1 16,-14 7 0-16,-21 3 1 15,4 4 0-15,9 5 0 16,19 1 0-16,17 2 0 0,22-2 1 15,38-4-1-15,32 0 0 16,35-9 0-16,35-9 0 16,36-10-1-16,39-16 1 15,45-8 0-15,39-17 0 16,39-6 0-16,18-9 0 16,28-1 0-16,-11-2 0 15,11-4 0-15,-18 4 1 0,-21 6-1 16,-17 9 1-16,-29 6-1 15,-28 7 1-15,-32 9-2 16,-31 4 1-16,-29 2-1 16,-38 10 1-16,-33 9-1 15,-38 13 1-15,-42 16-1 16,-36 9 0-16,-31 6 0 16,-15 0 1-16,-14 9 0 15,15-8 0-15,28-4-1 16,42-7 1-16,31-11-7 15,36-14 1-15,32-8-1 16,35-20 0-16</inkml:trace>
  <inkml:trace contextRef="#ctx0" brushRef="#br0" timeOffset="86128.81">11963 6315 97 0,'-127'-69'48'0,"-32"10"-50"0,117 52 52 0,-22 1-51 16,-17 9 1-16,-18 10-2 15,0 21 1-15,1 19 0 16,-8 10 1-16,7 25-1 16,-3 50 1-16,17 16-1 15,18 46 1-15,28 4 0 16,29 0 1-16,34-6 1 15,33-32 0-15,27-28 0 16,43-29 0-16,15-21 1 16,20-31 0-16,14-35 0 15,-3-29 0-15,0-40 0 16,-4-34 0-16,-21-13-1 16,-21-41 0-16,-24-22 0 15,-26-15 0-15,-31-13-2 16,-32-7 1-16,-42 14-8 0,-32 11 1 15,-21 39-1-15,-25 21 1 16</inkml:trace>
  <inkml:trace contextRef="#ctx0" brushRef="#br0" timeOffset="87339.54">7571 12703 87 0,'49'-3'43'0,"-21"-19"-41"0,-14 15 40 16,4 1-42-16,3-3 0 16,4-1 0-16,7 1 0 15,3-1 0-15,4 1 1 16,14-3 1-16,14-1 0 15,0-3 1-15,7-3 0 0,14-2 1 16,18 2 0 0,7-6-1-16,7-4 1 0,7 4-2 15,-7-3 1-15,-1 3-1 16,-9 0 0-16,-26 3-2 16,-13 6 1-16,-18 1 0 15,-18 2 0-15,-10 1 0 16,-22-1 0-16,-17 0-1 15,-24 1 0-15,-26 6-1 16,-21-1 1-16,-27 14-1 16,-33 11 0-16,-14 17 0 15,-14 3 0-15,-14 9 0 16,25 3 1-16,3-6 0 16,22-4 1-16,31-8-1 15,32-7 1-15,28-3 0 16,39-6 0-16,21-10 0 15,25-3 0-15,21-12-1 16,42-7 0-16,11 0 0 0,10-12 0 16,15-3-1-16,-11-4 1 15,4 4 0-15,-8 3 1 16,-3 6-1-16,0 0 1 16,-4 6-1-16,-13 0 1 15,-5 4-14-15,-2-1 1 16,-12 4-1-16,-24-13 1 15</inkml:trace>
  <inkml:trace contextRef="#ctx0" brushRef="#br0" timeOffset="88862.85">15378 15619 74 0,'-11'9'37'0,"39"7"-37"16,-17-13 38-16,3 0-36 15,18-3 1-15,6 0 2 16,12-3 1-16,20-3-5 15,15 0 0-15,28-1 5 16,35 4 0-16,21 3-1 16,43 3 1-16,42 4-2 0,42 5 1 15,50 7-4-15,46 6 1 16,38-9-2-16,25-13 0 16,25-16-1-16,10-9 0 15,1-15 0-15,-1-1 0 16,-28-6 0-16,-24 4 1 15,-40 2-1-15,-45 10 1 16,-46 9 0-16,-42 3 1 16,-64 4 0-16,-39 2 0 15,-39 1 0-15,-27 3 0 16,-22-4 1-16,-28-2 0 0,-18-4-1 16,-18 3 0-16,-38-5-1 15,-35-4 0-15,-43 9 0 16,-42 7 0-16,-57 6 0 15,-42 9 0-15,-46 4 0 16,-35 2 1-16,-32 4 0 16,-17 6 0-16,-4 0 0 15,3 7 1-15,8-4-1 16,0 7 1-16,17 2-1 16,21-2 1-16,18-1-2 15,21-3 0-15,32-9-1 16,29-3 1-16,20-9-1 15,39-7 0-15,39 0 0 16,28 0 0-16,43-3 0 16,31 3 0-16,43 0 0 15,49 4 0-15,63 2 1 0,60 0 0 16,75 7 0 0,81-3 0-16,59-1 0 0,57-2 1 15,29-1-1-15,24-6 1 16,-18-15-10-16,-31-10 1 15,-47-3 0-15,-59-10 0 16</inkml:trace>
  <inkml:trace contextRef="#ctx0" brushRef="#br0" timeOffset="89277.49">16492 12032 111 0,'-31'9'55'0,"24"192"-74"0,-4-110 77 16,-10 66-82-16,0 37 1 16,3 32-1-16,7-13 1 15</inkml:trace>
  <inkml:trace contextRef="#ctx0" brushRef="#br0" timeOffset="89682.53">21551 12160 106 0,'-35'101'53'0,"67"303"-132"0,-8-263 79 0,12 60 0 15,17-4 0-15</inkml:trace>
  <inkml:trace contextRef="#ctx0" brushRef="#br0" timeOffset="97123.37">15840 15403 73 0,'-4'12'36'0,"-13"-2"-32"16,20-7 37-16,8-6-41 15,10 3 0-15,11-7 0 16,17-8 1-16,7-14-1 16,15-8 0-16,7-13 0 15,-8 3 1-15,-6 3 0 16,-15 6 0-16,-14 13 0 16,-17 9 1-16,-22 13 0 15,-20 19 0-15,-19 6 0 16,-17 9 1-16,-10 10-1 0,-4-3 0 15,0-1-1-15,7-5 1 16,3-7-2-16,18-7 0 16,25-8 0-16,14-7 0 15,18-6 0-15,13-16 0 16,12-6 0-16,13-6 0 16,4 9-1-16,-4-3 1 15,-10 6 2-15,-11 6 0 0,-10 10 2 16,-18 9 0-16,-14 1 0 15,-14 5 1-15,-15 7-1 16,-6-3 0-16,-4-1-2 16,-14 1 1-16,18-3-3 15,10-4 0-15,14-3-2 16,32-3 1-16,11-9-2 16,21-3 1-16,6-4-1 15,15 1 1-15,-3 2-2 16,-8 7 1-16,-10 3 0 15,-7 0 1-15,-15 0-13 16,-9 0 0-16,-16-3 0 16,-2-13 1-16</inkml:trace>
  <inkml:trace contextRef="#ctx0" brushRef="#br0" timeOffset="97957.38">21153 15174 101 0,'-53'3'50'0,"24"-13"-74"16,36 4 87-16,15-6-65 15,20-1 0-15,14-6 0 0,11-3 0 16,11 0 3-16,3-3 1 16,-7 7-2-16,-7 2 1 15,-14 6 1-15,-10 4 0 16,-15 3 1-16,-14 3 0 16,-14 6 0-16,-18 1 0 15,-17 5 0-15,-11 1 0 16,-10 2-2-16,-4 1 1 15,-11 0-2-15,11 2 1 0,7-2-1 16,11-6 0-16,10-4 0 16,15-3 0-16,13-6 0 15,18-7 0-15,11 1-1 16,17-4 1-16,4-2 0 16,10-1 0-16,8 4 0 15,-11 5 1-15,-11 4 0 16,-14 3 0-16,-17 10 1 15,-25 5 0-15,-14 10-1 16,-18 0 1-16,-21 1-1 16,-4-5 1-16,1-2-2 15,6-3 1-15,15-10-3 16,14-3 1-16,17-12-6 16,21-10 1-16,19-3-13 15,16-3 1-15,15 0-1 16,14-6 1-16</inkml:trace>
  <inkml:trace contextRef="#ctx0" brushRef="#br0" timeOffset="103165.73">13374 5177 86 0,'-155'-75'43'0,"-36"34"-38"16,135 31 43-16,-15 4-45 15,8 6 0-15,3 3 0 16,10 10 1-16,18-10-6 16,22 16 1-16,20-10 2 15,36 10 1-15,43-3-2 16,45-10 1-16,42 0-1 0,46-15 0 15,53-10 0-15,50-3 0 16,49-6 0-16,60-16 1 16,49-3-1-16,57-3 0 15,53-10 1-15,59-3 0 16,43-18 0-16,46 6 0 16,28 9-1-16,32 0 1 15,21 3 0-15,-4 10 0 16,4 0-1-16,-17 2 1 0,-19 4-1 15,-41 3 1-15,-26 1 1 16,-34 14 1-16,-43 14 0 16,-39-1 1-16,-53 3 0 15,-52 10 0-15,-50 3-1 16,-64-6 0-16,-56 12-1 16,-56-3 0-16,-43-3-2 15,-35 0 1-15,-28-3-2 16,-35-6 1-16,-22-7-1 15,-21-6 1-15,-17 7-1 16,-11-7 1-16,-14 6-1 16,-11 0 0-16,-10-3 0 15,-8 4 1-15,-3 2-1 16,-7-2 1-16,-3 5-1 16,-4 4 1-16,0-4-1 15,0 1 0-15,-4 0-1 16,1-1 1-16,-1 1 0 15,1 3 0-15,-4-1 0 16,3 4 0-16,-3-3 0 0,0 9 1 16,0-3 0-16,0 0 0 15,0 3-1-15,0-3 1 16,0 3 0-16,0-3 0 16,0 13-1-16,0-10 0 15,0 3 0-15,0-3 1 16,0 4-1-16,-1-7 0 0,1 3 0 15,0 3 1-15,4-3-1 16,-1 3 0-16,1 1-1 16,-1 2 0-16,1-6-4 15,-4 4 1-15,0 2-10 16,-4 0 1-16,-3-2 0 16,-7-4 0-16</inkml:trace>
  <inkml:trace contextRef="#ctx0" brushRef="#br0" timeOffset="104043.69">16976 15083 87 0,'-32'-3'43'0,"11"40"-43"16,21-27 44-16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07:19:25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4 431 11136,'-3'-9'2624,"3"8"-2532,0 1 1,1-1 0,-1 0 0,0 1 0,1-1-1,-1 1 1,1-1 0,-1 1 0,1-1 0,-1 1-1,1-1 1,0 1 0,-1-1 0,1 1 0,-1 0-1,1-1 1,0 1 0,-1 0 0,2-1 0,21-6 568,27-4 0,-1 1 2582,325-31-1779,24 27-944,831 39-342,26-1 753,-45-89-197,-10-60 111,-760 73-547,-44 9-212,-46 15 20,-59 9 22,50 4-5,-13 19 160,-283 0-99,-39-3-104,-8-1-9,-60 1 106,2-1-177,-99 3 85,-66-2-64,-54 7-42,-397 42-144,-5 26-18,483-53 168,-380 47 46,-604 64 149,-12-68-7,-197-114 574,1230 40-591,-66-4 221,198 7-256,33 1-56,15-1 5,33-6 34,56-3 1,-46 7-58,156-19 60,74-4-65,70 2 44,54 2-65,873-11 16,7 55 33,113 17 179,-877-23-93,481-4 397,-779-9-359,298-5 83,-507 5-277,-23 0 0,-5 1 0,-23-1 0,-545 13-256,316-10 128,-50 0 21,-428-10 14,436 2 37,-322 0-93,58 1-65,-904 37-468,1060-10 340,130-6 107,-417 15-319,309-36 237,14-33 229,327 29 35,-78-26-1,116 34 50,0 0 0,-1-1 0,1 0 0,0 0-1,0 0 1,0-1 0,0 1 0,-4-4 0,8 5 3,0 1 0,-1 0-1,1-1 1,0 1 0,0 0 0,0-1 0,-1 1 0,1-1-1,0 1 1,0-1 0,0 1 0,0 0 0,0-1 0,-1 1 0,1-1-1,0 1 1,0-1 0,0 1 0,0-1 0,1 1 0,-1-1-1,0 1 1,0 0 0,0-1 0,0 1 0,0-1 0,0 1 0,1-1-1,-1 1 1,1-2-2,1 1 0,-1-1 0,1 1 0,0-1-1,-1 1 1,1 0 0,0-1 0,0 1 0,-1 0 0,4 0 0,12-6-1,0 1 0,0 1 1,1 0-1,0 1 1,31-2-1,334-24 116,13 20 104,-227 6-138,2476-32 924,-1247 39-341,-1287-4-487,115 2 399,-180-1-288,0-1-1,51-10 0,-97 11-294,1 0 0,-1 0 0,1 0-1,0 0 1,-1 0 0,1 0-1,-1 0 1,1 0 0,0-1-1,-1 1 1,1 0 0,-1 0 0,1-1-1,-1 1 1,1 0 0,-1-1-1,1 1 1,-1 0 0,0-1-1,1 1 1,-1-1 0,1 1 0,-1-1-1,0 1 1,1-1 0,-1 1-1,0-1 1,1 0 0,-2 0-5,1 1 0,0-1 1,0 1-1,-1-1 0,1 1 0,-1-1 1,1 1-1,0-1 0,-1 1 1,1-1-1,-1 1 0,1-1 0,-1 1 1,1 0-1,-1-1 0,0 1 1,1 0-1,-1-1 0,1 1 0,-1 0 1,0 0-1,1 0 0,-1-1 1,0 1-1,1 0 0,-1 0 1,0 0-1,0 0 0,-3 0-29,-18-4-328,-29 0-1,50 3 170,5-1-114,16-3-573,28-5-1263,-25 6 1244,-1 0-953,1-1 0,0 0 0,-1-2 1,26-11-1,-13-2-847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19:51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3895 1245 95 0,'-78'-110'47'0,"29"91"-42"16,38 28 47-16,4 35-51 15,-4 28 1-15,-20 35 1 16,-8 72 0-16,-3 65-4 16,-8 39 1-16,1 24 2 15,3 0 0-15,14-37-2 16,0-48 1-16,11-36-7 15,-3-33 1-15,9-24-1 0,-6-26 0 16</inkml:trace>
  <inkml:trace contextRef="#ctx0" brushRef="#br0" timeOffset="648.24">4812 2097 82 0,'99'-116'41'0,"-36"-62"-29"0,-42 134 35 0,0 0-43 15,-3-3 0-15,-7 3 1 16,-11 13 1-16,-11 9-8 16,-14 22 1-16,-10 12 4 15,-14 41 1-15,-25 35-3 16,-4 35 0-16,8 24-1 15,13 19 1-15,15-22-1 16,10-34 0-16,32-6 0 16,0-26 0-16,46-37 0 15,14-26 1-15,7-24-1 16,0-10 0-16,3-25 0 16,1-3 1-16,-15 3 0 15,-10 22 0-15,-10 22-1 16,-26 32 1-16,-10 21 0 15,-17 41 1-15,-5 22-1 16,1 7 0-16,0-4-1 0,7-10 1 16,10-18-1-16,11-18 1 15,18-20-1-15,14-28 0 16,10-22 0-16,8-9 0 16,6-13 0-16,-3-9 0 15,-3 0 2-15,-4 2 0 16,-15 8 0-16,-9 2 1 15,-8 7-1-15,-11 5 1 16,-6-2-2-16,-4 6 1 0,0-3-2 16,0-6 0-16,10-10-2 15,15-13 1-15,3-11-1 16,15-5 0-16,10-8 0 16,-4 3 1-16,-3 12 1 15,-21-3 0-15,-8 6 1 16,-10 10 1-16,-28 3-3 15,-7 6 1-15,-11 0-10 16,4 7 1-16,3-1-2 16,18-15 0-16</inkml:trace>
  <inkml:trace contextRef="#ctx0" brushRef="#br0" timeOffset="986.92">6872 1270 107 0,'-99'-91'53'0,"71"75"-58"0,21 13 70 15,7 3-64-15,7 9 0 16,14 26 0-16,22 18 0 15,10 19-2-15,14 19 1 16,-4 28 0-16,8 10 1 0,-11-4 0 16,-18 1 0-16,-14 9 0 15,-28-10 1-15,-28-6 0 16,-21-3 0-16,-18-3-5 16,-11-3 0-16,-7-4-23 15,4-11 0-15,-7-20-1 16,-14-6 1-16</inkml:trace>
  <inkml:trace contextRef="#ctx0" brushRef="#br0" timeOffset="1379.14">5669 2866 89 0,'-60'-28'44'0,"-32"21"-54"0,68 14 81 16,-15-7-69-16,-21 12 1 16,7 7 0-16,-7 15 1 15,11 4-5-15,6-7 0 16,15 13 3-16,11 0 0 15,13 0-2-15,18 3 1 16,18-12 0-16,14-4 0 16,7-9 0-16,3-10 1 0,8-12 0 15,-4-12 0-15,-8-7 0 16,-6-12 0-16,-10-7 0 16,-12-12 0-16,-13-7-1 15,-15-5 0-15,-6 8-8 16,-11 11 1-16,-1 5-2 15,5 7 1-15</inkml:trace>
  <inkml:trace contextRef="#ctx0" brushRef="#br0" timeOffset="1666.14">8054 2248 107 0,'-71'-25'53'0,"100"25"-51"0,-5 0 63 16,19-10-65-16,24 1 1 15,35-16-1-15,18 0 1 16,3-3-5-16,-3 3 1 16,0-4-8-16,-10 11 1 0,-19 2-1 15,-20 6 1-15</inkml:trace>
  <inkml:trace contextRef="#ctx0" brushRef="#br0" timeOffset="1869.8">7765 2856 97 0,'-96'44'48'0,"68"-16"-46"15,32-24 60-15,17-4-61 16,25-13 0-16,31-3-4 16,26-2 0-16,24-11-6 15,17-5 0-15,15-13-1 16,3-13 0-16</inkml:trace>
  <inkml:trace contextRef="#ctx0" brushRef="#br0" timeOffset="2057.92">9952 1458 95 0,'-28'-28'47'0,"-4"2"-47"0,28 36 63 15,-6-1-61-15,-1 13 1 16,-3 25 1-16,0 16 0 15,7 34-5-15,7 4 0 16,3 21 4-16,8 16 0 16,3 3-4-16,0 0 1 0,4-19-9 15,7 4 0-15,-1-17-1 16,5-11 1-16</inkml:trace>
  <inkml:trace contextRef="#ctx0" brushRef="#br0" timeOffset="2388.91">10717 1991 96 0,'0'-88'48'0,"-14"-22"-48"0,11 85 57 0,-4 0-56 16,-7 6 1-16,-8 10 0 15,-6 15 0-15,-4 26-3 16,1 21 0-16,-1 6 2 15,4 4 0-15,7 9-1 16,10-3 0-16,11 3 0 16,11 0 1-16,17-18 0 15,18-17 1-15,14-8 0 16,10-23 1-16,-3-15 0 0,-7-10 1 16,-7-3-2-16,-14-10 0 15,-7-12-1-15,-18 1 0 16,-18-4-7-16,-17-10 0 15,-21 1-18-15,-11-4 1 16,-7 4-1-16,0-1 1 16</inkml:trace>
  <inkml:trace contextRef="#ctx0" brushRef="#br0" timeOffset="2653.63">10904 1125 100 0,'22'-28'50'0,"-22"28"-66"0,7 0 93 0,7 0-77 16,7 10 0-16,25 8 1 15,28 11 1-15,25 21-1 16,17-3 0-16,32 16 1 16,0 9 0-16,-3 0 0 15,-11 25 1-15,-21 6-2 16,-35 1 1-16,-47-1-2 15,-38 17 1-15,-53 21-5 16,-49 0 1-16,-57 3-2 16,-31 7 1-16</inkml:trace>
  <inkml:trace contextRef="#ctx0" brushRef="#br0" timeOffset="3258.29">3193 6453 105 0,'-64'-59'52'0,"18"96"-52"0,36-12 53 16,-4 22-53-16,3 54 0 15,-7 33 1-15,8 61 0 16,-1 31-1-16,-6 28 0 16,-5 3-2-16,12 0 0 0,-1-25-14 15,11-41 1-15,0-50-1 16,21-56 1-16</inkml:trace>
  <inkml:trace contextRef="#ctx0" brushRef="#br0" timeOffset="3775.72">4822 6243 114 0,'-38'-129'57'0,"-22"95"-76"15,39 18 96-15,-15 1-78 16,1 2 1-16,-14 7-2 0,-11 18 1 16,-14 17 1-16,-22 33 0 15,8 26-1 1,-7 19 1-16,10 27-1 0,4 23 0 15,14-12 1-15,18-1 0 16,27-13 0-16,15-33 0 16,18-26 0-16,17-38 0 15,15-24 0-15,20-20 0 16,11-21 0-16,4-19 1 16,-8-22-1-16,8-13 0 0,-8 0 0 15,1 4 0-15,-11 12 0 16,-7 22 1-16,-7 9-1 15,-14 26 0-15,-15 18 0 16,-6 31 1-16,-22 32 0 16,-10 22 0-16,-14 7 0 15,-1 15 0-15,8 3 0 16,3-16 1-16,11-19-1 16,-3-12 1-16,13-15-1 15,-3-14 1-15,14-14-2 16,14-17 1-16,8-12-3 15,6-16 1-15,21-19-14 16,4-15 0-16,7-16 0 16,4-6 1-16</inkml:trace>
  <inkml:trace contextRef="#ctx0" brushRef="#br0" timeOffset="3926.72">5380 7124 112 0,'-11'13'56'0,"-38"62"-63"0,38-47 83 15,-13 25-76-15,-1 16 1 16,0 19-5-16,1 13 0 16,-1 18-2-16,11 3 0 15,-4-3-2-15,15-15 0 16</inkml:trace>
  <inkml:trace contextRef="#ctx0" brushRef="#br0" timeOffset="4252.1">5888 6124 112 0,'-60'-41'56'0,"10"38"-61"15,43 6 70-15,14 16-66 16,11 31 1-16,17 22-1 16,15 19 1-16,6 9 0 15,15 26 0-15,3 12 0 16,0 0 0-16,-3 15 0 16,-12-11 0-16,-27-17 0 15,-21-12 0-15,-22-10-1 0,-17-12 1 16,-11-6-8-16,-7-22 1 15,-3-13-1-15,-11-22 0 16</inkml:trace>
  <inkml:trace contextRef="#ctx0" brushRef="#br0" timeOffset="4445.5">6922 6970 105 0,'67'-28'52'0,"42"16"-55"0,-67 2 63 0,25 4-61 16,21 9 0-16,18-6-13 15,7-3 0-15,14-4 14 16,-25 1 1-16</inkml:trace>
  <inkml:trace contextRef="#ctx0" brushRef="#br0" timeOffset="4636.45">6946 7748 100 0,'-28'10'50'0,"99"-17"-54"16,-36-8 61-16,21 2-58 15,36 1 1-15,17-10-8 0,22-3 1 16,17-4-5-1,7-2 0-15,0-4-4 0,11-5 0 16</inkml:trace>
  <inkml:trace contextRef="#ctx0" brushRef="#br0" timeOffset="4911.58">9585 6055 112 0,'-35'-47'56'0,"10"62"-78"16,21 1 101-16,1 6-79 16,-1 31 0-16,4 29 0 15,-3 21 0-15,3 26-1 16,0 15 1-16,0 4 0 15,3 15 1-15,4 3-2 16,4-9 1-16,0-19-8 16,6-19 1-16,4-13 0 15,1-33 0-15</inkml:trace>
  <inkml:trace contextRef="#ctx0" brushRef="#br0" timeOffset="5396.36">10160 6572 95 0,'-14'-19'47'0,"-7"-12"-54"0,17 28 50 16,1-3-44-16,-1 3 0 0,1 6 0 15,-1-3 0-15,1 3 3 16,-5 0 0-16,1 0 1 16,0 3 1-16,-3-3 0 15,-1 4 1-15,1 8 1 16,-4 4 1-16,-1 6-2 16,1 22 0-16,4 22-2 15,10 10 0-15,3 5-2 16,11-2 1-16,11-4-2 15,7-6 1-15,3-9-1 16,0-22 0-16,1-19 0 16,-5-16 0-16,1-15 1 15,0-19 0-15,-11-16 0 16,-3-22 1-16,-4-16-1 16,-11-2 1-16,-6-4-1 15,-11 13 0-15,-11 15-4 16,-14 13 0-16,-7 16-10 0,-3 12 0 15,0 9-1-15,3 4 1 16</inkml:trace>
  <inkml:trace contextRef="#ctx0" brushRef="#br0" timeOffset="5662.79">10753 6086 108 0,'-36'-22'54'0,"19"3"-64"0,17 19 76 0,0 4-65 15,7 5 1-15,7 7-1 16,11 28 1-16,10 15-2 16,4 20 1-16,3 15 1 15,-7 18 1-15,4 20-1 16,-18-13 0-16,-7-3-1 15,-17-6 1-15,-18-6-10 16,-11-13 1-16,-17-13-1 16,-1-25 1-16</inkml:trace>
  <inkml:trace contextRef="#ctx0" brushRef="#br0" timeOffset="6105.7">12665 1922 107 0,'-7'-82'53'15,"38"16"-48"-15,-6 51 53 16,92-20-58 0,17 7 1-16,7 0-3 15,0 3 1-15,-4-10-3 16,1 7 0-16,-15 3-8 16,-6 6 0-16,-29 19-1 15,-21 0 1-15</inkml:trace>
  <inkml:trace contextRef="#ctx0" brushRef="#br0" timeOffset="6478.32">11515 6738 106 0,'-32'7'53'0,"43"27"-65"0,3-28 79 0,10 4-66 15,29-1 0-15,25 1 0 16,24-20 1-16,18-9-3 16,28-6 1-16,0-6 0 15,11-3 1-15,7-7-4 16,-14 3 1-16,-15 1-13 16,-10-1 0-16,-21-3 0 15,-18-6 0-15</inkml:trace>
  <inkml:trace contextRef="#ctx0" brushRef="#br0" timeOffset="7161.36">14076 545 100 0,'-42'-44'50'0,"31"54"-61"0,11-1 76 0,0 26-64 16,-4 37 1-16,4 25-1 15,0 35 0-15,-3 31-2 16,3 31 1-16,0 13 1 15,7-19 0-15,11 10-5 16,-1-23 0-16,4-27-7 16,1-26 0-16,-5-25 0 15,1-28 0-15</inkml:trace>
  <inkml:trace contextRef="#ctx0" brushRef="#br0" timeOffset="7677.19">15053 962 100 0,'-35'-34'50'0,"21"28"-56"16,14 6 73-16,0 0-67 15,3 6 1-15,4 3 0 16,4 26 1-16,-1 12-2 16,1 25 0-16,0 25 1 15,-1 0 0-15,1 19-1 16,-4 13 1-16,0-7-4 15,0-15 1-15,3-7-8 16,5-9 0-16,-1-13 0 16,0 1 0-16</inkml:trace>
  <inkml:trace contextRef="#ctx0" brushRef="#br0" timeOffset="7988.46">15402 1847 90 0,'57'-88'45'0,"34"-16"-52"0,-62 82 54 0,13-9-48 16,4 0 0-16,3-10-3 16,-6-6 1-16,-5 0 4 15,-9-7 0-15,-12 11-2 16,-13 2 1-16,-8 9 2 15,-6 7 1-15,-4 0 2 16,-8 13 0-16,-2 12 1 16,-1 9 0-16,0 35 0 15,8 9 0-15,6 29-2 16,15 34 1-16,13 9-3 16,8-5 1-16,7 2-8 15,7-16 1-15,-4-8-3 16,4-33 1-16</inkml:trace>
  <inkml:trace contextRef="#ctx0" brushRef="#br0" timeOffset="8611.09">14164 329 103 0,'-14'-94'51'0,"116"19"-54"0,-49 49 57 16,39 8-55-16,35-1 1 0,25 13-1 16,13 21 1-16,12-24-1 15,-4 21 1-15,-15-2-1 16,-6 5 1-16,-25 1 0 15,-11 3 0-15,-13 3 0 16,-8 19 0-16,-14 3 1 16,-7 18 0-16,-7 29 0 15,-7 25 0-15,-10 3-1 16,-8 29 1-16,-10 12 0 16,-11 3 0-16,-11 22-1 15,1 3 0-15,-7-19 0 16,6 10 1-16,4-16-1 15,11-12 0-15,-4-23 0 16,0-15 0-16,-3-13 0 16,-4-6 0-16,-10-9-1 15,-11-10 1-15,-25-9-1 16,-28-12 0-16,-28-11-1 16,-25-5 1-16,-35-16-1 0,-29-9 1 15,-17-23 0-15,-7-9 0 16,4-21 1-16,10-1 1 15,10-3 0-15,8 0 1 16,28 10-1-16,10-4 1 16,8 3 0-16,20 1 0 15,15 6-2-15,18-1 1 16,20-14-5-16,33-1 0 0,38-10-10 16,46-5 0-16,53-23-1 15,53-2 1-15</inkml:trace>
  <inkml:trace contextRef="#ctx0" brushRef="#br0" timeOffset="8996.41">17272 636 104 0,'-46'-75'52'0,"4"128"-65"0,31-21 85 16,1 27-72-16,3 13 0 16,3 10 0-16,4 31 1 15,7 3-3-15,4-7 0 16,-1-2-7-16,1-16 1 16,-1 6-12-16,-3-6 1 0,1-16-1 15,-1-9 0-15</inkml:trace>
  <inkml:trace contextRef="#ctx0" brushRef="#br0" timeOffset="9138.43">17607 1492 98 0,'46'-78'49'0,"88"-7"-70"16,-85 66 91-16,26-15-89 15,16-1 0-15,5 1 0 16,2 6 0-16</inkml:trace>
  <inkml:trace contextRef="#ctx0" brushRef="#br0" timeOffset="9363.48">17960 815 82 0,'-42'-22'41'0,"20"41"-38"0,19-7 49 16,6 7-50-16,1 16 1 15,7 9 0-15,-1 6 1 16,8 22-6-16,-8 12 1 16,1 4 0-16,3 0 1 15,0-10-10-15,11-2 0 0,7 2-1 16,-1-25 1-16</inkml:trace>
  <inkml:trace contextRef="#ctx0" brushRef="#br0" timeOffset="9645.17">18687 517 108 0,'-32'-85'54'0,"21"45"-69"16,11 40 88-16,7 0-73 15,11 3 0-15,10 22 0 16,15 19 0-16,9 28-1 0,1 25 1 16,0 3 0-16,-7 10 0 15,-18 9 0-15,-24-3 0 16,-22-12-2-16,-28-1 0 15,-17-18-11 1,-11-7 1-16,-7-6-1 0,3-3 1 16</inkml:trace>
  <inkml:trace contextRef="#ctx0" brushRef="#br0" timeOffset="10135.16">16828 2449 99 0,'-60'-63'49'0,"49"79"-58"16,14-13 69-16,8-3-60 15,17 9 0-15,18-6 0 16,18-3 0-16,38-6 0 16,36 0 0-16,49-16 0 0,56-19 1 15,43 0-1-15,38 1 1 16,11-8 0-16,1 8 1 15,-19-4 0-15,-21 6 0 16,-28 1-1-16,-24 18 1 16,-36 0-1-16,-28 3 0 15,-21 1-1-15,-29 5 1 16,-24 1-1-16,-25 9 1 16,-17-3-1-16,-11 3 0 15,-18-7 0-15,-7 7 1 0,-10 7-1 16,-11-7 0-16,-14 9-11 15,-11-6 0-15,-14 3 0 16,-6-2 1-16</inkml:trace>
  <inkml:trace contextRef="#ctx0" brushRef="#br0" timeOffset="10540.57">21089 1749 102 0,'-46'-81'51'0,"4"75"-60"16,35 2 69-16,-4 1-60 15,-3 3 0-15,4 7 0 16,-8 8 1-16,4 4-1 0,3 16 0 15,8 2 0-15,6 17 0 16,11-1 0-16,15 0 1 16,13 0-1-16,25 4 1 15,18-4-1-15,17-12 0 16,14-13 1-16,4-9 0 16,-7-10 0-16,-18-2 1 15,-21-14 1-15,-21-2 1 16,-28-10 0-16,-28-9 0 0,-29-7-1 15,-39-8 1-15,-28 5-5 16,-31-3 0-16,-22 13-12 16,4 9 0-16,14 0 0 15,21-21 0-15</inkml:trace>
  <inkml:trace contextRef="#ctx0" brushRef="#br0" timeOffset="11154.44">22253 2035 94 0,'-32'-60'47'0,"11"-6"-48"0,18 60 58 0,3-7-56 16,3 7 0-16,8-3 0 15,3 9 0-15,11 3-2 16,13 9 1-16,19-8 0 15,24 2 1-15,43-12-1 16,45-1 1-16,67-11 0 16,75-20 1-16,73 0 0 15,68-12 0-15,66 3-1 16,29 9 1-16,4 4-1 16,-19-1 1-16,-45 17-2 15,-50-7 1-15,-59 9-1 16,-53 6 1-16,-50 7-2 15,-60 3 0-15,-49 0-9 16,-46 3 0-16,-46 4 0 0,-50 2 0 16</inkml:trace>
  <inkml:trace contextRef="#ctx0" brushRef="#br0" timeOffset="12258.98">21449 2320 91 0,'-28'-103'45'0,"-18"40"-41"0,39 60 54 16,-7-7-58-16,0 13 0 0,-4 13 0 16,4 19 1-16,0 27-1 15,10 23 0-15,4 22 1 16,14 37 0-16,7 22 0 16,4 29 1-16,0 18 0 15,0 34 1-15,-1 7-1 16,4 4 0-16,1-8-1 15,-5-14 1-15,5 2-1 16,-1-28 0-16,-4-22-1 16,1-9 1-16,-7-19-1 15,-4-25 1-15,-3-13 0 16,-8-25 0-16,-3-15 0 16,-3-16 0-16,-5-13 0 15,1-9 0-15,0-16 0 16,-3-9 0-16,-1-7 0 15,1-2 0-15,-1-13-1 16,0 3 0-16,1-10 0 16,-1 4 0-16,1-3 0 0,-1-1 0 15,4-2 0-15,-7 5 0 16,0-8 1-16,-4 2 1 16,-10 1-1-16,-11-1 1 15,-7 7 0-15,-7 3 0 16,-10 9-1-16,-11 22 0 15,-4 16-1-15,-7 25 0 0,8 31 0 16,6 26 1-16,15 27-2 16,21 7 1-16,17 10 0 15,18 12 0-15,18-7 0 16,17-5 0-16,25-4 0 16,17-28 0-16,8-25-1 15,7-26 1 1,60-40 1-1,-11-34 0-15,-4-29-1 16,-6-28 1-16,-1-25 0 16,1-31 0-16,-8-22 0 15,-17-10 0-15,-18 0-1 16,-21-15 1-16,-28-4-1 16,-32-5 0-16,-35-4-1 15,-46 6 1-15,-25 16-4 16,-17 10 1-16,-18 18-8 15,10 16 0-15,8 28 0 16,10 6 1-16</inkml:trace>
  <inkml:trace contextRef="#ctx0" brushRef="#br0" timeOffset="12523.5">21096 6779 110 0,'-28'-3'55'0,"24"12"-61"0,15-5 70 0,14-8-65 16,17-2 1-16,14-6-1 15,8-7 1-15,14-3-1 16,6 0 0-16,1-3-5 15,-11-3 0-15,-11 3-8 16,-10-1 1-16,-10 5-1 16,-12-1 1-16</inkml:trace>
  <inkml:trace contextRef="#ctx0" brushRef="#br0" timeOffset="12712.04">21364 6384 90 0,'-35'3'45'0,"14"4"-42"15,21 2 64-15,0 0-64 16,7 10 1-16,7 16 2 16,4 12 0-16,-1 28-7 15,4 22 0-15,1 19 3 0,-5 25 0 16,8 4-14-16,-4 2 0 16,0-15-1-16,7-10 1 15</inkml:trace>
  <inkml:trace contextRef="#ctx0" brushRef="#br0" timeOffset="13487.88">11243 6889 95 0,'-21'-19'47'0,"91"54"-53"0,-34-32 59 0,17-3-53 16,31-6 0-16,29-7-2 16,18 0 1-16,24 1 0 15,32 6 1-15,7-1 0 16,28 7 1-16,-3 0 0 15,24 13 0-15,-6-4 2 16,20 10 0-16,1-3-1 16,17 3 1-16,4-10-1 15,13-6 0-15,1-3-2 16,11 0 1-16,3-3-1 16,-15 0 0-16,12 6 0 15,-22 3 0-15,4 4 0 16,-22 2 1-16,-6-9-1 15,-1 7 0-15,4-7 1 16,-3 3 0-16,6-12-1 16,8-4 1-16,-7-2 0 15,-8-4 0-15,-27 4-1 0,-19-1 1 16,-27 10-1-16,-40 0 1 16,-34 3-3-16,-29 0 0 15,-25-9-17-15,-28-4 0 16,-13 0 0-16,-15-15 0 15</inkml:trace>
  <inkml:trace contextRef="#ctx0" brushRef="#br0" timeOffset="14053.17">22698 6892 112 0,'-7'-22'56'0,"10"16"-83"0,8 9 101 15,6 0-74-15,19 0 0 16,24 0 0-16,24-6 0 16,47-3 0-16,31-13 1 15,50-9 0-15,49-10 1 0,35 4-1 16,39-7 0 0,32-9 1-16,14 3 1 0,11 3-1 15,13 6 0-15,-2-2-1 16,-12 2 1-16,-13 10-1 15,-33 9 1-15,-38 6-3 16,-53 4 0-16,-42 6-9 16,-50 3 1-16,-45 3-1 15,-43-6 1-15</inkml:trace>
  <inkml:trace contextRef="#ctx0" brushRef="#br0" timeOffset="15943.43">7571 11834 69 0,'63'-119'34'0,"-13"81"-15"0,-43 35 35 16,0 6-48-16,0 13 1 15,0 25 3-15,0 34 1 16,0 38-14-16,7 41 1 0,11 31 8 15,13 28 0-15,12 9-4 16,17 4 1-16,-7-19-6 16,-7-31 1-16,-7-19-13 15,-15-32 0-15,-13-28 0 16,-25-34 1-16</inkml:trace>
  <inkml:trace contextRef="#ctx0" brushRef="#br0" timeOffset="16329.79">6466 11555 106 0,'-52'-6'53'0,"34"56"-66"0,18-19 82 0,10 41-69 15,-10 38 1-15,11 47 0 16,7 44 0-16,3 34-2 16,7 13 1-16,7 2 0 15,1-24 0-15,13-25-6 16,11-25 0-16,3-29-1 16,5-37 1-16</inkml:trace>
  <inkml:trace contextRef="#ctx0" brushRef="#br0" timeOffset="16715.04">6996 12019 109 0,'-50'25'54'0,"-52"-12"-61"0,102 2 68 15,0 23-62-15,21 37 1 16,21 26-2-16,15 18 0 16,6 13 1-16,22-4 1 15,17-21-1-15,8-16 0 16,3-32 0-16,-4-24 1 15,0-29 1-15,-3-25 0 0,-14-18 1 16,-4-17 0-16,-17-12 0 16,-18-9 0-16,-11-10-1 15,-10-2 1-15,-15-1-8 16,-6 13 1-16,-4 6-1 16,-11 12 0-16</inkml:trace>
  <inkml:trace contextRef="#ctx0" brushRef="#br0" timeOffset="17027.5">8978 11357 104 0,'-39'-9'52'0,"-42"25"-54"0,67-4 59 16,0 7-57-16,0 6 0 16,14 13-1-16,3 12 1 15,19 22 0-15,13 28 1 16,18 16 0-16,14 32 0 16,-4 9 0-16,1 6 1 15,-15-3 0-15,-6-4 0 16,-19-21-1-16,-13-9 1 15,-15-23-4-15,-6-24 1 0,-22-20-14 16,-10-24 0-16,-8-32 0 16,4-28 0-16</inkml:trace>
  <inkml:trace contextRef="#ctx0" brushRef="#br0" timeOffset="17235.57">10008 12029 114 0,'25'21'57'0,"10"-24"-70"15,1 3 91-15,20 0-79 16,25-3 1-16,28-3-6 16,33-3 1-16,2-1 0 15,4-6 1-15,1 1-11 16,-26-1 1-16,-17 7-1 15,-28 6 0-15</inkml:trace>
  <inkml:trace contextRef="#ctx0" brushRef="#br0" timeOffset="17436.79">10262 12678 113 0,'-24'3'56'0,"52"-19"-73"0,-3 4 91 0,24-1-74 16,29-9 0-16,31-6-8 16,18-7 1-16,21-5-6 15,14-4 1-15,-6 0-4 16,2-6 1-16</inkml:trace>
  <inkml:trace contextRef="#ctx0" brushRef="#br0" timeOffset="17723.21">13187 10561 118 0,'-88'-28'59'0,"-1"62"-79"15,75-12 99-15,0 28-79 16,4 19 0-16,10 25-2 0,10 22 1 16,11 22 0-16,4 0 1 15,3 19-9-15,1-3 1 16,2 0-19-16,-2-7 0 16,-5-3 0-16,-3-18 1 15</inkml:trace>
  <inkml:trace contextRef="#ctx0" brushRef="#br0" timeOffset="17880.09">12121 12831 112 0,'-45'-3'56'0,"73"-9"-85"16,14-1 115-16,50-3-86 15,49-9 0-15,53-15-4 16,39-4 0-16,24-7-3 15,4 8 0-15,-10 5-2 16,-22 7 0-16</inkml:trace>
  <inkml:trace contextRef="#ctx0" brushRef="#br0" timeOffset="18190.5">12248 13154 110 0,'8'-9'55'0,"154"-48"-65"0,-102 35 74 15,42-6-65-15,39-6 1 16,18-1-1-16,28 1 1 15,-4-1-2-15,11 7 0 16,-14 3-11-16,-17 6 0 16,-22 3 0-16,-32 7 1 0</inkml:trace>
  <inkml:trace contextRef="#ctx0" brushRef="#br0" timeOffset="18476.66">12524 13179 106 0,'-29'13'53'0,"-9"-4"-68"16,38-6 80-16,3 4-66 16,8 12 0-16,6 15 0 15,8 29 1-15,3 28 0 16,-3-25 1-16,14 112 0 15,-8 14 0-15,-2 8 1 16,-8-15 0-16,-14-6 1 0,-11-19 0 16,-10-10-1-16,-14-15 1 15,-14-19-2-15,-18-25 1 16,-11-22-5-16,-21-22 1 16,4-18-8-16,-7-36 0 15,3-34-1-15,11-28 1 16</inkml:trace>
  <inkml:trace contextRef="#ctx0" brushRef="#br0" timeOffset="19007">14016 13847 111 0,'-35'63'55'0,"-71"15"-69"16,81-59 78-16,-10-6-66 16,-8-1 0-16,-13-18-2 15,-7-10 1-15,-1-12 3 16,4-13 1-16,11-6-3 16,10 0 1-16,7 0 0 15,18 0 1-15,14 0 1 16,18 3 1-16,20 7 0 15,12 8 1 1,56 36-2 0,-4 8 1-16,-7 23-1 15,-17 25 0-15,-11 12-1 16,-21 13 1-16,-22 0-2 0,-24 6 1 16,-24-3 0-16,-26 3 0 15,-20-7-2-15,-15-2 1 16,-17-13-1-16,-8-9 0 15,5-7-1-15,2-12 1 16,12-6 0-16,16-7 1 16,16-6 0-16,20-3 1 15,21-3 1-15,18 3 0 0,21 6 1 16,18 16 1-16,28 16-1 16,25 9 1-16,17 3-2 15,15-6 1-15,6-7-8 16,-6-24 1-16,-1-23-2 15,1-30 1-15</inkml:trace>
  <inkml:trace contextRef="#ctx0" brushRef="#br0" timeOffset="19473.68">15727 10345 121 0,'-74'-129'60'0,"-43"-12"-71"0,93 116 83 16,-12-13-73-16,-2 4 0 15,-5-1-3-15,8 7 0 16,0 9 4-16,-8 13 1 15,1 18-3-15,0 36 0 16,-4 49 1-16,-4 53 1 16,8 51 1-16,0 62 1 15,6 32 0-15,8 28 0 0,11 6 0 16,-5-12 0-16,15-19-2 16,0-28 1-16,4-29 0 15,-1-31 0-15,4-34-1 16,0-41 1-16,4-26 0 15,-1-21 0-15,8-19-1 16,10-19 1-16,7-15 0 16,25-13 0-16,14-10-1 15,29-18 1-15,41-22-16 16,32-29 0-16,36-40 0 16,-22-25 1-16</inkml:trace>
  <inkml:trace contextRef="#ctx0" brushRef="#br0" timeOffset="28188.3">9483 7811 65 0,'-18'-3'32'0,"60"22"-26"0,-17-13 32 16,24 0-36-16,22-3 1 16,14-9 2-16,31-7 0 15,22-5-6-15,3-11 1 16,18-2 3-16,-11 3 1 16,-14 0-2-16,-21 3 0 15,-18 6-1-15,-14 6 1 16,-17 4-2-16,-19 2 1 15,-16 7-1-15,-19 4 1 0,-13 2-1 16,-18 3 0-16,-18 7-1 16,-28 3 1-16,-14-4-1 15,-15 11 1-15,-24-5-1 16,-17 11 1-16,-4 9 0 16,-15-7 0-16,5 7 0 15,3-7 0-15,24 4 0 16,22-13 1-16,21 0-1 15,21-6 0-15,21-10 0 16,28-12 0-16,25-6 0 16,36-13 0-16,27-6 0 15,15-10 0-15,21 0 0 16,25-5 1-16,-1-8-1 16,1 4 1-16,6-3 0 15,-6 9 0-15,-22 10 0 16,-17-3 0-16,-18 2-1 15,-17 20 1-15,-15-1-1 0,-10 7 1 16,-18 9-1-16,-14 3 0 16,-21 4 0-16,-28 2 0 15,-15 4 0-15,-13 3 0 16,-11 9-1-16,-1 3 1 16,1-9-1-16,-3 0 1 15,-1 0-1-15,22 3 0 16,13-6-2-16,18-6 1 15,18-10-1-15,25-3 0 0,14-7-1 16,17-2 0 0,50-26-7-1,3 7 1-15,-3 0 0 16,-4 0 1-16</inkml:trace>
  <inkml:trace contextRef="#ctx0" brushRef="#br0" timeOffset="32924.79">15790 11223 99 0,'0'0'49'0,"-10"200"-47"0,6-143 50 15,-10 24-52-15,11 29 1 16,-8 3-1-16,4 0 1 16,-4 3-2-16,15-6 1 15,-11-10 0-15,10-19 1 0,-6-18-1 16,6-13 0-16,-3-9-1 15,0-16 1-15,-7-12 0 16,4-19 0-16,-1-23 0 16,11-18 1-16,0-15-1 15,7-11 0-15,-3-8 0 16,3-16 0-16,-3-7 0 16,6 4 1-16,-6 6-1 15,-4-3 0-15,0-7 1 16,-3 29 0-16,-1-10 0 15,4 10 0-15,-3 3 0 16,3 12 0-16,0 10 0 16,-4 9 1-16,4 13-1 15,0 6 1-15,-3 16-1 16,0 12 0-16,-4 25-1 0,0 29 1 16,-8 9-1-1,1 25 0-15,0 25 0 0,-3 7 1 16,-1 5-1-16,-3 1 0 15,0 3 0-15,3-22 0 16,1-19 0-16,6-19 0 16,1-18-1-16,-1-23 1 15,-3-21-1-15,4-29 1 16,3-19 0-16,3-21 0 16,4-16-1-16,4-19 1 15,-1-6 0-15,5-7 0 16,-1 7 0-16,0-3 0 15,0-13 0-15,0 9 1 0,0 10-1 16,-7 19 0-16,0 6 1 16,0 9 0-16,-3 17-1 15,-4 8 1-15,-4 10 0 16,1 16 0-16,-4 12-1 16,-4 31 0-16,0 41 0 15,-6 19 1-15,-1 23-1 16,1 11 0-16,2 4 0 15,-2-7 0-15,6-12 0 16,4-6 0-16,4-23-1 16,3-11 1-16,0-14-8 15,0-15 1-15,0-25-1 16,0-4 0-16</inkml:trace>
  <inkml:trace contextRef="#ctx0" brushRef="#br0" timeOffset="36481.72">4385 3973 59 0,'-28'12'29'0,"45"-15"-28"16,-6 0 29-16,21-3-30 15,-11-4 1-15,74-9 0 16,4-6 1-16,21-3-2 16,28-3 1-16,4 3 0 15,7-1 1-15,10 4-1 16,-7 3 1-16,-21 0-1 15,-7-3 1-15,-14 3-2 16,-17 3 1-16,-15-2-1 0,-18 5 0 16,-17 0 0-16,-25-3 1 15,-21 1-1-15,-17 2 0 16,-22 16 0-16,-14 6 1 16,-21 0-1-16,-24 7 1 15,-12 6 0-15,-13 6 1 16,3-3-1-16,-21 3 1 15,3-3 0-15,8 9 0 16,3-9-1-16,14 0 0 0,7-9-1 16,18-1 0-16,14-2 0 15,21-7 0-15,7 3 0 16,18 0 0-16,21 1 1 16,14-1 0-16,18-6 0 15,14 0 0-15,25-6 0 16,20-7 1-16,8-3-1 15,10-2 0-15,8-8 0 16,13 1 0-16,-10-3-1 16,-10 0 1-16,-19 0-1 15,-13 3 1-15,-18 6 0 16,-11 3 0-16,-20 13 0 16,-15 6 0-16,-18 3 0 15,-17 13 0-15,-28-6-1 16,-22 9 1-16,-7 9-1 15,-17 0 1-15,-14-2-1 16,-15 5 0-16,-3-6 0 16,4 1 0-16,-4-1 0 0,7-3 0 15,4 0 0-15,20-13 0 16,22-2-1-16,14-1 1 16,14-2 0-16,18-1 0 15,11-6-1-15,24 0 1 16,24-10 0-16,22 4 0 15,25-6-1-15,14-4 1 16,24-3 0-16,22-6 0 0,-8-9 0 16,18-1 0-16,4 4 0 15,-11-4 0-15,-10 4 0 16,-11-1 1-16,-11 14-1 16,-14 8 0-16,-21 10 0 15,-17 0 1-15,-18 10-1 16,-22-1 1-16,-13 0-1 15,-15 4 1-15,-21 3-1 16,-6-4 1-16,-22 4-1 16,-22 0 1-16,-13-1-1 15,-14 4 0-15,-11 3 0 16,-11-3 0-16,1 3 0 16,10 6 0-16,3-9 0 15,15 0 0-15,3-7-1 16,18-2 0-16,11-4 0 15,20-3 0-15,15 0-1 16,21-6 1-16,14-3-1 16,21-1 1-16,11-2-1 0,14-3 1 15,17-14 0-15,25-2 0 32,82-16 1-32,-8 4 0 15,-7-1 0-15,-21 3 1 16,-17 4-1-16,-19 9 1 15,-9 6-1-15,-29-6 1 16,-18 15-1-16,-21 1 1 16,-14 15-1-16,-17 4 1 0,-26-1-1 15,-24 4 1-15,-14 5 0 16,-14 1 0-16,-4 3-1 16,-17-3 1-16,-14 3-1 15,3 3 0-15,-4 9 0 16,-3-8 0-16,4 5 0 15,3 0 0-15,21 1 0 16,21-10 0-16,8 6 0 16,20-13 0-16,12-2 0 15,16-7 0-15,12-6-1 16,20-6 1-16,19 3 0 16,20-10 0-16,22 4-1 15,10-4 1-15,21-2 0 16,25-7 0-16,0-3 0 15,4 0 0-15,10-4 0 16,-4 1 0-16,-6-3 0 16,-22 3 0-16,-10 2 0 15,-18 8 1-15,-17 5-1 0,-15-3 0 16,-21 10 0-16,-10 9 1 16,-18 7-1-16,-21 2 0 15,-8 4 0-15,-27-10 0 16,-15 7 0-16,-10-4 0 15,-10 7 0-15,-19-4 0 16,-6 7 0-16,-8 13 0 16,-3-14 0-16,-3 1 0 0,10 6 0 15,0 7 1 1,21 5-2-16,18-9 1 0,14 1-1 16,25-17 1-16,13 4-1 15,12-7 0-15,24-12 0 16,21-9 1-16,32-4-1 15,11 0 0-15,3-9 0 16,21 0 1-16,25-3 0 16,3 0 0-16,1-4 0 15,10 7 0-15,-4 3 0 16,-13 0 0-16,-15 0 0 16,-17 4 0-16,-15 2 0 15,-10 6 1-15,-24 1 0 16,-19 6 0-16,-17 3 0 15,-21 3 0-15,-28 6 0 16,-22 10 0-16,-10 6 0 16,-18 7 0-16,-21-4-1 15,0 6 1-15,-7 17-1 0,0-11 0 16,4 4 0-16,13-9 0 16,1 2 0-16,28-2 0 15,14-13 0-15,18-6 0 16,27-1-1-16,15-15 1 15,25 0 0-15,31-12 0 16,11-10-1-16,28-13 1 16,22-2-1-16,13-1 1 15,4 0 0-15,4 1 0 0,10 5 0 16,-18-2 0-16,-13 2 0 16,-19 11 0-16,-16 2 0 15,-15 0 1-15,-15 6-1 16,-16 4 1-16,-19 6-1 15,-20 6 1-15,-29 3-1 16,-28 4 1-16,-11 5-1 16,-17 7 0-16,-25 0 0 15,-7 6 0-15,0 10 0 16,4 9 0-16,-8-6 0 16,22-4 0-16,3 1 0 15,25-13 0-15,21 0 0 16,17-12 0-16,26-4 0 15,20-15 0-15,25 0-1 16,18-23 1-16,14-5 0 16,21-1 0-16,29-2 0 15,-1-1 0-15,11 1 0 0,0-4 1 16,4 3-1 0,-12 4 1-16,-9 12-1 0,-22 3 1 15,-11 6-5-15,-10 10 0 16,-3 6-1-16,-18 10 1 15</inkml:trace>
  <inkml:trace contextRef="#ctx0" brushRef="#br0" timeOffset="37994.4">17004 11426 88 0,'0'-34'44'0,"-4"-1"-42"16,4 26 45-16,-3-10-44 0,-1 10 0 15,-3-13 2-15,0 19 1 16,-10-13-7-16,-8 4 1 16,-3 5 4-16,-1 10 1 15,-2 7-3-15,-5 9 1 16,-2 9-2-16,-1 3 1 16,0 4-2-16,0 9 1 0,0 0-1 15,11 6 0-15,3 3 0 16,4 7 0-16,11-1 0 15,6-2 0-15,4-1 0 16,11-9 0-16,3-6 0 16,7 0 0-16,4-10 0 15,3-9 0-15,4-3 0 16,17-4 0-16,0-11-1 16,8-8 1-16,-1-11 0 15,8-10 0-15,3-7 0 16,0-5 0-16,-7-4 0 15,-4 3 1-15,-6 4-1 16,-15 2 0-16,-7 4 0 16,-3 0 1-16,-7-3-1 15,-8 2 1-15,-6 1-1 16,-4-6 1-16,-4-1-1 16,-3-2 1-16,-7-1 0 15,-4-6 0-15,-10 3-1 0,-4 4 1 16,-3 5-1-16,0 1 1 15,0 12 0-15,-8 3 0 16,4 7-1-16,-3 0 1 16,0 2-1-16,-1 7 1 15,-2 3-1-15,6 4 1 16,-4 5-1-16,5 4 0 16,2 6 0-16,5 12 0 0,2 4-1 15,1 6 1-15,3 3 0 16,1 9 0-16,3 7 0 15,3 9 0-15,0-6 0 16,8-3 0-16,6-7 0 16,8-9 0-16,3-3-1 15,7-9 1-15,11-7 0 16,3-3 0-16,4-6-1 16,6 0 1-16,5-4 0 15,-5 1 0-15,1-7 0 16,4-2 0-16,-5-7-1 15,5-10 1-15,6-2-1 16,-3-4 1-16,-4-6 0 16,1-12 0-16,-5-7 0 15,-6 0 0-15,-4-6 0 16,-3 3 1-16,-7 3-1 16,-4 4 0-16,-4-10 0 0,-2 0 1 15,-1-7-3-15,-7-5 0 16,-7-7 0-16,-11-3 1 15</inkml:trace>
  <inkml:trace contextRef="#ctx0" brushRef="#br0" timeOffset="45459.61">18334 11461 74 0,'-18'-22'37'0,"4"-3"-37"16,11 12 38-16,-8-5-37 16,-3-1 0-16,0 9 3 15,-4-8 1-15,0 2-4 0,-3 0 0 16,-3 10 4-1,-1 6 1-15,0 0-1 0,-3 9 1 16,0 10-2-16,-7 0 1 16,-1 6-2-16,1 6 0 15,-4 4-2-15,4 3 1 16,0 2-2-16,6 4 0 16,5 0 0-16,6 6 1 15,11-6-1-15,7 13 0 16,7-7 0-16,7-3 1 0,7-10-1 15,11 4 0-15,0-6 0 16,0-10 0-16,3-3 0 16,0-3 1-16,0-4-1 15,4-2 0-15,0-7 0 16,3-3 1-16,4-3-1 16,7-3 0-16,0 0 0 15,4-3 1-15,-8-4-1 16,4 1 0-16,-11-7 0 15,-3 0 1-15,-7 4-1 16,-4-4 1-16,-3-6 0 16,-8-3 0-16,-3-3 0 15,-3 0 0-15,0-4-1 16,-4 1 1-16,0-3-1 16,-4 2 1-16,-3-2-1 15,-3 2 0-15,-4-2 0 16,0 2 1-16,-4 4-1 0,-3 0 1 15,-4 0-1-15,-3 3 1 16,3-3 0-16,-6 2 0 16,3-2-1-16,-1 3 0 15,1-3 0-15,4 0 1 16,-5-1-1-16,1 7 1 16,-3 4-1-16,-1 2 1 15,-3 3-1-15,-4 7 1 16,4 3-1-16,-1 3 0 15,5 9 0-15,3 4 0 16,-1 6 0-16,1 3 1 0,0 3-2 16,0 0 1-16,0 3 0 15,0 0 0-15,-1 1 0 16,1 2 0-16,0-3 0 16,-7 4 0-16,3-1 0 15,4 0 0-15,0 4 0 16,3-4 0-1,11 22-1 1,4-6 1-16,-1 0 0 16,4-3 0-16,11-3-1 15,-1 0 1-15,1-7 0 16,6 1 0-16,-2-4 0 16,9-3 0-16,4-6 0 15,1 0 0-15,6-9 0 16,4-1 0-16,3-2 0 15,0-7 0-15,1 0 0 16,-1 0 0-16,0-3 0 0,1-3 0 16,-4-6 0-16,3-4 0 15,-7-9 0-15,4-6 0 16,-4-10 0-16,-3-5 0 16,-4-5-1-16,-7-2 1 15,-3 6 0-15,-7 7 0 16,-1 2 0-16,-3 4 0 15,-3 0 0-15,-1 2 1 16,-3 1-1-16,-3 3 0 0,-8-3-1 16,1 0 1-16,-1-4-8 15,0 7 0-15,-3-9-1 16,0 5 1-16</inkml:trace>
  <inkml:trace contextRef="#ctx0" brushRef="#br0" timeOffset="46183.26">19008 11091 81 0,'-46'-3'40'0,"3"-44"-34"0,36 37 35 15,4 1-39-15,-4 0 1 0,3 2 4 16,1 1 1-16,-1 3-9 16,4 3 1-16,7-3 5 15,4 6 0-15,3 0-1 16,21 0 0-16,1 7-3 16,6 8 0-16,4-2-1 15,3 0 0-15,8 3 0 16,-1 2 0-16,0 5 0 15,8 11 0-15,-8 1 0 16,1 6 0-16,-4-4 0 16,-4 1 0-16,1-9 0 15,-5-1 0-15,-2 0 0 16,-4-2 0-16,-4-4 0 16,-3 0 0-16,-8-3 0 15,-3-4 0-15,-6-2 0 16,-8-6 0-16,-4 5 0 15,-6-2 1-15,-8 9-1 16,-3 3 1-16,-4 16-1 0,-6 12 0 16,-5 3 0-16,-9 10 1 15,-12 3-1-15,-6 0 0 16,-4 6 0-16,-4 1 0 16,4 5 0-16,0-12 1 15,7-6-1-15,0-7 1 16,1-2-1-16,-5 2 1 15,1-6-1-15,3-6 1 16,0-6-1-16,3-4 0 0,8-2-6 16,3-7 1-16,15-6-20 15,13-13 0-15,22-12 0 16,3-19 0-16</inkml:trace>
  <inkml:trace contextRef="#ctx0" brushRef="#br0" timeOffset="46577.99">20697 12066 99 0,'-38'-3'49'0,"76"9"-81"0,-23-6 99 15,9-3-68-15,19 3 0 16,17-3 3-16,10-3 1 15,22-7-3-15,3 4 1 16,-3-4 1-16,3 4 1 16,0-4-1-16,1 4 0 0,-15 0-2 15,-7 2 1-15,-11 4-11 16,-13 0 1-16,-8 6-1 16,-10-6 0-16</inkml:trace>
  <inkml:trace contextRef="#ctx0" brushRef="#br0" timeOffset="46900.86">21357 11590 96 0,'-25'-26'48'0,"-10"-24"-56"16,32 44 67-16,-1 0-59 15,4-4 1-15,-3 1 2 0,3 3 1 16,0 6-4 0,3 6 1-16,4 6 2 0,0 17 1 15,0 11-1-15,0 20 1 16,0 22-2-16,0-1 0 16,1 10-1-16,2 9 1 15,-3 1-2-15,4-4 1 16,-4-6-2-16,3-13 0 15,-3-9-4-15,4-9 1 16,0-13-16-16,6-10 0 16,11-15 0-16,8-15 1 0</inkml:trace>
  <inkml:trace contextRef="#ctx0" brushRef="#br0" timeOffset="47351.7">23012 10987 109 0,'-29'-18'54'0,"1"33"-76"15,21-2 96-15,-3 3-75 16,6 9 1-16,-3 6 0 0,4 13 0 16,3 15 0-16,0 10 1 15,0 13-1-15,0 6 1 16,10 22 0-16,4-4 1 15,-3-2 0-15,-4 2 0 16,-4-2-1-16,4-10 1 16,0 0-2-16,-3-16 1 15,3-2-1-15,-3-14 1 16,-1-12-2-16,-3-9 0 0,4-13-4 16,-4-2 1-16,3-11-17 15,-3-2 0-15,7-13 0 16,0-25 0-16</inkml:trace>
  <inkml:trace contextRef="#ctx0" brushRef="#br0" timeOffset="47746.11">23777 11172 99 0,'-24'-15'49'0,"13"52"-70"0,11-18 86 16,-4 6-65-16,1 10 0 15,-1-1 1-15,1 10 1 16,-4 0-1-16,0 9 0 16,0 7 2-16,3 6 1 15,1 6-1-15,3-3 1 16,3 0 0-16,1 0 0 0,-4 3-2 16,0-12 0-16,3-4-1 15,-3-6 0-15,0-6-4 16,4-3 1-16,-1-10-1 15,-3-9 1-15</inkml:trace>
  <inkml:trace contextRef="#ctx0" brushRef="#br0" timeOffset="52422.07">24331 11220 62 0,'-14'0'31'0,"-11"-19"-19"16,22 16 31-16,-1-1-39 15,1 1 0-15,-1 0 2 0,4 0 0 16,0 3-8-16,4 0 0 16,3 0 5-16,0 6 1 15,0 4-2-15,-4 2 0 16,1 7 0-16,-4 12 1 15,-4 4 0-15,1 12 1 16,-1-3-1-16,-3 6 0 16,4 3-1-16,-1 4 1 0,4 5-2 15,4 4 0-15,3-9 0 16,0 2 0-16,0-8-1 16,0-8 1-16,-4 1-1 15,1-9 1-15,-4-1-1 16,0-5 0-16,0-1 0 15,0-6 0-15,-4 0-4 16,1-7 0-16,3 4-12 16,-4-3 1-16,1-4-1 15,-4-5 1-15</inkml:trace>
  <inkml:trace contextRef="#ctx0" brushRef="#br0" timeOffset="53213.21">24599 10966 83 0,'-10'-48'41'0,"6"11"-59"16,4 37 62-16,7-3-46 16,-3-4 1-16,-4 7 2 15,3 0 1-15,-3 4 0 16,-3-4 1-16,-1 6 1 15,1 0 1-15,3 7 1 16,0 2 1-16,3 1-2 16,4 3 0-16,7 6-2 0,7 3 0 15,8 7-2-15,6-7 0 16,14 6-1 0,8 1 0-16,3 6-1 0,7 3 1 15,-4-4-1-15,-3-2 1 16,4 0-1-16,-8-1 1 15,-6-2-1-15,-5-1 1 16,-2 1 0-16,-8-4 0 16,-3-3 0-16,-4-3 0 15,-3-3 0-15,-1 0 1 16,-6 3-1-16,-7-3 0 0,-1 0 0 16,-10 6 1-16,-3 4-1 15,-11 9 0-15,-8 2 0 16,-6 4 1-16,-7 7-1 15,0 2 0-15,-4 4 0 16,0 3 0-16,-3 2 0 16,-1 8 1-16,1-11-1 15,0 1 0-15,-1-3-1 16,-2 2 1-16,-1 1-9 16,3-10 0-16,8-6 0 15,7-6 0-15</inkml:trace>
  <inkml:trace contextRef="#ctx0" brushRef="#br0" timeOffset="54137.84">25576 10489 84 0,'-28'-10'42'0,"46"10"-48"16,-4 0 51-16,14-3-46 15,7-3 1-15,8 0 1 16,-1 0 0-16,4-4-1 0,0 1 1 16,0 6 0-16,3-1 0 15,0 4 0-15,4 0 1 16,-3 4-1-16,-1 5 0 15,1-6-1-15,-1 3 1 16,-3 4-1-16,-7-4 0 16,-8 3 0-16,-6 4 1 15,-7 0 1-15,-4 2 0 16,-7 4 0-16,-4 19 1 16,-6 2-1-16,-1 7 0 0,-6 7 0 15,-1 5 0-15,1 4-2 16,3 9 1-16,-4 13-1 15,4 18 0-15,0-9 0 16,0 10 0-16,3 3 0 16,1 5 0-16,3 1 0 15,3-12 0-15,1-7 0 16,-1 3 1-16,-3-9-1 16,0 3 0-16,0-10 0 15,0 1 0-15,0-13 0 16,0-10 0-16,-3 1 0 15,-1-10 0-15,-3 6 0 16,-3-8 0-16,-5-8 0 16,1 1 1-16,0-6-1 15,-3-1 1-15,-1-3 0 16,0 1 0-16,1-10-1 16,-1 3 1-16,-3-6-1 15,-4-1 1-15,-7 4-1 16,-3 0 0-16,0-3-7 0,-7 0 1 15,-1-3-1-15,-3-1 1 16</inkml:trace>
  <inkml:trace contextRef="#ctx0" brushRef="#br0" timeOffset="54964.04">5211 9934 100 0,'-85'-13'50'0,"43"35"-50"16,38-9 50-16,-7 12-51 16,8 19 1-16,3 12-1 15,3 16 1-15,1 19 0 16,3 28 0-16,7 23 0 16,4 33 0-16,-8 45 1 15,8 49 0-15,-7 54 0 0,-1-100 0 16,8 269 0-16,14 4 1 15,-4-26-2-15,3-50 1 16,-2-59-2-16,2-26 1 16,-13-55-1-16,7-42 1 15,-8-19-1-15,-2-21 0 16,-1-29 0-16,-11-24 1 16,4-20-5-16,-3-18 0 15,13-20-1-15,-6-27 1 0</inkml:trace>
  <inkml:trace contextRef="#ctx0" brushRef="#br0" timeOffset="59886.37">5052 9887 89 0,'-78'-32'44'0,"-3"-15"-42"0,70 41 46 16,-10-6-46-16,11 5 1 16,3 4-1-16,7 6 0 15,7 4-4-15,7-1 1 16,14 6 2-16,21 4 0 15,15 3-3-15,24-3 1 0,18-4 0 16,17-6 0-16,33 1-1 16,6-7 1-16,28-7-1 15,15-2 1-15,24-7 0 16,22 1 1-16,17-10 0 16,21-4 0-16,25-8 0 15,28 5 0-15,18-12 0 16,4 4 0-16,20 2 0 15,11 0 0-15,-3 4 0 16,-1 6 1-16,12-1 0 16,-5 8 0-16,1-8 0 15,6 4 1-15,8 3-1 16,11 0 1-16,-8 7-1 16,14-1 1-16,15 7-2 15,-1 2 1-15,11 1-1 16,-3 6 1-16,3 0-1 15,4 3 0-15,-1-3 0 0,1 6 0 16,-4 1 0-16,14-14 0 16,-7-2 0-16,0 3 0 15,-7-7 0-15,-7 7 0 16,4 0 1-16,-11 2 0 16,-14 8 0-16,-14 2 0 15,3 0 0-15,-10 7 0 16,-1-7-1-16,-10 0 1 0,-3-6-1 15,0 0 1-15,-15-6-1 16,-7 0 0-16,-17-7 0 16,-11 1 1-16,-24-1 0 15,-25 4 1-15,-29 6 0 16,-20-7 1-16,-22 10-1 16,-24 10 0-16,-11-10-1 15,-22 0 1-15,-9 3-2 16,-12 3 1-16,-10-3-1 15,-10-3 1-15,-11 6 0 16,-11-3 0-16,-14 4-1 16,-14 5 1-16,-14 10 0 15,-10 6 0-15,-12 10-1 16,-6 12 0-16,-7 16 0 16,-11 9 1-16,0 1-1 15,0 2 0-15,0 7 0 0,0 6 1 16,4 9-1-1,0 0 1-15,-4 10 0 0,-4 12 1 16,-3 16-2-16,-10 7 1 16,-4 18-1-16,-7 0 0 15,0 9-1-15,-1-2 1 16,-2 5-1-16,3-12 0 16,0 0 0-16,-1 7 1 15,1-14 0-15,0 4 0 16,0-9 0-16,0-1 1 0,0-5-1 15,0 2 0-15,0 0 0 16,0 4 1-16,-1-13-1 16,1 9 1-16,0-6-1 15,0 0 0-15,4-15 0 16,-5-13 0-16,5-13 0 16,-4-9 0-16,3-6 0 15,-6-7 1-15,-5-9-1 16,-2-3 1-16,3-6-1 15,-4-10 1-15,-3 0-1 16,3-12 1-16,-3-7-1 16,-1-6 1-16,-2 0-2 15,-12 0 0-15,-2-6 1 16,-8-3 1-16,-14-1-1 16,-11-2 0-16,-7-4 0 15,-17 1 0-15,-7-4 1 16,-11-3 0-16,-14 0-1 15,-18 3 0-15,4 1-1 0,-15 5 0 16,-13-5 1-16,0 5 0 16,-18 4 0-16,-11-4 0 15,-14 4 0-15,-14 0 0 16,-3-1 1-16,-21 1 0 16,-1-3-1-16,-7-1 0 15,4 1 0-15,-7 2 0 16,4 1 0-16,-4 3 1 15,10 0-1-15,-3 3 1 16,7 3-1-16,-11-3 1 0,1 6-1 16,-8 0 1-16,1-3-1 15,3-3 0-15,-1-6 0 16,5-4 1-16,6 1-1 16,-6-7 0-16,6 4 0 15,-10-1 0-15,7 7 0 16,-7-4 1-16,0 7-1 15,0 6 0-15,3-3-1 16,-7 3 1-16,4 0 0 16,-3-3 0-1,-163 13 0 1,53-13 0-16,39-4 0 16,28-5 1-16,14 3-1 15,14-4 0-15,7 1 0 16,8 2 1-16,3-2-1 15,-1 0 0-15,5-4 0 0,6-3 0 16,1 0-1-16,-1-2 1 16,4-4-1-16,-3-4 1 15,3-2-1-15,0 6 1 16,0 0 0-16,-4 3 0 16,1 4 0-16,-1 2 1 15,8 4-1-15,-4 5 0 16,21-2 0-16,-3-7 1 15,10 1-1-15,3-10 0 16,1 3 0-16,7 0 0 0,3-3-1 16,1 0 1-16,-1 6 0 15,0-2 0-15,8 8 0 16,6 4 0-16,-6-1 0 16,20 1 0-16,8 0 0 15,-4-4 0-15,18-5 0 16,3 2 0-16,-3-9 0 15,13 0 1-15,12-6-1 16,-1-1 0-16,11 4 0 16,4 6 0-16,10 1 0 15,3 2 0-15,12 0 0 16,9-3 0-16,5 4 0 16,10-7 0-16,7-4 0 15,3 1 0-15,-3 0-1 16,4-6 1-16,6 2 0 15,8 1 1-15,7 0-1 16,-4 0 0-16,10-4 0 16,8-2 0-16,0 2 0 0,7-5 0 15,0-10-1-15,6-1 1 16,5-5-1-16,-1-3 1 16,8-10 0-16,-8 0 0 15,4-6 0-15,4-7 0 16,-4-6 0-16,3-6 1 15,1-9-1-15,-1-10 0 16,4 0 0-16,0-6 0 0,0-9-1 16,0-4 1-16,7 1 0 15,-3 2 0-15,3-2 0 16,-7-4 0-16,0-9 0 16,0 0 0-16,0 3 0 15,-7-13 0-15,3-6 0 16,1-6 0-16,-1 6 0 15,-7-6 0-15,4 6 0 16,4 3 0-16,-8 10 0 16,1-6 0-16,10-4 0 15,-11 3 0-15,4-2 0 16,-4-1 0-16,4-9 0 16,4-3 0-16,-8 9 0 15,-3-6 0-15,4 0 0 16,-5 9 0-16,8 10 0 15,-3 2 1-15,-4 11-1 16,7-4 0-16,0 6 0 0,14 7 0 16,-4-7 0-1,11 1 0-15,-3-7-1 0,10 3 1 16,-3 6 0-16,3 13 0 16,0 10 0-16,-3 15 0 15,3 10 0-15,-11 5 0 16,1 20 0-16,7 3 0 15,-4 6 0-15,7 6 0 16,7 7-1-16,7 3 1 16,18-1 0-16,-3 1 0 0,10-3-1 15,3-1 1-15,11 1 0 16,18-4 0-16,7 7-1 16,10 6 1-16,0 0 0 15,19-3 1-15,13 12-3 16,-4 1 1-16,18-1 1 15,22-6 0-15,-1 3 0 16,18-12 0-16,11-6-1 16,10-10 1-16,18-3 1 15,-4-4 0-15,15 11-1 16,-5-4 0-16,19 6-1 16,0 7 0-16,17 12 1 15,3-10 0-15,15 11 0 16,11-8 0-16,-1-2 0 15,18-3 0-15,4-7 0 16,6-3 0-16,18 0-2 16,-10-6 1-16,10 0 0 15,4 3 0-15,0 7-1 16,3 2 0-16,11 4 1 0,-14 2 1 16,0 4-1-16,10 6 0 15,-7-3 0-15,4 7 1 16,4-4 0-16,2-6 0 15,1-4 0-15,0-8 0 16,7-1-1-16,-3 0 1 16,10 1 0-16,-18 5 0 15,-3 1 0-15,-4 3 0 16,-7 2 0-16,-3 4 0 0,3 4 0 16,4-1 0-16,0-3 0 15,3-3 1-15,4-4-2 16,-7 1 1-16,-4-3 0 15,-7-1 0-15,-10 4-1 16,-22 3 1-16,-3 3-1 16,-21 0 1-16,-7-3 0 15,-15 3 0-15,4 0 0 16,-10-7 1-16,-4 1-1 16,-4 3 1-16,1-3-1 15,-8-1 1-15,-10 1-1 16,-11-3 0-16,-14 3 0 15,-17-7 0-15,-8 7 0 16,-20-4 0-16,-12 1 0 16,-13 3 0-16,-15-4 0 15,-10 1 0-15,-7-4 0 16,0-2 1-16,-4 2-1 0,-17 4 1 16,-11 6 0-16,-7 3 0 15,-18 6 0-15,-3 0 0 16,-10 3-1-16,-5 4 1 15,-6 0-1-15,-7 2 0 16,-4 4 0-16,-4 0 0 16,-3 3 0-16,-3 6 1 15,-4 7-1-15,-4 8 0 0,-3 20 1 16,0 12 0-16,-7 10 0 16,4 6 0-16,-5 9-1 15,-2 16 1-15,-4-3 0 16,-1 13 0-16,1 2-1 15,0 4 0-15,0 0 0 16,-4 3 0-16,4 6 0 16,0 6 0-16,3-3 0 15,1 1 0-15,3 11-1 16,-1-8 1-16,5 8 0 16,-4 1 1-16,3 6-1 15,1-15 0-15,6 5 0 16,1-2 0-16,-1-1 0 15,0-8 0-15,1 2 0 16,-1-9 0-16,-6-4 0 16,3-12 0-16,3-12 0 15,4-3 0-15,7-7 0 0,0-3 0 16,0 6 0-16,0-9 0 16,4-3 0-16,0 3 1 15,-1-6-1-15,4-1 0 16,-3-2 0-16,0-7 0 15,-1-9-1-15,1-10 1 16,-4-6-1-16,-4-9 0 16,-3-3 1-16,0-10 0 15,-3-3 0-15,-4-3 0 0,-4 0 0 16,-3 0 1 0,-11 0-1-16,-3 3 1 0,0-3-1 15,-7-3 1-15,-8 0-1 16,-10-1 0-16,-7-2 0 15,-14 3 0-15,-7-7 0 16,-11 4 0-16,-3-3-1 16,-18-1 1-16,-3 4 0 15,-8-7 0-15,-6 1 0 16,-15-1 0-16,-6 4 0 16,-5-1 1-16,-10 4-2 15,-6-4 1-15,-8-2 0 16,-14-1 0-16,0-2 0 15,-14-4 0-15,-4-3-1 16,0 0 0-16,-7 0 1 16,4 0 0-16,-11 0 0 15,8 0 0-15,-4 0 0 16,-4 0 0-16,3 0 0 16,-9 0 1-16,-1 0-1 0,-14 0 1 15,0 0-1-15,-11 0 0 16,4 0 0-16,-21 3 0 15,4 0 0-15,-15 6 0 16,7 1 0-16,-3-1 0 16,0 4 0-16,3-4 0 15,0 1 0-15,1-4 1 16,-5 0-2-16,1-3 1 0,0 0 0 16,0-3 0-1,7 0-1-15,-8 7 1 0,5-1 0 16,-5 0 0-16,12 7 0 15,-4 2 0-15,6 4 0 16,5 0 1-16,10-3-1 16,-4 3 1-16,8-7-1 15,3 4 0-15,7-1-1 16,4-2 0-16,6-1 1 16,1-2 0-16,7 2 0 15,0 1 0-15,6 0 0 16,1 5 0-16,14-2 1 15,0 3 1-15,-7 3-2 16,7 3 0-16,0-6 0 16,10 0 0-16,1-1 0 15,-8-2 0-15,11 0 0 16,0-1 0-16,4-2 0 16,3-1 0-16,3 1 0 0,5 6 0 15,-5 0 0-15,4-4 0 16,4 10-2-16,0-6 1 15,-4 6 1-15,11-6 0 16,-4 0 0-16,0 0 0 16,11-4 0-16,-8-2 0 15,-2 6 1-15,13-4 0 16,0-2-1-16,-6 0 0 0,9-4 0 16,1 0 0-16,0-2-1 15,7 2 0-15,0 0 1 16,14 1 0-16,7-7-1 15,-11 3 1-15,11-6 0 16,8-3 0-16,6 0 1 16,0-3 0-16,14-1-2 15,-3-2 0-15,3 0 1 16,7-1 0-16,8 7 0 16,-4-3 0-1,-18 3-1 1,11 0 0-16,0-1 0 15,10-2 1-15,4 3-1 16,3 0 0-16,1 3 0 16,3-3 0-16,7 6 0 15,0 0 1-15,3-3 0 16,4 3 1-16,-7 3-1 16,15-2 0-16,9-4-5 0,1 0 1 15,10-10 0-15,11-15 0 16</inkml:trace>
  <inkml:trace contextRef="#ctx0" brushRef="#br0" timeOffset="63730.32">16969 13543 96 0,'-32'-28'48'0,"-60"19"-48"0,75 12 49 0,-5 0-49 16,5 0 0-16,3-3-1 16,7 0 0-16,14 3 1 15,14 3 0-15,18 1 0 16,17-4 0-16,32 0 0 15,22 6 0-15,20-9 0 16,29 3 1-16,28-6-1 16,24 10 1-16,26-11-1 15,20 1 1-15,26-9-1 16,20-1 1-16,29-6-1 16,6-6 0-16,15 0 0 15,28-9 1-15,28-1-1 16,11 1 1-16,14 9-1 15,14-7 1-15,-7 13 0 16,3-2 0-16,-20-1-1 16,-36 6 1-16,-28 6 1 15,-39-2 0-15,-28 3 1 16,-50 2 0-16,-35 4-1 0,-42 0 0 16,-25 0-13-16,-25 3 1 15,-17-3-2-15,-14-13 1 16</inkml:trace>
  <inkml:trace contextRef="#ctx0" brushRef="#br0" timeOffset="68185.46">9807 3277 64 0,'-24'-16'32'0,"27"13"-21"0,1-4 33 0,3 4-43 16,17-6 1-16,-3-1 0 16,11 4 1-16,21 0-4 15,25 3 1-15,6-13 2 16,15-6 0-16,21 6 0 16,25-12 0-16,-8-6 2 15,1-13 0-15,-8 6-1 16,-2 6 1-16,-19 4-1 15,-17 9 0-15,-18 3-1 16,-14 7 0-16,-22 6-2 16,-20 21 1-16,-21-12-1 15,-22 13 0-15,-21-3-1 16,-17 9 1-16,-26 9 0 16,-31 0 0-16,-21 7 0 15,-10 0 0-15,-19 2 0 16,4 4 0-16,11-6 0 15,18-4 0-15,17 1 0 0,21-7 0 16,28-9 0-16,22-7 0 16,24-2 0-16,25-7 1 15,21-3-1-15,18-9 1 16,28-13-1-16,36 0 1 16,13-10-1-16,15-5 1 15,17-1 0-15,3-3 0 16,-13-6 0-16,-4 6 0 15,-11 1-1-15,-13 15 1 16,-26-1 0-16,-13 14 0 0,-22-7-1 16,-20 16 1-16,-29 3-1 15,-21 13 0-15,-25 5 0 16,-18 14 1-16,-35-1-1 16,-14-3 0-16,-10 7 0 15,3-7 0-15,0-3 0 16,25-6 0-16,14-3 0 15,28-7 0-15,35-9 0 16,25-9 0-16,21-4-2 16,25 0 1-16,29-12-10 15,16 3 0-15,12-3 0 16,6-3 0-16</inkml:trace>
  <inkml:trace contextRef="#ctx0" brushRef="#br0" timeOffset="68998.98">9543 8040 86 0,'-43'-6'43'0,"29"27"-42"16,21-21 43-16,11 4-45 15,14-4 0-15,17-4 0 16,15-5 1-16,6-7 1 0,18-6 0 16,15 4 0-16,2-4 0 15,-6-3 0-15,0 0 1 16,0 3 0-16,-11 3 0 16,-3 3-1-16,-15 4 0 15,-10 2 0-15,-14 1 0 16,-7-1 0-16,-14 1 0 15,-11-4-1-15,-18 7 1 16,-14 0-1-16,-20 3 0 16,-15 6 0-16,-11 9 1 0,-27 7-1 15,-19 9 0-15,1 7 0 16,-8 6 1-16,-6-1-1 16,10-2 1-16,18-7-1 15,17-2 1-15,18-14-1 16,18-2 1-16,17-10 0 15,22-6 0-15,20-10-1 16,19-2 1-16,20-10-1 16,0-10 0-16,18 1 0 15,22-1 1-15,-5 7-1 16,5 0 0-16,-8 3 0 16,0 3 0-16,-7 3-1 15,-3 9 1-15,-8 1-13 16,-3 6 1-16,-10-3-1 15,-8-16 1-15</inkml:trace>
  <inkml:trace contextRef="#ctx0" brushRef="#br0" timeOffset="69778.47">9938 3364 85 0,'-43'-22'42'0,"1"13"-48"16,35 9 58-16,0-3-52 15,0 6 0-15,0 3 0 16,3 1 0-16,11-4 0 16,11-10 0-16,14-5 1 15,24-13 0-15,25 0 2 0,22-16 0 16,13-3 0-16,22 3 0 16,3 4 0-16,-4-1 1 15,-6 3-2-15,-18 10 0 16,-11 3-1-16,-14 7 0 15,-21-4-1-15,-10 13 0 16,-22-13 0-16,-14 16 0 16,-21-4 0-16,-17 7 0 15,-22 0 0-15,-18 19 0 16,-24 0 0-16,-25 12 0 0,-17-2 0 16,-4 5 0-16,-18-2 0 15,8-1 0-15,10-3 0 16,21 7 0-16,21-7 0 15,25-13 0-15,18-2 0 16,24-7 0-16,22-12 0 16,24-3 0-16,32-10 0 15,21-13 0-15,7-8 0 16,11 5 0-16,10-12 0 16,-6 22 1-16,-8-16-1 15,-10 4 0-15,-11 8-1 16,-4 11 1-16,1 8-12 15,-11 20 1-15,-11 2-1 16,-14 13 0-16</inkml:trace>
  <inkml:trace contextRef="#ctx0" brushRef="#br0" timeOffset="70461.53">9878 7767 98 0,'-36'-6'49'0,"29"15"-52"16,14-6 50-16,8 0-50 15,13 4 1-15,21-4-1 16,18-3 0-16,14 0 5 16,4-10 1-16,7-2-4 15,-1-1 1-15,-6-2 1 16,-4 5 1-16,-21 1-1 16,-10 6 0-16,-29 6-1 0,-14 6 1 15,-18 10-1-15,-20 3 0 16,-12 16 0-16,-17-4 0 15,-21 1 0-15,-21 5 0 16,-4 1 0-16,-3-3 0 16,-4-4 0-16,7-2 1 15,18-7 0-15,21-6 1 16,17-7 0-16,19 4 0 0,20-13-1 16,32 0 1-16,18-6-2 15,14-3 1-15,21-16-1 16,28-3 0-16,-3-7-1 15,0-12 1-15,0 7 0 16,-4 2 0-16,-7 4-1 16,-7 6 1-16,-14 6 0 15,-7 6 0-15,-14 4-16 16,-4 6 0 0</inkml:trace>
  <inkml:trace contextRef="#ctx0" brushRef="#br0" timeOffset="73671.61">14069 3436 84 0,'-28'-59'42'0,"35"24"-40"0,3 29 43 16,11 3-45-16,11 0 0 16,14-3 0-16,14 6 0 15,18-4 1-15,27-2 0 16,19-6 1-16,13-7 0 16,15-3 0-16,7 3 1 15,-4 0 0-15,4 4 0 16,-14-4-1-16,-15 0 0 0,-14 9-2 15,-13 1 1-15,-19 0-1 16,-13 2 0-16,-22 4 0 16,-10 3 1-16,-18 0-1 15,-17-9 1-15,-18 3-1 16,-18-1 1-16,-21-5-1 16,-28 2 1-16,-18 1-1 15,-10 9 0-15,-22 9 0 16,-13 1 0-16,-1 9 0 15,7-4 0-15,-10 4 0 16,7 3 0-16,11 0 0 16,17-9 0-16,10-1 0 15,5-6 0-15,20-3 0 16,15 1 0-16,17-4 0 16,17 6 0-16,19-6 0 15,24 0 1-15,18 0-1 16,24 0 0-16,29 3 0 15,28-6 1-15,14-3-1 0,28-7 0 16,11-3 0-16,3-6 0 16,0 0 0-16,-10 4 0 15,-14-11 0-15,-22 14 0 16,-17-4 0-16,-21 10 0 16,-22 2 0-16,-10 7 0 15,-21 0 0-15,-18 7 1 16,-14 2-1-16,-11 0 0 0,-17 4 0 15,-14-4 0-15,-29 1 0 16,-10 2 0-16,-14 1 0 16,-14 2 0-16,-18 11-1 15,-7 5 1-15,3 0 0 16,8 4 0-16,-1-7 0 16,11-6 0-16,18 0 0 15,17 0 1-15,15-6-1 16,13-13 0-1,29-6-1 1,18-7 1-16,17-6 0 16,28 7 0-16,15-7-1 15,10 4 1-15,17-7 0 16,19 0 0-16,6 10 0 16,-3-7 1-16,-4-3-1 15,-7 7 0-15,-13 2 0 16,-8 4 1-16,-14 0-1 15,-18 0 0-15,-14 6 0 16,-10-4 0-16,-8-5 0 0,-10 9 0 16,0 0-9-16,0 0 0 15,0 0 0-15,11 0 0 16</inkml:trace>
  <inkml:trace contextRef="#ctx0" brushRef="#br0" timeOffset="75279.85">17600 2101 59 0,'-88'-4'29'0,"31"-5"-21"16,40 3 16-16,-11 6-24 16,6 0 1-16,5 0 2 0,6-3 0 15,4 3-2-15,7 3 1 16,14-3 3-16,7 0 0 16,11-3 0-16,0-4 0 15,42-2-1-15,21-10 1 16,18 0-2-1,11-15 1-15,10-1-2 0,-7 10 0 16,-4-3-1-16,-13 0 1 0,-12 3-2 16,-20 6 1-16,-18 0-1 15,-14 10 1-15,-18-1-1 16,-10 1 1-16,-15-4 0 16,-17 10 0-16,-18-6 0 15,-17 3 0-15,-25 2 0 16,-18 17 1-16,-10-1-1 15,-11 7 0-15,-7-9 0 16,3 18 0-16,1-3 0 16,17-3 0-16,15 0-2 15,13 0 0-15,18-6 0 16,25-4 1-16,14 1-1 16,14-4 1-16,17-9 0 15,15-9 1-15,18-4 0 16,13 1 0-16,18-7 0 15,11 3 0-15,7-3-1 16,7-6 0-16,3 3 0 16,-7 7 1-16,-10-4-1 15,-11 0 0-15,-14 3 0 0,-21 7 0 16,-18 3 0-16,-21 21 1 16,-21 1-1-16,-21 3 0 15,-29 3 0-15,-17 9 0 16,-10-9 0-16,-12 9 0 15,-6-12 0-15,3 16 0 16,-7-13 0-16,0 3 0 16,4 0 0-16,7-6 0 15,10-4 0-15,14 7 0 0,18-6 0 16,18-7 0-16,14-2 0 16,17-7 0-16,22-7 0 15,28-2 0-15,13-1 0 16,19-8 0-16,17-7 0 15,15 6 1-15,2-9-1 16,5 2 1-16,-4-5-1 16,3 9 1-16,-10 3-1 15,-4 0 0-15,-14 4 0 16,-10 5 1-16,-8 4-1 16,-10 6 0-16,-11-3 0 15,-6 3 0-15,-8-9 0 16,-10 9 1-16,-1 0-1 15,-3 0 0-15,-3 0 0 16,-4 3 0-16,-4 3 0 16,-3-6 0-16,0 9 0 0,-3 1 0 15,-1-10-1 1,1 9 1-16,-1-9 0 0,1 6 0 16,-1-9 0-16,4 3 0 15,0-3 0-15,0 3 0 16,0 0 0-16,0 3 1 15,0-6-1-15,4 3 0 16,-4 0 0-16,0 3 0 0,0-3 0 16,0 0 0-16,0-3 0 15,3 6 0-15,-3-6 0 16,4 3 0-16,-4 0 0 16,0 0 0-16,-4-6 0 15,4 6 0-15,-3 0 0 16,-1 6 0-16,1-6 0 15,-1 6 0-15,1-6-1 16,3 10 1-16,0-10 0 16,0 0 0-16,0-13 0 15,0 13 0-15,3-3 0 16,-3 3 0-16,0-9 0 16,-3 9 0-16,-1-10 0 15,-3 4 0-15,0 3 0 16,0 3 1-16,0 0-1 15,0 3 0-15,3-6 0 16,1 3 0-16,-1 0 0 16,4 0 0-16,-3-9 0 15,-4 9 0-15,0-16 0 16,0 16 0-16,0-9 0 0,-1 12 0 16,1-6 0-16,7 6 0 15,0 3 0-15,4-3 0 16,-1 3-1-16,5 1 0 15,-1-7-2-15,0 3 0 16,-4 6-13-16,-3 1 0 16,-3-1 0-16,-8-3 0 15</inkml:trace>
  <inkml:trace contextRef="#ctx0" brushRef="#br0" timeOffset="76238.67">19766 802 59 0,'-92'13'29'0,"36"-41"-23"16,49 21 30-16,0-2-33 16,10-4 1-16,8 7 2 15,7-6 0-15,10-10-7 16,7-7 0-16,7 1 4 16,11 0 1-16,7 9-7 15,-3 4 0-15,6 5-1 16,-10-6 0-16</inkml:trace>
  <inkml:trace contextRef="#ctx0" brushRef="#br0" timeOffset="76372.94">19487 1072 77 0,'-60'19'38'0,"46"-10"-32"15,14-9 47-15,14 0-52 0,15 0 0 16,9-3-8-16,12 3 1 15,13-16 5-15,8-2 0 16</inkml:trace>
  <inkml:trace contextRef="#ctx0" brushRef="#br0" timeOffset="76605.16">20909 288 81 0,'4'-56'40'0,"13"-7"-36"15,-6 47 42-15,-4 7-46 16,0 15 0-16,7 13-1 16,-3 9 1-1,3 44 0 1,0-3 0-16,0-3-2 16,-3 3 1-16,-1-6-7 15,-6 0 0-15,-8-1 0 16,-10-8 0-16</inkml:trace>
  <inkml:trace contextRef="#ctx0" brushRef="#br0" timeOffset="76756.14">20458 1025 86 0,'49'-69'43'0,"96"31"-51"15,-89 29 62-15,18-13-62 0,18 9 1 16,17 4-31-16,1 0 0 15,-5-4 41-15,-6 1 1 16</inkml:trace>
  <inkml:trace contextRef="#ctx0" brushRef="#br0" timeOffset="76996.12">20546 1270 62 0,'-78'15'31'0,"57"-34"-31"16,21 19 55-16,11-9-53 16,13-3 0-16,8-1 0 15,14 4 0-15,10-10-3 16,11-6 0-16,4 6-2 16,7 0 1-16,-8 3-14 15,8 1 1-15,-15-4-1 16,-10 3 1-16</inkml:trace>
  <inkml:trace contextRef="#ctx0" brushRef="#br0" timeOffset="77259.07">20570 1285 80 0,'-35'-28'40'0,"7"37"-57"0,21 1 76 15,-4 2-59-15,1 14 0 16,-1 8 0-16,1 0 0 16,-1 7 0-16,-3 0 0 15,0 3 0-15,3-13 0 16,1 4 1-16,-4-1 0 16,-8 10 0-16,-2 0 1 15,-5 0-3-15,-2 9 1 16,-8-15-13-16,4 0 1 0,3-17-2 15,4-8 0-15</inkml:trace>
  <inkml:trace contextRef="#ctx0" brushRef="#br0" timeOffset="77788.83">21153 1392 69 0,'10'-19'34'0,"-10"-12"-39"16,-3 31 51-16,-4-3-48 15,-8 3 1-15,-6 0-2 16,-3 0 1-16,-1 0 3 16,0 0 0-16,4-10-2 15,3 4 0-15,4 3 1 16,4-10 1-16,6 1 1 0,11 2 0 15,7 4-1-15,7 12 1 16,4-6 0-16,3 13 0 16,-3 9-2-16,-4-3 1 15,-7-1-2-15,-3 7 1 16,-11-3 0-16,-7 4 0 16,-7-1-1-16,-7 9 1 15,-8-6 0-15,-6 1 1 16,-7-4-1-16,-8-3 1 0,-6 0-1 15,0-4 0-15,-4 1 0 16,-4 0 0-16,1 0-1 16,6-4 0-16,11-5 0 15,11-4 0-15,10-6 0 16,11-6 0-16,14-4 1 16,14 1 1-16,14 0 1 15,8-1 0-15,10 10 1 16,10-6 0-16,4 6 0 15,0 6 0-15,4 4-5 16,-1 2 0-16,1 7-15 16,-5 3 1-16,5-3-2 15,-4-10 0-15</inkml:trace>
  <inkml:trace contextRef="#ctx0" brushRef="#br0" timeOffset="78190.94">22451 304 64 0,'-39'-54'32'0,"-17"58"-45"0,41-4 58 15,-6 6-44-15,-7 3 0 0,0 10 3 16,-4-3 1-16,0 3-4 16,4-1 0-16,3 1 4 15,1 13 0-15,3-1 0 16,3 10 1-16,0 25-2 16,1 21 1-16,2 1-3 15,5 3 0-15,-4 22-1 16,0-3 1-16,3-13-2 15,4-9 1-15,0-13-1 16,-4-6 0-16,8-16 0 16,3-15 0-16,0-4 0 15,14-8 0-15,4-14-5 16,3-6 0-16,3-6-1 16,1-9 1-16</inkml:trace>
  <inkml:trace contextRef="#ctx0" brushRef="#br0" timeOffset="78429.1">22514 715 72 0,'7'-69'36'0,"4"47"-34"0,-8 22 35 15,1 9-38-15,-1 4 1 16,-6 18 0-16,-4-3 0 0,0 16 0 15,-4-6 0 1,4 15 0-16,0 0 0 0,0-6 0 16,4 7 0-16,-1 5-4 15,1 4 1-15,6 9-1 16,4-19 1-16</inkml:trace>
  <inkml:trace contextRef="#ctx0" brushRef="#br0" timeOffset="78806.45">22913 793 75 0,'-18'-41'37'0,"-17"29"-41"16,28 21 45-16,-11 0-42 0,-3 4 0 15,-4 9 0 1,-3-3 0-16,4 0 2 0,2 6 0 16,8-3-1-16,7 9 1 15,11-3 0-15,10-3 1 16,7-3-1-16,7 3 1 16,11-15-1-16,0 5 0 15,3-15 0-15,-3 0 0 16,3-9 0-16,-10-7 1 15,-7-2 1-15,-8-14 0 0,-10 1-1 16,-7-10 1-16,-10 3-3 16,-8 1 1-16,-10 5-12 15,-4 10 0-15,-10 4-1 16,0 2 1-16</inkml:trace>
  <inkml:trace contextRef="#ctx0" brushRef="#br0" timeOffset="79091.39">23072 589 84 0,'17'-44'42'0,"12"25"-48"16,-22 19 64-16,7 0-58 15,3 0 0-15,12 4 0 16,-1 2 0-16,4 6 0 15,-4 13 0-15,-4 10 0 0,-2 3 0 16,-8 2-1-16,-4 4 1 16,-6-6 0-16,-11 6 1 15,-7-10-1-15,-11 7 1 16,-7 0-1-16,-3-13 0 16,-7 7-10-16,-1-1 1 15,4 4-1-15,8-13 1 16</inkml:trace>
  <inkml:trace contextRef="#ctx0" brushRef="#br0" timeOffset="79317.42">23809 922 97 0,'35'-66'48'0,"29"66"-61"15,-36 9 74-15,11-9-65 16,3 9 1-16,7-9-6 16,1 4 1-16,3-8 8 15,0-2 0-15,-4-3-14 16,-3-7 0-16,-7-3 2 16,-4-3 0-16</inkml:trace>
  <inkml:trace contextRef="#ctx0" brushRef="#br0" timeOffset="79567.64">23940 646 97 0,'14'-47'48'0,"17"40"-65"15,-17 14 83-15,4 8-67 0,-4 23 1 16,-3 6-2-16,-8 3 1 15,-3 3-1-15,-7 3 1 16,0 4-7-16,-3 2 0 0,3 7-14 16,10-6 0-16,8-13 1 15,10-13 0-15</inkml:trace>
  <inkml:trace contextRef="#ctx0" brushRef="#br0" timeOffset="79797.94">24853 520 96 0,'43'-75'48'0,"-29"75"-74"16,-14 3 99-16,-4 6-74 15,-10 10 1-15,-7 13-3 16,-11 15 1-16,0 15 2 15,-3 7 0-15,-4-6-2 16,4 3 1-16,7-7 0 0,3 4 0 16,7-9-5-16,8 2 0 15,-1-6 0-15,8-3 0 16</inkml:trace>
  <inkml:trace contextRef="#ctx0" brushRef="#br0" timeOffset="80040.94">25195 646 88 0,'32'-82'44'0,"-7"82"-50"0,-22 6 55 0,-6 13-51 15,-4 6 1-15,-7 22-1 16,-4-3 0-16,-3 0 2 15,0-6 1-15,3 6-2 16,4-1 0-16,3 5-2 16,4-8 1-16,4 7 0 15,-1-9 0-15</inkml:trace>
  <inkml:trace contextRef="#ctx0" brushRef="#br0" timeOffset="80420.14">25502 457 69 0,'-17'-18'34'0,"10"-1"-30"0,7 13 28 15,0 2-31-15,0 8 1 16,3 5-1-16,8 7 1 16,6 2-3-16,8 1 0 15,3 13 2-15,11 15 0 0,3 6-1 16,4 0 1-16,-3 1 0 16,-5-11 1-16,-6 1 0 15,-11-6 0-15,-14 0 0 16,-14 2 0-16,-14-2-5 15,-14-3 0-15,-11-14-2 16,-10 1 1-16</inkml:trace>
  <inkml:trace contextRef="#ctx0" brushRef="#br0" timeOffset="80725.85">26300 269 88 0,'-4'-56'44'0,"1"78"-52"0,3-16 60 15,0 13-53-15,3 15 1 16,8-5 0-16,-1 5 0 16,4 10 0-16,0 3 0 15,1 22 2-15,-5 13 0 0,-3-4 1 16,-17-6 0-16,-8 3 0 16,-14 4 1-16,-10 2-4 15,-18 13 0-15,-14 0-2 16,-18 0 1-16</inkml:trace>
  <inkml:trace contextRef="#ctx0" brushRef="#br0" timeOffset="89316.79">15995 12806 63 0,'-28'-6'31'0,"-11"-10"-30"16,25 16 31-16,0 3-32 15,-4 1 0-15,0 2 3 16,1 3 1-16,-4 4-2 16,-4-4 1-16,7 4 3 15,-3-1 1-15,3-2 1 16,4-1 0-16,4-3-2 16,6-3 1-16,4 1-3 15,14-4 0-15,8-4-2 0,9-2 1 16,12-3-2-16,17-1 0 15,14-2 0-15,10-1 0 16,-3-2-1-16,4-10 1 16,-7 6-1-16,3 0 1 15,0-3-1-15,7 0 1 16,-10 0 0-16,-1 3 0 16,-13-3 0-16,-1 7 0 15,-6-1-1-15,-4 7 1 0,-14-1-1 16,-11 4 1-1,-11 6-1-15,-6 3 1 0,-14 0-1 16,-12 3 1-16,-2-2 0 16,-15-1 0-16,-17 3-1 15,-4 0 0-15,-7 0 0 16,-7 4 1-16,-7-1-2 16,-7 7 1-16,-8 0 0 15,-6-1 0-15,7 4 0 16,10-3 0-16,11 0 0 15,11-7 0-15,10 3 0 16,11-5 0-16,13-4 0 16,8-3 0-16,11 0 0 15,3 0 0-15,14-10 0 16,14 1 1-16,11 0-1 16,21-7 1-16,7 0 0 15,11 1 0-15,3-7 0 16,10 0 0-16,-2 3-1 15,-1 0 1-15,-7 0-1 0,-10 4 1 16,-11 2-1-16,-11 4 0 16,-7 2 0-16,-7 1 0 15,-10 0 0-15,-14 6 0 16,-15 6 0-16,-10 0 0 16,-25 7 0-16,-17-1 0 15,-11 1 0-15,-11 9 0 0,-6 0 0 16,-12 6 0-16,-6-6 0 15,-4-3 0-15,18 3 0 16,3-3 0-16,8-1 0 16,13-2 0-16,15-6 0 15,10-1 0-15,7-3 0 16,22 0 0-16,6-6 0 16,15-9 0-16,13 3-1 15,15-4 1-15,14-5 0 16,18-4 1-16,-1-3-1 15,4 6 0-15,-3-3 0 16,-1 7 0-16,1-1 0 16,-15 4 0-16,-6 3-1 15,-8-4 1-15,-7 4-4 16,1 3 1-16,-1-3-1 16,-3-1 1-16</inkml:trace>
  <inkml:trace contextRef="#ctx0" brushRef="#br0" timeOffset="93731.6">18030 12653 84 0,'-17'9'42'0,"-11"-22"-41"0,24 4 43 16,4 0-45-16,4 2 1 15,3-5 1-15,7-4 1 16,0 4 0-16,7-4 0 15,7 0 1-15,11 1 0 16,7-4 1-16,7 0 0 16,3 0-1-16,4 10 0 15,-7-4-1-15,-3 1 0 16,-5-4-1-16,-9 3 1 16,-15 1-1-16,-14 2 1 0,-14 10-1 15,-11 0 1-15,-17 7-1 16,-18-1 1-16,0 7-1 15,-7 5 1-15,0 1-1 16,0-3 0-16,7 0-1 16,0-4 1-16,11 4-1 15,14-10 0-15,21-6 0 16,17-3 0-16,15-16-1 16,17-6 1-16,18-6 0 15,11-1 0-15,7 4-1 16,-8 0 1-16,-3 6 0 15,-10 6 0-15,-12 7 0 16,-13 2 0-16,-11 4 0 16,-10 3 1-16,-15 7 0 15,-13-1 0-15,-15 3-1 16,-10 4 1-16,-15-1 0 16,-10 10 0-16,0 3-1 0,-7 4 0 15,-4-1 0-15,8-3 0 16,10-3 0-16,14 3 0 15,14-9-1-15,18-4 1 16,25-9 0-16,17-6 0 16,18-12 0-16,14-4 0 15,17-13 0-15,5 7 0 16,-1 0 0-16,-11 3 0 0,-6 7 0 16,-11-1 0-16,-14 6 0 15,-11 4 1-15,-14 6-1 16,-11 6 0-16,-13 1 0 15,-15 2 1-15,-10 1-1 16,-15 5 1-16,-13 4-1 16,-1 3 0-16,4 0 0 15,0 0 0-15,8 0-1 16,2-6 1-16,11-4 0 16,15-3 0-16,13-2 0 15,18-10 0-15,18-4 0 16,10-8 0-16,22-7 0 15,6-3 0-15,8 3 0 16,-4-3 0-16,-4 3 0 16,-10 3 0-16,-11 3 0 15,-10 7 0-15,-11-1 0 16,-7 7 0-16,-14 3 0 16,-14 6 0-16,-14 4 0 0,-14 2 1 15,-11 7-1-15,-14 3 0 16,7 0 0-16,-4 6 0 15,8-3 0-15,10-9 0 16,14-3 0-16,11-4 0 16,21-9 0-16,14-6 0 15,22-7 0-15,20-12 0 16,25-3-14-16,18-13 0 16,28-12 0-16,14-32 0 15</inkml:trace>
  <inkml:trace contextRef="#ctx0" brushRef="#br0" timeOffset="96239.04">18288 13073 96 0,'11'-22'48'0,"-15"-16"-46"0,8 19 48 16,-1-3-51-16,4 0 0 15,0 1 0-15,-3 2 0 16,-4 3 2-16,-4 7 1 0,-6 2-1 15,-4 10 0-15,-1 10 1 16,-2 15 0-16,-1 4 0 16,-7 12 0-16,4-1-1 15,0-2 0-15,7 3-2 16,7-13 1-16,3 1-1 16,4-17 0-16,4-8 0 15,7-7 0-15,3-7 0 16,0-2 0-16,0 0 0 15,0-4 1-15,0 1 0 16,0-1 1-16,-3-3 0 16,-1 1 0-16,1-10 0 15,-4 6 0-15,0 0 0 16,0 3 1-16,0 10-1 16,-3-7 1-16,-1 17-1 15,-3 8 0-15,-3 10 0 16,-4 19 0-16,-4 9 0 15,-3 10 0-15,0 2-1 0,0 10 1 16,7-3-1-16,0-6 0 16,7-13 0-16,0-6 0 15,7-9-1-15,0-7 0 16,3-3 0-16,4-6 1 16,1-7-1-16,2-2 0 15,1-1 0-15,-1-9 1 16,5-6 0-16,6-3 0 15,0-7 1-15,4-12 0 0,-8 3 0 16,-2 3 0-16,-5-7 0 16,-3 1 0-16,-3 3 0 15,-4 6 1-15,-3 4-1 16,-4 5 0-16,0 10-1 16,0 3 1-16,3 4-1 15,1 8 1-15,3 10-1 16,3 4 0-16,4 2 0 15,4-9 0-15,3 0 0 16,0-10 0-16,1 1 0 16,-1-4 0-16,3-9 0 15,-2-6 0-15,-5-3 0 16,-6-4 1-16,-4-6 0 16,-11-3 1-16,-6 3-1 15,-4-2 1-15,-8-5-4 16,-6 5 0-16,-4-5 0 15,-10-2 0-15</inkml:trace>
  <inkml:trace contextRef="#ctx0" brushRef="#br0" timeOffset="108324.51">11525 5581 99 0,'-63'-163'49'0,"-43"-22"-48"16,71 138 49-16,-22-9-50 16,-13 9 1-16,-26-3-1 15,-20 15 0-15,-18 13-1 16,-4 16 1-16,-17 9-1 16,-4 25 0-16,1 32-1 15,-8 15 1-15,-4 22 0 16,8 48 0-16,-4 24 0 15,4 53 0-15,14 29 1 16,28 38 0-16,25 24 0 0,38-12 0 16,40-9 0-16,34-29 0 15,47-37 0-15,28-28 0 16,42-32 0-16,24-47 1 16,22-44-1-16,21-46 1 15,11-42 1-15,0-28 0 16,-15-43 1-16,-10-23 0 15,-17-28 0-15,-12-44 0 0,-24-27 0 16,-17-48 1 0,-26-41-2-16,-24-3 1 0,-35-19-2 15,-39 16 0-15,-42 28-5 16,-32 60 1-16,-57 59-1 16,-59 60 1-16</inkml:trace>
  <inkml:trace contextRef="#ctx0" brushRef="#br0" timeOffset="115162.71">27009 4669 95 0,'-18'-116'47'0,"22"47"-39"16,3 56 47-16,0 7-53 15,3 15 0-15,4 29 2 16,0 34 0-16,-6 28-5 16,-8 57 1-16,-8 22 3 15,-2 34 0-15,3-3-1 16,3-15 0-16,8-7-2 0,10-28 1 16,4-22-2-16,3-22 1 15,3-19-5-15,1-22 1 16,0-12-16-16,3-22 1 15,4-19-1-15,7-32 1 16</inkml:trace>
  <inkml:trace contextRef="#ctx0" brushRef="#br0" timeOffset="115483.59">28081 5716 102 0,'18'-100'51'0,"14"25"-67"0,-25 53 86 0,-4-13-69 15,-6 1 0-15,-4 2 1 16,-8 1 0-16,-6 6-2 16,-3 12 0-16,-8 13 2 15,0 13 0-15,-3 9-1 16,-1 15 0-16,8 23 0 16,14 15 0-16,18 4-1 15,10 12 1-15,14-10-1 16,7-15 1-16,11-13 0 15,11-9 0-15,-1-16-1 16,4-6 1-16,-4-22 0 16,-6-12 1-16,-11-16-1 15,-11-23 1-15,-14-18-2 16,-14-6 0-16,-11-3-3 16,-10 3 1-16,-7 12-11 0,-7 9 1 15,-1 11-1-15,8-8 1 16</inkml:trace>
  <inkml:trace contextRef="#ctx0" brushRef="#br0" timeOffset="115740.03">28614 4785 109 0,'-28'-38'54'0,"17"32"-64"15,11 18 77-15,11 10-68 16,6 16 1-16,15 6 0 16,14 28 0-16,7 22 0 15,7 13 0-15,3 3 0 16,-3 28 0-16,-7-7 0 16,-14 4 0-16,-18 16 0 15,-28-4 0-15,-28-3-9 16,-50 10 0-16,-52 25-1 15,-65-10 1-15</inkml:trace>
  <inkml:trace contextRef="#ctx0" brushRef="#br0" timeOffset="118023.83">16923 13145 96 0,'0'-50'48'0,"-25"6"-49"16,18 34 49-16,-7 1-50 16,-4 0 0-16,-3 5-1 15,0 4 0-15,-7 7 3 16,-4 5 1-16,0 4-3 16,-3 18 1-16,-4 13 1 15,0 4 0-15,1 11 0 16,2 7 1-16,4-3-1 15,11-6 1-15,4-13-1 16,13-13 1-16,8-15 0 0,10-19 0 16,7-19-1-16,7-12 1 15,11-7 0-15,0-9 0 16,3-3 0-16,-7 6 1 16,-6 10-1-16,-1 2 0 15,-11 10 0-15,-6 7 0 16,-11 5 1-16,-3 17 0 15,-5 11-1-15,-6 14 0 16,-24 56 0 0,6-10 0-16,4-12 0 15,6-13 1-15,8-12-1 16,7-13 0-16,7-3 1 16,11-12 0-16,6-10-1 15,12-9 1-15,9-7-3 16,8-3 1-16,-3-12-10 15,3-6 0-15,-1-4-1 16,-2 0 1-16</inkml:trace>
  <inkml:trace contextRef="#ctx0" brushRef="#br0" timeOffset="118146.07">17039 13292 98 0,'-14'16'49'0,"-11"-16"-47"15,18-3 65-15,4 3-66 16,6 6 0-16,4 7-1 15,0 15 0-15,4 28-6 0,-7 20 0 16,-4 21 0-16,7 16 0 16</inkml:trace>
  <inkml:trace contextRef="#ctx0" brushRef="#br0" timeOffset="120589.04">23213 12609 77 0,'-14'0'38'0,"14"-7"-39"16,0 7 38-16,10 0-37 15,8 0 0-15,10-3 0 16,14 0 0-16,8 0 0 16,3-6 0-16,10-10 0 15,-3 0 1-15,0 3 0 0,0-3 0 16,-10 1 0-16,-5 2 0 16,-9 7-1-16,-8-1 1 15,-7 4-1-15,-3 0 0 16,-11 2 0-16,-7 4 0 15,-7-3 0-15,-7 3 0 16,-8 3 0-16,-2 1 1 16,-1 2 0-16,0 0 0 15,1 4-1-15,3-4 0 16,-4 0-1-16,4 4 1 0,-1-1-18 16,5-6 1-16,3-6-1 15,3-10 0-15</inkml:trace>
  <inkml:trace contextRef="#ctx0" brushRef="#br0" timeOffset="121307.91">24243 12515 85 0,'-28'-4'42'0,"-22"-8"-60"0,47 12 82 16,-1 0-68-16,4 0 0 16,11-3-1-16,3-3 0 15,7-7 7-15,11-6 0 16,31-18-4 0,1 5 1-16,-11 7 2 15,-4 6 0-15,-17 4 1 16,-7 5 0-16,-15 10-1 15,-13 3 1-15,-8 7-2 16,-14 2 1-16,-10 7-1 16,-11-10 1-16,4 10-1 15,0-3 1-15,3 0 0 16,7-4 0-16,11-2-1 16,7-4 1-16,7-6-1 15,7-6 1-15,10-4-1 16,15-2 0-16,14-1 0 15,7-3 0-15,3-2 0 16,0 2 0-16,1 7 0 16,-11-1 0-16,-11 4 0 15,-11 6 0-15,-17 9 0 16,-10 1 1-16,-11 5-1 16,-15 1 0-16,-2 3 0 0,-8 3 1 15,10-7-1-15,8-2 1 16,4 0-1-16,9-7 1 15,15-3-1-15,15-9 1 16,13-7-2-16,7 1 1 16,11-1-8-16,7 10 1 15,-4 3-1-15,-3 0 1 0</inkml:trace>
  <inkml:trace contextRef="#ctx0" brushRef="#br0" timeOffset="122073.55">24571 12963 89 0,'-14'-28'44'0,"-25"-29"-51"15,32 42 61-15,0-4-56 16,0 0 0-16,0-3 0 15,-4-3 0-15,-3 0 4 16,-7 6 0-16,-4 3-1 16,-3 7 0-16,-4 6 1 15,-3 12 1-15,-4 7-1 16,4 12 1-16,7 13-2 16,3 3 0-16,11-7-3 0,3-2 1 15,18-13-2-15,8-13 1 16,9-12-1-1,15-9 1-15,3-13 0 0,1-4 0 16,3-5 1-16,-4 2 1 16,0 1 0-16,-7 3 1 15,-6 6 0-15,-5 6 0 16,-6 4 0-16,-4 5 0 16,-3 7 1-16,-4 7 0 0,-4 5-1 15,-6 7 1-15,-4 6 0 16,-4 10 0-16,-7 9 0 15,1 6 1-15,-1 3-2 16,1 0 0-16,2-2 0 16,5 5 0-16,3 0-1 15,3-2 1-15,4-4-2 16,4 0 1-16,3-9-1 16,7-4 0-16,7 1 0 15,4-13 0-15,7-12 0 16,6-20 1-16,1-5 0 15,7-13 1-15,3-10-1 16,1 4 1-16,-4-4 0 16,-11 1 1-16,-7 6-1 15,-7 3 1-15,-3 3-1 16,-11 9 0-16,-7 4 0 16,-3 9 0-16,-4 6-1 0,-4 3 0 15,4 7 0-15,3 3 0 16,4 0-1-16,7-4 1 15,11-2-1-15,0-4 1 16,3-2 0-16,7-1 0 16,0-9 0-16,-7 3 1 15,1 0-1-15,-5-10 0 16,-10 1-9-16,-10 0 0 16,-11-4 0-16,-15-6 0 15</inkml:trace>
  <inkml:trace contextRef="#ctx0" brushRef="#br0" timeOffset="126205.27">3778 8824 69 0,'-42'-16'34'0,"7"0"-24"0,31 13 35 16,-6-3-43-16,2 3 1 0,8 3 0 15,22 0 1-15,24-6-4 16,24-1 0-16,50-2 4 16,28-7 0-16,32-3-1 15,21-6 0-15,25-9-1 16,7-19 1-16,7-4-3 15,-15-6 0-15,-13-9-1 16,-14 0 1-16,-36 9 0 16,-35 13 0-16,-32 0 0 15,-28 16 1-15,-32 5 1 16,-35 11 0-16,-45 11-1 16,-29 17 0-16,-57 12-1 15,-28 12 1-15,-28 7-1 16,-3 12 1-16,-22 0-1 15,4 20 0-15,10-8 0 16,1-2 0-16,20-6 0 16,22 5 1-16,18-2-1 0,20-7 1 15,26-12-1-15,24-7 0 16,31-5 0-16,26-17 0 16,34-15 0-16,58-19 0 15,23-19 0-15,43-9 0 16,22-19 0-16,10-6 0 15,0 9 0-15,-18 10 1 16,-17 12-1-16,-22 3 0 16,-24 10 0-16,-22 2 0 15,-17 11 0-15,-21 2 1 0,-28 7-1 16,-29 2 0-16,-21 4 0 16,-45 13 0-16,-26 5 0 15,-38 13 0-15,-21 32-1 16,-39 6 1-16,-8 6-1 15,5 6 1-15,-1 7 0 16,22 3 0-16,31-13 0 16,32-12 0-16,39-13 0 15,45-16 0-15,33-27 0 16,49-17 1-16,42-15-1 16,49-15 1-16,40-20-1 15,17 3 1-15,7-12-1 16,10-6 1-16,-13 0-1 15,-11 12 0-15,-18 13 0 16,-24 9 0-16,-12 1 1 16,-27 8 0-16,-11 4-1 15,-17 6 1-15,-11 13-2 16,-7 2 1-16,-14 1-7 0,0 6 1 16,-11 6-2-16,3-3 1 15</inkml:trace>
  <inkml:trace contextRef="#ctx0" brushRef="#br0" timeOffset="126892.26">29221 5933 95 0,'77'-35'47'0,"36"-9"-50"0,-78 41 47 0,18 0-58 16,11 0 0-16,13 6 0 15,5-3 0-15</inkml:trace>
  <inkml:trace contextRef="#ctx0" brushRef="#br0" timeOffset="127207.85">30282 4396 95 0,'-38'-31'47'0,"-22"-38"-55"0,46 69 64 0,-11 6-58 15,-14 19 0-15,-17 41 2 16,-33 50 0-16,-9 63 2 15,-15 50 0-15,-14 72-1 16,7 40 1-16,3 14 1 16,29-39 0-16,21-43-2 15,18-22 1-15,17-47-2 16,14-44 1-16,11-28-12 16,7-35 1-16,7-28-1 15,11-19 1-15</inkml:trace>
  <inkml:trace contextRef="#ctx0" brushRef="#br0" timeOffset="127492.24">30547 4995 104 0,'-7'-194'52'0,"3"222"-62"0,4-13 76 16,-7 20-66-16,-10 50 1 15,-15 27 0-15,-14 30 0 16,-3 36-2-16,3 1 0 16,4 12-1-16,6-15 1 15,15-19-7-15,11-22 1 0,6-10-10 16,8-15 1-16,6-7-1 15,4-21 1-15</inkml:trace>
  <inkml:trace contextRef="#ctx0" brushRef="#br0" timeOffset="127748.09">31260 5600 104 0,'7'-100'52'0,"-25"59"-72"15,15 47 92-15,-5 13-72 16,-9 31 0-16,-8 16-3 16,-7 22 1-16,-3 6-3 15,0 6 1-15,7 7-9 0,6-13 1 16,12-9 0-16,13-23 0 15</inkml:trace>
  <inkml:trace contextRef="#ctx0" brushRef="#br0" timeOffset="128054.72">31761 5108 105 0,'-18'-97'52'15,"4"-1"-67"-15,17 86 84 0,-3 2-70 16,7 14 0-16,4 21-2 16,3 34 1-16,7 23 2 15,8 6 0-15,2 15-1 16,5 26 0-16,-5-4 0 15,-2-9 0-15,-12-9 1 16,-17-23 0-16,-14 1 0 16,-25 9 1-16,-14-6-14 15,-21 0 0-15,-7-10 0 16,-14-6 1-16</inkml:trace>
  <inkml:trace contextRef="#ctx0" brushRef="#br0" timeOffset="128371.75">30036 7196 112 0,'-46'-19'56'0,"35"-43"-74"0,18 59 92 0,25-1-80 15,28 8 1-15,42 2-6 16,39 6 1-16,43-5 10 16,20-4 1-16,12-3-8 15,-1-3 0-15,-18-4 1 16,-13 1 0-16,-33 6-14 16,-31 0 1-16,-35 0 1 15,-39 3 1-15</inkml:trace>
  <inkml:trace contextRef="#ctx0" brushRef="#br0" timeOffset="128546.04">29877 7601 109 0,'35'6'54'0,"103"-75"-83"0,-78 60 110 16,42 2-84-16,25 17 0 15,35-1-10-15,8 7 0 16,13-4 1-16,0 7 0 16,-17-3-8-16,-21-25 1 15</inkml:trace>
  <inkml:trace contextRef="#ctx0" brushRef="#br0" timeOffset="134915.64">5891 16033 75 0,'-53'9'37'0,"-3"-21"-38"0,52 6 38 0,8-7-38 16,14-3 1-16,10-6-3 15,4-12 1-15,14-4 2 16,6-6 0-16,5 0-2 15,10-3 1-15,7 7 1 16,0 5 0-16,-3 7 2 16,-4 0 0-16,10 9 2 15,-3-6 0-15,22 3 0 16,13 0 0-16,4-3-1 16,21 0 0-16,18-3-2 15,6-1 1-15,22 1-2 16,0 3 0-16,7-3 0 15,14-4 0-15,-10 10-1 16,6 1 1-16,1 5 0 16,-4 0 0-16,14 7 0 15,4-10 0-15,3 0-1 16,11-6 1-16,-1-3 0 16,15 6 0-16,-7-3-1 0,18 3 1 15,-15 6-1-15,7 0 1 16,-10 10 0-16,0 6 0 15,-7 3 0-15,-7 4 0 16,-1 5 0-16,-3 1 1 16,-10-1-1-16,7 1 0 15,-1-1 1-15,1-2 0 16,3 9 0-16,-10-16 0 16,3 0 1-16,4 6 0 0,-8 1 0 15,12 2 0-15,-8-6 0 16,7 7 0-16,0 0-1 15,4-4 0-15,14-6-1 16,-8 0 0-16,8 0-1 16,-3 0 0-16,-1-3 0 15,-7 0 0-15,-3-3 0 16,-4-3 1-16,-3 6 0 16,3-9 0-16,0-1 0 15,0-9 0-15,-3 1 0 16,3-1 0-16,0-3 0 15,8-3 0-15,2 0-1 16,5 3 1-16,-1 0 0 16,-3 3 0-16,3 0-1 15,-7 3 1-15,4 4 0 16,-4-1 0-16,4-2 0 16,-7 2 0-16,0 4 0 15,3-10 0-15,-4 0 0 0,12 3 1 16,-8 1 1-16,11 2 0 15,0-2 0-15,-4 5 1 16,-3-2-1-16,-4 5 0 16,4-2-1-16,-4 6 1 15,4 0-3-15,-7 0 1 16,-1 3-1-16,1 0 1 16,0 3-2-16,-15 0 1 0,-3-3-1 15,0 6 1-15,-21-3-1 16,-3 0 1-16,-4-3-1 15,-15 0 1-15,-2-3 0 16,-5-3 1-16,-10-7 0 16,-10 4 0-16,-11 0 0 15,-14-1 1-15,-7 1-1 16,-11-1 1-16,-11-2 0 16,-6-1 0-16,-1-6 0 15,-13-6 1-15,-4-9-1 16,-4-13 1-16,-3-10 0 15,0-5 0-15,-7-14-1 16,7-21 1-16,-11-9-1 16,4-7 1-16,3-10-1 15,0-5 0-15,-3-13-1 16,0-10 1-16,7-24-1 0,-4-7 1 31,39-185-1-31,-10 38 0 16,-8 43 1-16,-13 13 0 15,-1 26-1-15,-14 21 1 16,-3 3-1-16,-11 26 1 16,-3 9-1-16,-4 6 1 15,-3 19-2-15,-15 12 1 16,8 13 0-16,-8 6 0 16,4 10 0-16,-7 12 0 15,4 10 0-15,-8 12 0 16,0 19 0-16,-3 3 0 0,-3 19-1 15,-8 3 0-15,-10 7 0 16,-8 2 0-16,-6 4-1 16,-11 3 1-16,-11 3 0 15,-3 9 0-15,-7-6 0 16,-11 6 1-16,-13 4 0 16,-8 12 1-16,-11-3-1 15,-13 9 0-15,-19 3 0 16,-6-2 0-16,-11 5 0 15,-17 1 0-15,-11-4 0 16,-22-3 0-16,-13-6 0 16,-14 7 0-16,-15-11 0 15,-17 1 0-15,-7-3 0 16,-15 3 1-16,-6 0-1 16,-18 3 0-16,0 3 0 15,-15-3 0-15,1 0 0 0,-7 6 0 16,-18-3 0-1,0 4 1-15,-17-1-2 0,-1 0 1 16,1 4 0-16,-8-1 0 16,-3 4-1-16,-14 5 1 15,3-5-1-15,7 12 1 16,11-3 0-16,4-3 0 16,10 0 0-16,3-1 0 15,1 4 0-15,7-3 0 16,3 6 0-16,-7 3 1 15,14-9-1-15,0 9 0 0,4-18 0 16,10-1 1-16,1-12-1 16,13-6 0-16,15-4 0 15,3-2 0-15,10-4 0 16,5-3 0-16,9 3 0 16,15 3 0-16,-7 1 1 15,14 2 0-15,-11 7 0 16,18-4 0-16,-14 4 0 15,21 0 0-15,0 6-1 16,15 0 1-16,13-3-1 16,7-4 0-16,15-8-1 15,13-1 1-15,1-9-1 16,6 0 1-16,12 3 0 16,13 0 0-16,-10 0 0 15,10 9 0-15,7 1 0 0,11 6 0 16,-3-4 0-1,10 4 0-15,10 0-1 0,8 6 1 16,3-7-1-16,14 7 1 16,-13-9 0-16,6 6 0 15,3 3 0-15,1 3 0 16,11-3 0-16,-1 3 0 16,-17 7 0-16,3-1 0 15,4 4-1-15,-1 2 1 16,8-5 0-16,7 2 0 0,-14 7 0 15,7 0 0-15,3 3 0 16,4 3 0-16,3 3 0 16,8 3 0-16,-12 4 0 15,8 9 0-15,0 3 0 16,-10 0 0-16,13 0-1 16,8-3 1-16,-8 3 0 15,4 9 0-15,0 1 0 16,3 5 1-16,-13 11-1 15,13 5 1-15,-3 7 0 16,7 6 0-16,4 6 0 16,14 19 0-16,10-6 0 15,-4 9 0-15,12 19-1 16,13 9 0-16,1 4-1 16,3 5 1-16,14 11 0 15,3-11 0-15,1 14-1 16,-1 5 1-16,8-15 0 15,3 3 0-15,0 4 0 0,-3-1 0 16,3 3 0-16,7 4 0 16,-3 2 0-16,7 7 0 15,-4 12-1-15,7-15 1 16,-10 3-1-16,3 9 1 16,0-21-1-16,-3-10 1 15,0-13-1-15,-4-9 1 16,0-13 0-16,-3 1 1 0,-4-13-1 15,0-13 1 1,-3 7 0-16,3-4 0 0,3-3-1 16,-10-21 1-16,18 15-1 15,3-3 1-15,11-13-1 16,4-12 1-16,2-3-1 16,15-13 0-16,0-6 0 15,14-6 0-15,22-4 0 16,13 1 0-16,11-10 0 15,21-7 0-15,25-2-2 16,21-13 0-16,46-22-22 16,35-21 1-16,32-29-1 15,-11-66 1-15</inkml:trace>
  <inkml:trace contextRef="#ctx0" brushRef="#br0" timeOffset="135817.43">13282 17014 100 0,'-56'4'50'0,"45"102"-56"0,11-59 51 0,4 25-51 16,3 19 1-16,-4 7-2 16,-3 2 1-16,0 3 8 15,-3-5 1-15,3-7-6 16,-7-16 1-16,0-16 3 15,-8-12 0-15,1-9 1 16,0-10 0-16,0-12-1 16,4-22 0-16,2-16-1 15,8-22 0-15,4-28 0 16,7-19 1-16,3-25 1 16,3-22 0-16,8-13 1 15,3 4 0-15,8-1 0 16,-1 20 0-16,0 9-1 15,18 12 1-15,-4 13-2 16,8 3 1-16,6-3-1 16,18 3 0-16,18 6-3 15,11 10 0-15,10 16-8 0,-4 8 0 16,0 17-1-16,-13 21 1 16</inkml:trace>
  <inkml:trace contextRef="#ctx0" brushRef="#br0" timeOffset="136047.34">13314 17099 100 0,'14'-31'50'0,"106"-26"-63"0,-74 39 74 0,17-14-64 16,18 1 1-16,15-1-18 16,6 4 1-16,4 3 20 15,-18 3 0-15</inkml:trace>
  <inkml:trace contextRef="#ctx0" brushRef="#br0" timeOffset="136590.67">13194 18106 95 0,'-25'22'47'0,"36"-51"-69"0,3 8 66 16,18-14-45-16,21-21 0 15,21-20 0-15,14-18 1 16,0-16 0-16,11-9 0 15,0-3 0-15,-8 15 1 16,-6 13 1-16,-7 16 1 16,-18 12 1-16,-8 22 1 15,-9 10 0-15,-8 15 1 0,-3 13-1 16,-7 21 0-16,-8 20-2 16,1 12 0-16,-8 6-2 15,1 13 0-15,-7-6-1 16,-4-7 1-16,-8-12-1 15,1-7 1-15,0-9-2 16,0-6 1-16,0-6-1 16,4-4 0-16,3-9-1 15,7-6 0-15,3-13 0 16,12-9 0-16,9-10 0 16,15-9 0-16,18-9 1 15,-1-4 0-15,1 4 1 16,-4 5 1-16,-4 7-1 15,-7 7 1 1,-3 21 1 0,-10 19 1-16,-12 16-1 0,-6-6 1 15,-8 46-2-15,-2 20 1 16,2-4-2-16,1 0 1 16,3-15-13-16,7-7 1 15,7-15-1-15,-3-26 1 16</inkml:trace>
  <inkml:trace contextRef="#ctx0" brushRef="#br0" timeOffset="136835.25">15879 15898 106 0,'-11'41'53'0,"-45"-22"-67"15,41-4 80-15,-2 14-67 16,6-7 1-16,8 37-2 16,10 20 0-16,3 8 1 15,4 26 0-15,1 28-8 16,-5 0 1-16,-3 13-16 16,-3-10 1-16,-8-12 0 15,-6-25 0-15</inkml:trace>
  <inkml:trace contextRef="#ctx0" brushRef="#br0" timeOffset="137340.92">15268 17058 107 0,'11'7'53'0,"10"-26"-84"0,-3 6 111 16,20-9-81-16,26-12 0 15,24-4 0-15,11-3 0 16,7-2 1-16,3-1 1 16,-3 3-2-16,-4 0 1 15,-14 0 1-15,-10 4 0 0,-14 5 0 16,-8 7 0-16,-14 6 0 16,-17 4 1-16,-7 12-1 15,-15 12 0-15,-6 13-1 16,-8 16 1-16,-14 18-2 15,-10 16 1-15,0 13-2 16,0 3 1-16,3-1-1 16,7-14 1-16,11-17-1 15,10-15 0-15,12-16-1 16,13-19 1-16,10-18-2 16,8-17 1-16,11-11-1 15,-1-14 1-15,4-8 0 16,0-7 1-16,0 6 1 15,-7 13 0-15,-8 9 3 16,-2 13 1-16,-8 9 0 16,0 16 1-16,-7 15 0 15,4 20 0-15,-4 8-1 16,-7 7 0-16,-10 7-6 0,-1 9 0 16,1-4-8-16,-4-6 0 15,0-6 0-15,-4-12 0 16</inkml:trace>
  <inkml:trace contextRef="#ctx0" brushRef="#br0" timeOffset="137764.23">17078 16648 96 0,'11'-7'48'0,"-15"4"-57"0,4 3 69 0,0 3-60 16,0 7 0-16,0 5-1 15,0 10 1-15,0 4 0 16,0 5 0-16,0 4 0 16,0-4 0-16,4-2 0 15,-4-1 1-15,3-3-1 16,1-3 1-16,-4-6-1 16,3-3 1-16,-3-7-1 15,4 1 1-15,-1-7-2 16,4 3 1-16,0-9 0 15,7-6 0-15,8-7 0 16,9-12 1-16,12-7 0 16,6-6 0-16,4 1 0 15,3-1 0-15,1 9 0 0,-11 4 0 16,-7 13 0-16,-8 5 1 16,-6 10-1-16,-7 10 0 15,-4 8-1-15,-4-2 1 16,-3 22-3-16,4 12 1 15,0 0-11-15,-1 3 1 16,8 4-1-16,3-13 1 16</inkml:trace>
  <inkml:trace contextRef="#ctx0" brushRef="#br0" timeOffset="139048.2">18648 16698 102 0,'14'-16'51'0,"-60"-22"-64"16,32 29 73-16,-4 0-62 16,-13-4 1-16,-5 1 0 15,-3 2 0-15,-3 4 1 16,-4 6 1-16,4 6-2 15,3 10 0-15,7 6 0 16,11 6 1-16,4 3-1 16,10-2 1-16,7-4-1 15,10 0 1-15,11-10-1 16,8-2 1-16,2-4 0 0,1-2 0 16,0 2-1-16,3 7 1 15,0 9 0-15,-10 12 0 16,-7 20-1-16,-15 24 0 15,-13 10-1-15,-15 10 0 16,-21-1-1-16,-10-3 0 16,-4-9 1-16,-14-6 0 15,-4-17 2-15,0-8 0 16,4-10 2-16,11-13 0 0,3-12 1 16,17-9 0-16,15-13-2 15,21-16 0-15,18-9-1 16,24-19 0-16,18-12-1 15,25-19 0-15,20-23 0 16,12-5 0-16,3-4 1 16,7-12 0-16,7-9 0 15,-4-14 0-15,-14 4 1 16,-10-12 0-16,-14 9 0 16,-18 12 1-16,-14 16 0 15,-14 16 0-15,-15 6-1 16,-13 32 1-16,-11 5-1 15,-7 20 1-15,-7 15-2 16,-4 16 1-16,-10 22-1 16,0 21 0-16,-4 39 0 15,-3 24 0-15,3 13 0 16,7 29 0-16,7-11 0 16,15-14 1-16,14-8-1 0,10-21 0 15,7-12-1-15,4-20 1 16,3-21-1-16,7-22 0 15,4-13 0-15,4-19 0 16,-1-25 0-16,0-18 0 16,-3-10 1-16,-11 0 0 15,-10 0 0-15,-7 6 0 16,-11 10 0-16,-11 12 1 16,-10 16-1-16,-3 9 1 15,-5 16-1-15,-6 16 0 0,3 15 0 16,4 13 0-16,7 19 0 15,7 12 0-15,14-6-1 16,14 0 1-16,18 0-1 16,14-9 1-16,14-19-1 15,0-16 0-15,7-16 0 16,4-12 1-16,-1-16 0 16,-2-9 0-16,-8-7 1 15,-4-9 0-15,-21 4 0 16,-13-1 0-16,-12 3 0 15,-10 7 1-15,-14 3-2 16,-14 12 1-16,-11 13-1 16,-3 19 1-16,-7 18-1 15,3 10 0-15,11 3-1 16,7 0 1-16,10-3 0 16,18-13 0-16,7-12-1 15,21-19 0-15,18-25-1 16,18-35 0-16,6-27-1 0,5-17 0 15,6-34-2-15,-4-15 1 16,-2-11-2-16,-8 1 1 16,-14 16 1-16,-18 37 0 15,-10 22 3-15,-15 23 0 16,-10 30 2-16,-10 23 1 16,-11 30 2-16,-7 23 0 15,-8 19 1-15,-2 18 1 16,-1 22-2-16,4 16 1 0,7 7-2 15,-1 5 1-15,15 7-8 16,4 0 1-16,-1-3-18 16,4-4 1-16,0-12-2 15,4-22 0-15</inkml:trace>
  <inkml:trace contextRef="#ctx0" brushRef="#br0" timeOffset="139410.32">21780 15842 117 0,'11'-47'58'0,"-39"-101"-104"0,17 123 121 15,-3-9-77 1,-3 2 0-16,-8 1-2 0,-3 9 1 15,-4 3 4-15,-7 16 0 16,0 19-2-16,0 15 0 16,8 29 1-16,10 21 0 15,6 26 1-15,1 34 0 16,7 3 0-16,11 4 1 16,-4-10-1-16,-4-7 0 15,-3-24 0-15,-3-16 0 0,-12-13-1 16,-16-21 1-16,-12-17-2 15,-10-11 0-15,-3-11-7 16,-4-11 0-16,3-14 0 16,4-18 0-16</inkml:trace>
  <inkml:trace contextRef="#ctx0" brushRef="#br0" timeOffset="139638.09">22281 15870 110 0,'7'-6'55'0,"-10"-4"-66"15,3 10 78 1,-7 16-69 0,0 15 1-16,-7 13-1 15,-4 22 1-15,-3 22 1 16,-4 9 1-16,1 3-6 15,-1 13 0-15,4-3-12 0,-11 0 1 16,7-16-1-16,1-19 1 16</inkml:trace>
  <inkml:trace contextRef="#ctx0" brushRef="#br0" timeOffset="140371.82">21872 16528 110 0,'46'4'55'0,"14"-39"-80"0,-32 23 95 0,22-1-73 16,17 0 1-16,14-12-2 15,14-3 1-15,0-13 5 16,4 1 0-16,-11-4-2 16,-7 0 1-16,-10 3 1 15,-15 7 1-15,-10 8 0 16,-14 4 1-16,-14 10-2 15,-15 9 1-15,-10 12-2 16,-14 19 1-16,-18 19-2 16,-10 16 0-16,-11 3-1 15,-4 12 0-15,8-12 0 16,14-12 0-16,10-14 0 16,14-8 1-16,11-13-2 15,21-16 1-15,14-10 0 16,-6 1 0-16,27-19 0 15,4 0 0-15,-7 0 0 0,0 3 1 16,-11 9 0-16,-3 7 0 16,-8 6 0-16,-10 6 0 15,1-2-1-15,-8 5 1 16,0-3-1-16,3 0 0 16,1-2 1-16,3-4 0 15,7 0 0-15,11-7 0 16,10 1 0-16,1 0 1 0,6-7-1 15,4-2 1-15,0-11-2 16,10-21 1-16,4-22-1 16,14-18 0-16,8-23-1 15,-1-19 1-15,-11 10-1 16,-13 9 1-16,-15 16 1 16,-17 19 0-16,-11 6 1 15,-14 13 0-15,-10 15 1 16,-8 10 1-16,-6 15-1 15,-5 10 1-15,1 9-1 16,-3 12 0-16,2 14-1 16,5 21 0-16,3 34 0 15,10 11 0-15,4 11-1 16,7 16 0-16,7 1-1 16,-3-29 0-16,3 16-5 15,0-16 0-15,-7-16-8 16,-7-15 1-16,-10-19-1 15,-12-16 1-15</inkml:trace>
  <inkml:trace contextRef="#ctx0" brushRef="#br0" timeOffset="140505.94">23262 16080 104 0,'67'-19'52'0,"28"-37"-82"0,-56 40 80 16,18-6-75-16,20 3 1 15,8-3-1-15,0-6 1 0</inkml:trace>
  <inkml:trace contextRef="#ctx0" brushRef="#br0" timeOffset="140848.29">24088 16130 90 0,'-25'32'45'0,"11"2"-65"15,21-28 72-15,14 1-56 16,14-11 0-16,18-11 0 16,18-10 1-16,6-10 6 15,5-6 1-15,2-2-3 16,-13 5 0-16,-18 3 2 16,-14 7 1-16,-25 9-1 15,-14 4 1-15,-22 12-2 16,-20 6 0-16,-18 9 0 15,-10 10 0-15,-8 13 0 16,7-1 0-16,15 4 0 0,7 3 1 16,17 9-2-16,14 0 1 15,18 3-12-15,28 1 1 16,18-1-1-16,14-6 0 16</inkml:trace>
  <inkml:trace contextRef="#ctx0" brushRef="#br0" timeOffset="141135.91">25262 17501 113 0,'-70'15'56'0,"-149"-62"-89"16,127 22 89-16,-45-13-59 15,-57-5 0-15,-60-8 5 16,-43-5 0-16,-41 9 1 15,-33 12 0-15,-13 4 0 16,-11 12 1-16,-14 16 1 16,-8 16 0-16,-6 21-2 15,3 16 1-15,-3 26-3 16,14-1 1-16,-4 3 0 16,-7 10 1-16,-10 9-1 15,-18 0 1-15,-18 10-2 16,-24 0 1-16,-36-4-5 15,-24-3 0-15,-25 4-2 16,-36-4 0-16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25:25.6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6057 2480 87 0,'0'0'43'0,"18"138"-121"15,-8-113 43-15,12-16 34 16,-1-15 1-16</inkml:trace>
  <inkml:trace contextRef="#ctx0" brushRef="#br0" timeOffset="402.3">7405 812 103 0,'-95'-88'51'0,"-22"166"-74"0,85-46 99 16,-31 21-76-16,14-12 1 0,-36 75-2 16,-3 12 1-16,14 4-2 15,17 9 1-15,8-40-1 16,21-23 1-16,10-25-2 16,11-25 1-16,10-37 1 15,15-19 0-15,7-16 1 16,10-9 0-16,14-32 1 15,1 0 1-15,3 13 0 16,3 0 0-16,-17 19 0 16,3 9 0-16,-14 3-1 15,4 19 0-15,-11 0-1 16,1 19 1-16,-5 6-1 16,-6 13 0-16,-4 9 0 15,-4 9 0-15,1 10-1 16,3-3 0-16,0-10-14 15,-3-12 1-15,3-19 0 16,7-25 0-16</inkml:trace>
  <inkml:trace contextRef="#ctx0" brushRef="#br0" timeOffset="883.88">7444 705 102 0,'-43'-125'51'0,"-27"90"-61"0,42 35 79 16,-11 16-69-16,-21 37 0 15,-28 29 0-15,-25 43 1 0,-4 45-2 16,-6 43 1-16,-1 3 0 16,29-21 1-16,28-51-1 15,35-38 0-15,25-33 0 16,28-36 0-16,25-37 0 15,18-44 1-15,20-22 0 16,15-28 0-16,3-15-1 16,-3-26 1-16,-11 9 0 15,-6 23 1-15,-19 28-1 16,-14 12 1-16,-13 22-1 16,-15 32 0-16,-10 24 0 15,-22 39 0-15,-10 18-1 16,-4 19 1-16,-3 25-1 15,3 9 0-15,-3-9 0 16,7-12 1-16,10-17-1 16,1-11 0-16,10-17 1 15,10-15 0-15,-3-12 0 16,14-17 1-16,11-21 0 0,10-13 0 16,8-18-4-16,10-23 1 15,7-6-6-15,0-6 0 16,-7 9-13-16,-4 1 0 15,-10 18 0-15,-7 12 0 16</inkml:trace>
  <inkml:trace contextRef="#ctx0" brushRef="#br0" timeOffset="1001.14">7867 1646 99 0,'3'22'49'0,"12"81"-52"0,-15-52 81 0,0 5-75 16,0 22 1-16,0 29-5 15,7 9 0-15,10 0-21 16,12-9 1-16,16-20 0 15,-6-46 1-15</inkml:trace>
  <inkml:trace contextRef="#ctx0" brushRef="#br0" timeOffset="1996.32">9035 959 102 0,'-39'-100'51'0,"-21"53"-64"16,39 50 86-16,-15 13-73 15,-2 18 0-15,-19 19 0 16,-13 29 0-16,-4 25 0 16,3 18 0-16,11 0-1 15,18 7 0-15,21-41 0 16,21-19 0-16,21-47 0 16,25-15 0-16,10-35 1 15,11-13 0-15,-3-15 1 0,3-19 1 16,-4-16 0-16,-7 16 0 15,-6 9 0-15,-11 10 1 16,-18 18-2-16,-4 10 1 16,-9 22-1-16,-12 31 0 15,-7 25-1-15,-6 20 0 16,-4 8 0-16,-1 23 0 0,8 5 0 16,7-2 0-1,7-7 0-15,0-12 1 0,7 0-1 16,7-16 0-16,4-9-1 15,7-10 1-15,3-9 0 16,7-16 1-16,8-22-1 16,10-15 0-16,3-13 0 15,-3-9 0-15,-4-10 0 16,-6 3 1-16,-12 10-1 16,-13 3 0-16,-11 9 0 15,-10 23 0-15,-8 5 0 16,-3 23 0-16,-4 5 0 15,11 1 0-15,7 9-1 16,4-6 1-16,13-6 0 16,15-22 0-16,17-7 0 15,4-15 1-15,7-7 0 16,-7-12 0-16,-10 0 1 0,-8-3 0 16,-14-7-1-16,-10-2 1 15,-15-7-7-15,-10-3 0 16,-11-7-1-16,4-8 1 15</inkml:trace>
  <inkml:trace contextRef="#ctx0" brushRef="#br0" timeOffset="2318.27">10358 743 103 0,'-75'-97'51'0,"58"78"-45"0,10 16 51 0,0 6-56 16,0 16 0-16,7 21 0 16,7 17 1-16,7 21-2 15,7 23 0-15,18 21 1 16,10 13 0-16,25-7-1 15,14 4 1-15,11 9 0 16,-7-34 0-16,-14-1-1 16,-22-15 0-16,-24-3-3 15,-36 28 0-15,-56-9-15 16,-60 12 1-16,-70-3-1 16,-71-19 1-16</inkml:trace>
  <inkml:trace contextRef="#ctx0" brushRef="#br0" timeOffset="2602.62">5390 1025 107 0,'0'-132'53'16,"0"88"-67"-16,11 44 87 0,0 16-73 16,6 22 0-16,-3 40 0 15,4 48 1-15,0 37-2 16,-8 50 1-16,1 19-2 16,3 3 0-16,11-6-9 15,24-25 1-15,36-35-2 16,31-53 1-16</inkml:trace>
  <inkml:trace contextRef="#ctx0" brushRef="#br0" timeOffset="2857.13">11970 1455 120 0,'-11'-29'60'0,"75"29"-76"0,-33-6 93 16,33 6-81-16,42 0 0 16,17-9-11-16,32 9 1 15,1-10 4-15,-15 1 1 16,-14-7-10-16,-28 1 1 0</inkml:trace>
  <inkml:trace contextRef="#ctx0" brushRef="#br0" timeOffset="3008.72">11910 2135 106 0,'-99'72'53'0,"46"-62"-65"15,60-10 88 1,95 6-80-1,50 3 1-15,17-15-1 16,33-3 1-16</inkml:trace>
  <inkml:trace contextRef="#ctx0" brushRef="#br0" timeOffset="3249.6">14633 705 119 0,'-46'-144'59'0,"50"153"-62"0,-1 10 68 15,8 25-65-15,3 28 0 16,4 16 0-16,3 56 0 16,-7 7-1-16,-10 18 1 15,-11 10-3-15,-15 3 0 16,-6-7-8-16,0-5 1 15,7-17 0-15,10-43 0 0</inkml:trace>
  <inkml:trace contextRef="#ctx0" brushRef="#br0" timeOffset="3449.88">15028 1806 110 0,'39'-63'55'0,"49"10"-60"15,-42 43 73-15,28-12-66 16,36 0 0-16,27-6-8 16,15 3 1-16,14 3-8 15,-4-3 0-15,-21-9-2 16,-17-20 0-16</inkml:trace>
  <inkml:trace contextRef="#ctx0" brushRef="#br0" timeOffset="3637.84">15346 1141 108 0,'-74'-16'54'0,"67"19"-66"0,17 10 82 16,11 15-69-16,11 19 1 15,14 25 0-15,14 26 0 16,-7 43-3-16,-7 0 0 15,-14 6-4-15,-8 13 0 0,-6-9-1 16,0-32 0-16</inkml:trace>
  <inkml:trace contextRef="#ctx0" brushRef="#br0" timeOffset="3851.86">16626 1900 118 0,'22'-25'59'0,"101"-3"-66"15,-66 15 75-15,31 1-74 16,35-14 1-16,15-2-51 16,21-6 0-16,-1-13 59 15,-27-16 0-15</inkml:trace>
  <inkml:trace contextRef="#ctx0" brushRef="#br0" timeOffset="4044.27">16947 1351 113 0,'-49'16'56'0,"46"116"-78"0,10-95 110 16,3 26-88-16,15 18 0 15,3 13-4-15,0 1 1 0,1-11-2 16,-5-9 0-16,1-6-16 16,0-15 1-16,-4-10 0 15,3-22 0-15</inkml:trace>
  <inkml:trace contextRef="#ctx0" brushRef="#br0" timeOffset="4357.26">17551 627 120 0,'-46'-144'60'0,"60"134"-85"15,7 10 109-15,18 10-85 16,31 15 1-16,36 37 0 15,35 29 0-15,18 10 0 16,-7 2 0-16,-22 7 0 0,-24-4 1 16,-39 1-1-16,-49 0 1 15,-53 12-1-15,-61 19 1 16,-48-13-9-16,-47 4 0 16,-38-16 0-16,0 3 0 15</inkml:trace>
  <inkml:trace contextRef="#ctx0" brushRef="#br0" timeOffset="4928.1">13977 2681 102 0,'-130'-32'51'0,"87"70"-49"0,47-38 52 0,20 9-53 16,51-2 1-16,52-1 1 15,70-3 1-15,71-9-4 16,46-13 1-16,42-12 1 16,15 2 1-16,6 1-1 15,-10-9 1-15,-25 2-3 16,-28-9 1-16,-42 19-7 15,-32 6 1-15,-53 7-17 16,-46-1 1-16,-46 13-1 16,-56 6 0-16</inkml:trace>
  <inkml:trace contextRef="#ctx0" brushRef="#br0" timeOffset="5233.47">13501 3142 106 0,'-46'-54'53'0,"138"45"-74"0,-46 0 95 16,42-1-73-16,49 1 1 15,64 2-1-15,53-8 1 16,50 2-3-16,38-9 0 15,18 3 2-15,21-12 1 16,0 6-1-16,-7-6 1 16,-21 2-1-16,-18 11 1 0,-46-1-1 15,-32 3 1-15,-55 13-9 16,-54 6 1-16,-67 10-1 16,-81 15 1-16</inkml:trace>
  <inkml:trace contextRef="#ctx0" brushRef="#br0" timeOffset="7806.85">9190 6011 106 0,'-117'-113'53'0,"-31"-37"-50"16,92 118 54-16,-22-5-56 15,-35 2 0-15,-17 13 0 16,-43 13 0-16,-14 37-2 16,-28 22 1-16,-15 25 0 0,-13 26 1 15,0 49-2-15,-1 29 1 16,-6 53 0-16,13 56 0 15,8 29 0-15,21 38 0 16,35 40-1-16,25 31 1 16,42 38 0-16,36 22 0 15,27 13-1-15,36-7 1 16,35-31-1-16,43-19 0 16,38-21 1-16,32-36 0 0,39-40 0 15,25-19 0-15,35-25 1 16,28-31 0-16,21-29 0 15,29-43 1-15,31-41 0 16,21-51 0-16,15-59-2 16,10-62 1-16,21-51-1 15,8-60 1-15,-19-27-1 16,-13-42 0-16,-32-18-1 16,-25-16 0-16,-42-9 1 15,-36-16 1-15,-45 0-1 16,-39-31 1-16,-46-1 0 15,-39-15 1-15,-35-12 0 16,-46-14 0-16,-46-14-1 16,-35-14 1-16,-28-5-1 15,-39-17 1-15,-29 17-1 16,-27 9 0-16,-22-4 0 16,-31 20 0-16,-8 9 0 15,-28 15 0-15,4 26-1 0,-11 31 1 16,-7 15-1-16,-7 33 1 15,-14 36-1-15,7 45 0 16,22 34-4-16,13 41 1 16,32 31-15-16,28 38 0 15,43 31-1-15,38 6 1 16</inkml:trace>
  <inkml:trace contextRef="#ctx0" brushRef="#br0" timeOffset="8564.1">21008 6563 125 0,'-138'-188'62'0,"-13"-10"-61"0,101 148 62 16,-27-6-64-16,-26-7 0 15,-27 0-2-15,-22 13 1 16,-17 19 2-16,-29 24 1 16,-13 23-3-16,-22 34 0 15,-7 44 1-15,-18 50 0 16,1 67 0-16,-1 52 0 16,25 60 0-16,22 53 1 15,24 60 0-15,35 38 0 0,39 40-1 16,39 13 0-16,49-10-1 15,47-21 0-15,41-32-1 16,50-41 1-16,42-31-1 16,60-25 1-16,39-41 0 15,46-34 1-15,46-38 2 16,28-47 0-16,25-41 2 16,20-47 0-16,8-41 0 15,-3-49 0-15,9-64-1 16,-6-25 1-16,-14-43-2 15,-18-35 1-15,-28-16-2 16,-28-37 0-16,-29-16 0 16,-38-28 0-16,-32-13 0 15,-39-18 1-15,-32-13-1 16,-42-7 1-16,-35-27 0 16,-43-17 0-16,-35-8 0 15,-42-26 0-15,-42-15 0 16,-54-4 0-16,-42-3 0 0,-45 16 0 15,-47 10-1-15,-28 21 0 16,-31 35 0-16,-8 44 1 16,4 43-4-16,7 26 1 15,21 40-22-15,-3 48 0 16,7 37 0-16,17 32 1 16</inkml:trace>
  <inkml:trace contextRef="#ctx0" brushRef="#br0" timeOffset="9958.42">24469 9855 107 0,'-32'-31'53'0,"-28"-19"-72"0,35 31 90 0,-14-9-72 16,-21-19 1-16,-17-13 0 16,-29-12 1-16,-28-16-1 15,-32-15 1-15,-31-10-1 16,-40 0 1-16,-20 6-1 15,-33 17 1-15,-16 11 0 16,-23 20 0-16,-16 15-1 16,-8 9 0-16,-3 16 0 15,-8 10 1-15,1 6-1 16,0 9 0-16,-1 19 0 16,-6 19 0-16,24 16 0 15,14 18 0-15,40 16 0 16,38-6 0-16,31 6 0 15,40 6 0-15,35 13 0 0,38-6 0 16,26-1-1-16,27-5 1 16,29 5 0-16,32 1 0 15,34-10-1-15,40-6 1 16,38 3 0-16,43-9 0 16,46-4 0-16,38 1 1 15,39-7-1-15,36-12 0 16,10-10 0-16,14-6 0 15,15-3 0-15,13-16 0 0,4-3 0 16,3-9 0-16,-6 0-1 16,-11-10 1-16,-15-3 0 15,-13-12 0-15,-15-1 0 16,-31-5 1-16,-11-10-1 16,-35-10 0-16,-25-9 0 15,-24-12 0-15,-29-7 1 16,-21-6 0-16,-35-19 0 15,-32-9 1-15,-38-9 0 16,-40-23 1-16,-31-12-2 16,-36-10 1-16,-38 13-4 15,-43-3 1-15,-42 10-21 16,-53 11 1-16,-67 23-1 16,-35 3 0-16</inkml:trace>
  <inkml:trace contextRef="#ctx0" brushRef="#br0" timeOffset="10836.3">11670 9570 105 0,'-67'-81'52'0,"-35"-23"-54"16,56 79 52-16,-39-16-50 15,-17 4 0-15,-39-20 0 16,-25 7 0-16,-46-10 0 16,-17 7 0-16,-39 6 0 0,-7 6 1 15,-25 10-1-15,-11 6 0 16,4 19 0-16,-10 12 1 16,21 13-1-16,-8 15 1 15,22 7-2-15,3 6 1 16,15 6 0-16,10 16 1 15,7 10-2-15,35 21 1 16,-3 3 0-16,42 1 0 0,14-1-1 16,39 7 1-16,25 3 0 15,31-16 0-15,33-6-1 16,31-3 1-16,42-6 0 16,25-4 0-16,46-3-1 15,46 10 1-15,31-10 0 16,47-9 0-16,31 0 0 15,42-7 1-15,18-12-1 16,25-3 0-16,25-6 0 16,-1-7 0-16,0-6 0 15,-3-9 1-15,-21-19-1 16,-11-6 0-16,-21-13 1 16,-10-16 0-16,-18-15 0 15,-18-10 0-15,-28-6 0 16,-29-6 1-16,-24 9-1 15,-35-9 1-15,-42-1 0 16,-40-5 0-16,-31-4 1 16,-46-3 0-16,-35-6-1 0,-43-15 1 15,-38-8-4-15,-29-2 0 16,-31 13-8-16,-15 5 0 16,-20-2-2-16,2-7 1 15</inkml:trace>
  <inkml:trace contextRef="#ctx0" brushRef="#br0" timeOffset="11174.42">8696 4954 101 0,'-42'-116'50'0,"6"41"-51"16,33 56 61-16,-1 7-60 16,8 15 1-16,6 9-1 15,12 26 1-15,-5 25-1 16,8 59 0-16,-7 38 1 16,-1 75 1-16,-6 66-1 15,-15 56 1-15,-13 48 1 16,-15 9 1-16,-3-3-1 15,3-22 0-15,11-63-3 16,14-54 1-16,10-36-6 16,15-45 1-16,-1-50-19 0,8-41 0 15,-4-31 0-15,4-47 1 16</inkml:trace>
  <inkml:trace contextRef="#ctx0" brushRef="#br0" timeOffset="11589.53">9063 4556 104 0,'-78'-66'52'0,"85"38"-68"0,11 15 93 0,21 1-77 16,14 2 1-16,14 1-1 15,17 12 1-15,12 3-2 16,-5 7 1-16,-10 31 0 16,-21 15 0-16,-17 4 0 15,-29 15 0-15,-21 7-1 16,-21 9 1-16,-15 0 0 15,1-9 1-15,7-13-1 16,10-9 0-16,21-29 0 16,26-2 1-16,38-14-1 15,24-11 1-15,33-14-3 16,27 4 0-16,12-9-24 16,6 15 1-16,0 9-1 0,-31-5 1 15</inkml:trace>
  <inkml:trace contextRef="#ctx0" brushRef="#br0" timeOffset="12092.51">20518 5362 110 0,'10'-97'55'0,"-31"-13"-54"0,21 97 56 16,-4 16-58-16,1 32 0 15,-4 37 0-15,3 54 1 16,4 46 0-16,7 73 1 15,7 65 1-15,8 54 0 16,6 31 1-16,7 6 0 16,8-6 0-16,-1-37 1 15,4-23-2-15,-4-59 1 16,0-31-6-16,1-35 1 16,-4-44-19-16,-8-47 0 0,-3-43 0 15,-13-61 1-15</inkml:trace>
  <inkml:trace contextRef="#ctx0" brushRef="#br0" timeOffset="12625.54">20295 4111 109 0,'0'-19'54'0,"21"-91"-69"0,-3 91 90 16,28 4-75-16,28 2 0 15,14 10 0-15,22 9 0 16,13 19-1-16,8 10 1 16,-4 2-1-16,-14 1 1 15,-11 0-1-15,-18-1 1 16,-16 1 0-16,-19 6 0 0,-28 0 0 16,-21 9 0-16,-25 19 0 15,-28 13 0-15,-24-1 0 16,-18 7 0-16,-8-3 0 15,1 3 1-15,7-12-1 16,14-7 0-16,21 0 0 16,21-25 1-16,25-3 0 15,28-10 0-15,25-12-1 16,24-19 1-16,29-6-1 16,24-16 1-16,18-9-4 15,18-3 0-15,7-4-15 16,-4 1 1-16,-10-4-1 15,-15-3 1-15</inkml:trace>
  <inkml:trace contextRef="#ctx0" brushRef="#br0" timeOffset="12795.49">20824 4722 113 0,'-14'-72'56'0,"120"72"-76"0,-49 0 94 16,27 0-93-16,29 0 0 15,39 0 0-15,21-6 1 16</inkml:trace>
  <inkml:trace contextRef="#ctx0" brushRef="#br0" timeOffset="13367.35">9437 4945 96 0,'60'-54'48'0,"88"14"-59"15,-99 27 48-15,22-9-54 16,21-3 1-16,24-6 0 15,7-4 0-15</inkml:trace>
  <inkml:trace contextRef="#ctx0" brushRef="#br0" timeOffset="14080.39">8357 9561 82 0,'-70'6'41'0,"45"0"-44"0,25-9 56 16,0 3-52-16,7 0 0 15,11 0 0-15,13 3 1 16,26 3-1-16,24 4 0 16,11-7 3-16,42 13 0 15,21-1 0-15,29 14 1 0,27 5-1 16,22 1 1-16,14-4-2 15,-4 3 1-15,8-8-2 16,-8 2 0-16,-6-13-2 16,-19-11 1-16,-2-11-3 15,-12-2 0-15,-6-4-8 16,-15-15 1-16,1 0 0 16,-19 9 1-16</inkml:trace>
  <inkml:trace contextRef="#ctx0" brushRef="#br0" timeOffset="14330.33">13032 9407 102 0,'-36'-19'51'0,"-41"-15"-55"0,63 27 66 15,7 1-62-15,3 9 0 16,11 4 0-16,14 8 1 16,11 17-1-16,7 18 0 15,7 6-1-15,7 7 0 16,3-7-9-16,8 1 1 16,-1-16-1-16,1-10 0 15</inkml:trace>
  <inkml:trace contextRef="#ctx0" brushRef="#br0" timeOffset="14512.74">14108 9385 96 0,'0'-16'48'0,"-36"16"-46"0,19 4 61 0,-19 14-60 16,-20 23 0-16,-18 31 0 15,-18 13 1-15,-14 18-7 16,-7 23 0-16,1 15-8 15,-5 3 0-15,11 4-1 16,0 5 0-16</inkml:trace>
  <inkml:trace contextRef="#ctx0" brushRef="#br0" timeOffset="15182.46">8668 9485 82 0,'-21'-28'41'0,"3"19"-37"15,14 6 46-15,-3 0-47 16,0-1 0-16,-7 4 2 16,-3 4 0-16,-8-1-6 15,-3 9 0-15,-18 10 4 16,0 31 0-16,-21 13-2 0,-35 32 1 15,-25 52-1 1,-22 22 0-16,-41 48-1 0,-15 12 1 16,-28 6-1-16,4-2 0 15,-32 14 0-15,21-18 0 16,-31 4 0-16,20-1 0 16,-21-9 0-16,26-10 0 15,-5-6 1-15,25-19 0 16,36-21-1-16,20-26 1 0,22-22-1 15,35-31 1-15,22-25-2 16,17-13 0-16,28-18-5 16,28-19 0-16,7-7-18 15,22-9 1-15,0-6-1 16,-1-23 1-16</inkml:trace>
  <inkml:trace contextRef="#ctx0" brushRef="#br0" timeOffset="15596.35">4166 12712 102 0,'-81'28'51'0,"-28"48"-76"0,88-29 104 16,-8 28-79-16,-16 35 0 0,-5 37-1 15,-13 7 0-15,-8 9-2 16,1-13 0-16,3-18-6 16,14-29 0-16,-7-30-1 15,0-17 1-15</inkml:trace>
  <inkml:trace contextRef="#ctx0" brushRef="#br0" timeOffset="15778.75">3069 13374 95 0,'60'-25'47'0,"39"25"-51"16,-74 3 64-16,24 16-59 15,36 28 0-15,17 12 0 16,7 10 0-16,29 19-2 15,24 22 0-15,4-13-15 16,17-6 1-16,8-19-1 16,-4-44 0-16</inkml:trace>
  <inkml:trace contextRef="#ctx0" brushRef="#br0" timeOffset="18314.83">8569 9219 105 0,'-4'-28'52'0,"15"37"-67"16,-11-9 88-16,0 6-73 16,-14 10 1-16,-7 15 1 15,-15 10 1-15,-13 28-3 16,-21 25 1-16,-33 22 1 15,-27 19 1-15,-15 34-1 16,-45 4 1-16,-4 31-1 16,-18 6 0-16,-7-6-2 15,11-1 1-15,-4-8-1 0,22-23 0 16,24-2 0-16,7-29 0 16,29-25-2-16,13-16 1 15,22-15 1-15,17-10 0 16,18-25 0-16,11-12 0 15,21-13 0-15,14-16 0 16,14-9 1-16,14-25 1 0,18-19-3 16,13-18 1-16,5-14 0 15,3-5 0-15,7-7-1 16,-4-9 0-16,4 0 0 16,-7 3 1-16,7-1 0 15,-14 5 1 1,3-36-1-1,-13 16 0-15,-8 23 1 16,-11 14 1-16,-2 14-1 16,-12 12 0-16,1 15-1 15,-11 7 1-15,-4 16-1 16,-3 18 1-16,-7 20-1 16,-4 18 0-16,-7 22 0 15,1 6 0-15,-8 22 0 16,7 7 0-16,4-7 0 15,-4 0 0-15,-3 0 0 16,-1-6 0-16,8-3 0 16,0-10 0-16,7-6 0 0,3-15 0 15,15-13 0-15,-4-13 0 16,17-3 0-16,11-15 0 16,15-1 0-16,6-8 0 15,25-4-1-15,14 0 1 16,11 3 0-16,-4-3 0 15,14 6-1-15,4 0 1 16,-3 13 0-16,-8 3 0 0,-4-6 0 16,-13-1 0-1,-4 11 0-15,-3-8 0 0,-1 1 0 16,-3-3 0-16,-7-7 0 16,-7-3 0-16,-7 4 0 15,-7-7 0-15,-14-3 0 16,-11 0 1-16,-25-3-1 15,-14 6 0-15,-17 0-1 16,-4 3 1-16,-17 1-1 16,-18 2 1-16,-18 1-2 15,-7-4 1-15,-3 3-1 16,-1-6 1-16,-10-6-1 16,0 0 1-16,15 3 0 15,-1-9 0-15,17-7 0 16,8-6 1-16,4-6 0 15,13-13 0-15,15-3-1 16,7-15 1-16,13 2 0 16,15-12 0-16,14 0 0 15,7-19 0-15,11 1 0 0,10-4 0 16,4 0 0-16,7-3 0 16,-4 3 0-16,11-7 0 15,-4 4 0-15,4 7 0 16,3 8 0-16,-10 16 0 15,-4 7 0-15,-6 15 1 16,-8 13-1-16,-11 9 0 16,-3 13 0-16,-14 15 1 0,-7 23-1 15,-3 18 1 1,-5 16-1-16,-16 12 0 0,-1 13 0 16,7 22 0-16,-14 0 0 15,4 0 0-15,-7-4 0 16,-4-5 0-16,3-13 0 15,4-10 1-15,11-21-1 16,10-10 1-16,11-9-1 16,4-16 0-16,20-3 0 15,15-6 0-15,10-7-1 16,8-3 1-16,10-6-1 16,21 7 1-16,7-1-1 15,18 3 1-15,-15 4 0 16,11-1 0-16,4 4 0 15,11-7 0-15,-8 4 0 16,-3-7 0-16,-8-3 0 16,-9 4 0-16,-5 2 0 15,-10 1 1-15,-14-1 0 0,-7-3 0 16,-14 4-1-16,-11-4 0 16,-14 3 1-16,-14 1 0 15,-11 2 0-15,-6 1 0 16,-12 2-1-16,-13 4 1 15,-18-3 0-15,-7 3 0 16,0-10-1-16,-7 4 0 16,3-10 0-16,-21-3 0 15,0-10 0-15,1-5 0 0,6-7 0 16,4 0 0-16,10-10 0 16,4 1 0-16,7-3 0 15,10-13 0-15,15-7-1 16,10-2 1-16,22-4-1 15,3-9 0-15,14-3 0 16,3-16 0-16,5 1 0 16,9 2 0-16,1-3 0 15,3 7 0-15,4 12 1 16,3 0 0-16,-3 3 0 16,3 6 0-16,-3 4 0 15,0 6 1-15,-1 6-1 16,-6 6 0-16,-4 7 1 15,-7 6 0-15,-3 12-1 16,-11 7 1-16,-4 18 0 16,-13 13 0-16,-4 22 0 15,-8 16 0-15,-2 12-1 16,-8 19 0-16,7 13 0 16,0-7 0-16,4-6 0 0,-7 1 0 15,10-14 0-15,-3-6 0 16,7-9 0-16,10-12 0 15,1-17 0-15,-1-5 0 16,8-11-1-16,6-5 0 16,11-3 0-16,4-4 0 15,10-3 0-15,18 1 0 16,21 2 0-16,11 4 1 16,-1 2 0-16,4 1 0 0,0 3 0 15,8-4 0-15,-1-2 0 16,4 6 0-16,-11-7 0 15,-11-2 0-15,1-1 1 16,-11-3 0-16,-4 4-1 16,-17-1 1-16,0 1 0 15,-14-1 0-15,-8 0 0 16,-10 4 0-16,-10-4-1 16,-8 4 0-16,-10-4 0 15,-11-6 1-15,-17 4-1 16,-11-4 0-16,-11-3 0 15,-13 0 1-15,2-6-1 16,-13 2 0-16,-7-2 0 16,0-3 0-16,10-4 0 15,4 1 0-15,17-4 0 0,1-6 0 16,10 0-1 0,10-12 1-16,4-10-1 0,11-3 1 15,10-10 0-15,15 1 0 16,6-10-1-16,4-9 1 15,4-7-1-15,13-2 1 16,-2-7-1-16,9 3 0 16,4 0 0-16,8 0 1 15,-1 7-1-15,0 9 1 16,1 9 0-16,-8 9 1 0,-4 17-1 16,-2 2 0-16,-8 17 0 15,-4 14 1-15,-17 17-1 16,-3 28 0-16,-8 12-1 15,-10 19 0-15,3 25 1 16,-7 10 1-16,4-4-4 16,7-12 1-16,3-12-8 15,15-10 0-15,10-25 0 16,21-25 0-16</inkml:trace>
  <inkml:trace contextRef="#ctx0" brushRef="#br0" timeOffset="19230.56">8682 9398 90 0,'-46'-16'45'0,"-32"-12"-41"0,68 18 50 15,-1 1-53-15,1-1 0 16,-1 1 0-16,4 3 0 16,-4 9-2-16,-6 13 1 0,-11 12 1 15,-8 25 1-15,-24 26-2 16,0 11 1-16,-28 8 0 15,-14 27 0-15,-8 10 0 16,1-6 1-16,-14 2-1 16,-8 7 0-16,11 0 0 15,-3-9 0-15,-4-7-1 16,-4-3 1-16,11 4-1 16,14-11 0-16,8-14-1 15,13-17 1-15,-3 1 0 16,21-23 0-16,7 1 0 15,14-13 0-15,11-3 0 16,17-7 0-16,18-12 0 16,14-9 0-16,7-16 0 15,18-25 0-15,10-6 0 16,15-19 0-16,17-32 0 16,14-21 0-16,1-7 0 0,-22 28 0 15,49-78 0-15,11 4 0 16,-3-29 0-16,13 0 0 15,12 6 0-15,-5 0 0 16,-10 19 0-16,-3 13 1 16,0 18-1-16,-26 29 0 15,-13 12 0-15,-25 28 1 16,-17 10-1-16,-18 22 0 16,-15 12 0-16,-20 16 1 0,-22 16-1 15,-17 12 1-15,-18 22 0 16,-11 23 1-16,-17 11-1 15,-21 17 0-15,-14 30 0 16,-11 10 0-16,-22 13-1 16,-9 18 1-16,10-2-2 15,-22-7 1-15,1 0 0 16,14 3 0-16,10-15-1 16,-10-20 1-16,10-5 0 15,15-16 0-15,20-13 0 16,22-9 1-16,14-19-1 15,18-13 0-15,13-9-1 16,11-12 1-16,15-14-1 16,10-11 0-16,7-10 0 15,10-16 0-15,15-12 0 16,21-10 1-16,28-15-2 16,0-3 1-16,14-20-9 15,15-2 0-15,9-4-1 0,-2 1 1 16</inkml:trace>
  <inkml:trace contextRef="#ctx0" brushRef="#br0" timeOffset="19666.59">4276 11956 100 0,'-50'0'50'0,"11"10"-57"15,39-7 68-15,8 3-61 16,13-3 0-16,0-6 0 16,18-6 0-16,10-16 0 15,11-19 0-15,18-6 0 16,3-1 0-16,-7-2-1 0,0 0 0 15,-25 12-5-15,-3 0 0 16,-11 13-11-16,-20 3 1 16,-12 3-1-16,-10 6 1 15</inkml:trace>
  <inkml:trace contextRef="#ctx0" brushRef="#br0" timeOffset="19864.91">4434 11342 79 0,'-49'-13'39'0,"0"-21"-31"0,38 34 61 0,0-7-67 15,11 11 1-15,0-11-1 16,4 23 1-16,7 9-5 16,6 19 1-16,1 19 3 15,-4 28 0-15,11 18-2 16,-1 4 0-16,1 6-1 16,7 7 0-16,-8-16-9 15,12-10 0-15,3-22-1 16,10-15 1-16</inkml:trace>
  <inkml:trace contextRef="#ctx0" brushRef="#br0" timeOffset="20227.75">5009 10950 97 0,'-38'-35'48'0,"-8"4"-51"0,42 28 66 16,-6-3-62-16,-8-1 1 15,18 7-1-15,0 0 1 16,0 10-3-16,18 2 1 15,-4 7 1-15,14 16 0 0,14 5-1 16,15 20 1-16,3 9-1 16,0 6 1-16,0-6 0 15,-18-3 0-15,-7 3-1 16,-14 0 1-16,-21 0-3 16,-10 3 0-16,-25 0-20 15,-18-6 0-15,-14-3 0 16,-18-13 0-16</inkml:trace>
  <inkml:trace contextRef="#ctx0" brushRef="#br0" timeOffset="20518.33">4226 10994 95 0,'-91'-7'47'0,"6"83"-62"0,60-42 84 15,-3 35-69-15,-4 19 1 16,-3 28 0-16,10 19 1 16,1 9-2-16,20 13 0 15,8 15 0-15,20-5 1 16,15-11-10-16,32-2 1 15,3 0-1-15</inkml:trace>
  <inkml:trace contextRef="#ctx0" brushRef="#br0" timeOffset="21656.06">20694 9206 84 0,'7'-34'42'0,"11"-13"-29"15,-4 34 42-15,0-12-52 16,0 3 1-16,-3 3 1 15,-8 7 1-15,-6 12-8 0,-22 12 1 16,-25 17 4-16,-24 15 1 16,-21 9-2-16,-28 10 0 15,-18 12-1-15,-18 16 1 16,-25 6-1-16,1 3 1 16,-1-9-1-16,-6-3 0 15,24 9-1-15,7-12 1 16,8-7-1-16,13-6 0 15,18-9 0-15,14-10 0 16,8-9 0-16,20-6 0 0,7-7 0 16,11-2 0-16,8-11 0 15,-1 1 0-15,3 3 0 16,8 3 0-16,3-6 0 16,4-6 0-16,3 2 0 15,7-2 0-15,8-4 0 16,3-3 0-16,3-2 0 15,4-14 0-15,3-9 0 16,4-3 0-16,4-9 0 16,7-13 1-16,3 0-1 15,7-6 1-15,4 0-1 16,6-3 0-16,-3 9 0 16,4-19 1-16,0 7-1 15,0-4 1-15,0 0-1 16,-1 4 0-16,1 3 0 15,-7 12 0-15,-8 16 0 16,-10 19 0-16,-10 21 0 16,-18 26 1-16,-22 22-1 15,-13 18 1-15,-11 10 0 0,-4 3 1 16,1-15-2-16,10-4 0 16,14-16 0-16,14-8 0 15,18-4 0-15,25-13 1 16,20-6-1-16,22-6 0 15,18-3 0-15,6-6 1 16,15-1-6-16,14-2 1 0,-4-1-25 16,-24-3 1-16</inkml:trace>
  <inkml:trace contextRef="#ctx0" brushRef="#br0" timeOffset="22094.77">15452 11608 102 0,'-57'-34'51'0,"57"15"-60"0,14 10 72 15,22-7-62-15,13-9 0 16,25 3 1-16,11-3 0 0,-1 0-3 16,8 0 0-16,7 3-2 15,0 0 0-15,-11 0-8 16,-3-6 0-16,-15 2 0 16,-13 1 0-16</inkml:trace>
  <inkml:trace contextRef="#ctx0" brushRef="#br0" timeOffset="22300.52">16066 10944 94 0,'-53'-38'47'0,"10"0"-45"16,33 35 63-16,3-9-63 16,3 2 0-16,1 7-1 15,3 9 1-15,3 10-3 16,1 12 0-16,-1 26 2 15,1 27 0-15,3 16-2 16,-4 7 0-16,1 9-4 16,3 0 0-16,3-10-13 15,5-12 0-15,6-25 0 0,0-29 0 16</inkml:trace>
  <inkml:trace contextRef="#ctx0" brushRef="#br0" timeOffset="22775.88">16743 10445 105 0,'-71'-25'52'0,"22"15"-68"16,42 10 92-16,3 0-75 15,4 7 0-15,7 2 0 16,15 1 0-16,6 5-2 16,21 7 0-16,11 10 1 0,4 5 1 15,6 4-1-15,11 9 0 16,-7 7 0-16,0 8 0 16,-14 1 0-16,-14 3 1 15,-17 16-2-15,-22 3 1 16,-18-4-3-16,-21-2 0 15,-14-4-8-15,-14-2 0 16,-21-11 0-16,-14-5 0 16</inkml:trace>
  <inkml:trace contextRef="#ctx0" brushRef="#br0" timeOffset="23082.16">15399 10583 108 0,'-46'44'54'0,"-56"-38"-65"0,80 7 78 0,5 18-68 15,13 10 0-15,1 18 0 16,10 10 1-16,3 29 0 15,12 27 1-15,-1 13 0 16,-4 19 0-16,1 3 0 16,-4 3 0-16,0 3-2 15,0-3 1-15,0-28-10 16,8-19 0-16,9-25-1 0,12-25 0 16</inkml:trace>
  <inkml:trace contextRef="#ctx0" brushRef="#br0" timeOffset="24969.81">21227 9532 98 0,'-81'-22'49'0,"-4"22"-54"15,74 10 62-15,8 12-58 16,13 9 1-16,26 1-1 16,31 2 1-16,45-6 1 15,-27-6 1-15,190-9 1 16,64-13 0-16,38-10 0 15,36-15 1-15,4 3-1 16,-5 7 1-16,-34-1-2 16,-50 10 0-16,-50 3-2 15,-45 3 0-15,-42 6-4 16,-47 6 0-16,-34 1-9 16,-33-4 0-16,-27 1 0 0,-22 2 0 15</inkml:trace>
  <inkml:trace contextRef="#ctx0" brushRef="#br0" timeOffset="25221.65">25333 8955 114 0,'-14'-59'57'0,"24"46"-75"0,8 13 88 0,21 3-71 15,17 13 1-15,22 22 0 16,7 6 0-16,17 12 0 16,0 10 0-16,-3 6-4 15,-4 6 1-15,-7 4-14 16,-10 3 1-16,-7-16 0 16,-1-16 0-16</inkml:trace>
  <inkml:trace contextRef="#ctx0" brushRef="#br0" timeOffset="25411.26">27100 9256 122 0,'-53'-9'61'0,"-66"78"-84"16,76-38 107-16,-24 26-84 15,-17 28 0-15,-12 24-1 16,-3 7 1-16,-6 16-3 15,2 0 0-15,-2-1-18 0,13 4 1 16,7-3 0-16,11-29 0 16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25:53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5736 928 111 0,'-7'-19'55'0,"35"69"-52"0,-17-18 56 15,10 49-59-15,7 44 0 16,4 45 2-16,-4 34 0 15,4 28-5-15,-11 3 1 16,-3-6-6-16,-4-19 1 0,0-44-19 16,0-37 0-16,-3-45-1 15,13-40 0-15</inkml:trace>
  <inkml:trace contextRef="#ctx0" brushRef="#br0" timeOffset="222.73">7221 1053 105 0,'32'-50'52'0,"10"47"-73"15,-24 12 106-15,0 16-84 16,3 29 1-16,-7 37 0 16,4 34 0-16,-1 44-3 15,-6 4 0-15,-8 15 1 16,4-19 1-16,-3-21-3 15,3-32 0-15,-3-19-7 16,3-15 0-16,0-29 0 16,-18-22 0-16</inkml:trace>
  <inkml:trace contextRef="#ctx0" brushRef="#br0" timeOffset="530.54">6685 1414 103 0,'-49'-13'51'0,"38"57"-55"0,11-25 63 0,4 19-59 16,6 15 1-16,15 35 0 16,14 3 0-16,17 9-2 15,18-15 1-15,4-13 0 16,14-19 1-16,17-18 0 15,-3-17 0-15,0-14 0 16,-4-23 1-16,-14-19 1 16,-10-15 0-16,-15-10-2 15,-17 0 1-15,-14-9-8 16,-11-6 0-16,-14-1-2 16,-7 4 1-16</inkml:trace>
  <inkml:trace contextRef="#ctx0" brushRef="#br0" timeOffset="766.25">8036 959 104 0,'-7'-41'52'0,"71"70"-53"0,-36-14 61 15,18 14-59-15,28 33 0 16,21 26 0-16,11 12 1 15,-7 16-3-15,-4 16 1 16,-10-3 0-16,-22-7 0 16,-21-15-4-16,-20-13 1 15,-19-16-10-15,-10-15 0 0,-7-22-1 16,0-20 1-16</inkml:trace>
  <inkml:trace contextRef="#ctx0" brushRef="#br0" timeOffset="950.45">9881 1426 106 0,'67'-56'53'0,"85"15"-61"16,-92 32 81-16,18-7-73 15,20 0 0-15,15 23-14 16,-7 2 0-16,-11 16 14 15,-21-3 0-15</inkml:trace>
  <inkml:trace contextRef="#ctx0" brushRef="#br0" timeOffset="1097.83">9783 2217 96 0,'-36'40'48'0,"47"-21"-42"0,3-9 51 16,18-10-56-16,28-10 1 15,35 1-13-15,25-7 1 16,32-12 9-16,20-32 0 16</inkml:trace>
  <inkml:trace contextRef="#ctx0" brushRef="#br0" timeOffset="1333.25">12636 580 106 0,'4'-19'53'0,"-29"19"-55"0,15 9 66 0,-4 13-62 16,-8 19 0-16,8 22 1 15,0 9 0-15,4 0-5 16,-1 25 1-16,8 4 1 16,-1 5 1-16,-3 7-7 15,-4-3 0-15,-6 9-19 16,-8-3 1-16,0-13 0 15,-3-12 0-15</inkml:trace>
  <inkml:trace contextRef="#ctx0" brushRef="#br0" timeOffset="1482.7">11846 2355 101 0,'-46'-7'50'0,"64"36"-66"0,14-23 95 15,28-22-77-15,56-3 1 16,39-15-2-16,54-1 1 15,23-12-9-15,12 3 1 16,-8-3-10-16,-24-6 1 16,-29 19-2-16,-31-1 0 15</inkml:trace>
  <inkml:trace contextRef="#ctx0" brushRef="#br0" timeOffset="1746.87">11656 2954 110 0,'-11'-22'55'0,"128"-35"-73"16,-57 41 94-16,35-5-76 16,39-11 1-16,21-2-3 15,25 2 0-15,14-5-2 16,0 2 1-16,4-6-9 15,-15 1 1-15,-21-1-2 16,-13 3 1-16</inkml:trace>
  <inkml:trace contextRef="#ctx0" brushRef="#br0" timeOffset="2029.22">11864 2954 106 0,'-21'-7'53'0,"31"1"-64"0,1 22 77 16,10 18-66-16,4 13 1 16,14 22-1-16,-4 32 1 0,4 15-2 15,-8-4 1-15,-2-5 0 16,-5 12 1-16,-6-6-1 15,-7-6 1-15,-11-13-1 16,-18-10 1-16,-14-2 0 16,-17-4 0-16,-11 4-4 15,-21-7 1-15,-4-6-18 16,7-12 0-16,1-17 0 16,13-46 0-16</inkml:trace>
  <inkml:trace contextRef="#ctx0" brushRef="#br0" timeOffset="2578.26">13522 3239 103 0,'92'-6'51'0,"-71"24"-67"15,-21-11 89-15,-11-4-73 0,-13 13 0 16,-15-16-1-16,-14 0 0 15,-4-10 1-15,-10-9 0 16,7-3-1-16,4-6 1 16,7-3-1-16,10-1 1 15,4-5 0-15,13 5 0 16,8 1 0-16,4 0 0 0,24 9 0 16,7 22 1-16,7 0-1 15,7 22 0-15,1 9 0 16,-1 13 0-16,-7 9 0 15,-7 1 1-15,-10 8-1 16,-18 10 1-16,-14 1-1 16,-18-1 1-16,-18-3-1 15,-27 3 1-15,-22-10-2 16,-10 1 0-16,-18-6-2 16,-8 2 0-16,15-12-1 15,14-15 0-15,29-23 1 16,27-15 1-16,29-10 1 15,28-15 1-15,25-13 1 16,35 3 0-16,17 3 1 16,15 10 1-16,14 9-1 15,10 23 1-15,4 5-1 16,7 13 0-16,0 16 0 16,4 5 0-16,-1 11-9 15,1-1 1-15,-4 0-1 0,-7-15 0 16</inkml:trace>
  <inkml:trace contextRef="#ctx0" brushRef="#br0" timeOffset="3000.32">15490 545 112 0,'18'-232'56'0,"-25"57"-64"0,0 143 75 0,-7 7-68 16,-11 9 1-16,-17 16-2 16,-8 22 1-16,1 16 1 15,-4 25 0-15,0 9-1 16,0 34 1-16,7 29-1 15,4 19 1-15,3 40 0 16,4 13 1 0,-7 182-1-1,6-75 1-15,5-54-1 16,6-31 1-16,0-28 0 16,11-41 1-16,4-26 0 0,10-30 0 15,10-32 0-15,8-6 0 16,10-16 0-16,14-25 0 15,18-6-6-15,-17-10 1 16,45-34-10-16,18-19 1 16,10-12-1-16,11-7 0 15</inkml:trace>
  <inkml:trace contextRef="#ctx0" brushRef="#br0" timeOffset="3352.7">15896 1078 109 0,'-3'-34'54'0,"27"53"-65"15,-13-7 77-15,3 29-66 16,0 31 0-16,0 10 1 16,-7 30 0-16,-7 33-1 15,-7-1 1-15,-3 10 0 16,-4 12 1-16,-1-16-1 0,1-5 0 15,4-20-7-15,3-18 1 16,3-20-2-16,4-14 1 16</inkml:trace>
  <inkml:trace contextRef="#ctx0" brushRef="#br0" timeOffset="3719.37">17177 1458 117 0,'-28'-85'58'0,"-29"41"-67"16,36 35 73-16,-11 9-65 16,-17 12 0-16,-18 17-1 15,-7 5 1-15,-4 19 1 16,0 16 1-16,8 29-2 15,10 2 0-15,14 7 0 16,18-17 1-16,21 5 0 16,21-5 1-16,21-17-1 15,22-11 1-15,17-27 0 16,10-26 0-16,15-18 0 16,7-23 1-16,-7-8-1 15,-11-23 1-15,-18-15-2 0,-13-13 1 16,-18-3-3-16,-18 9 1 15,-25 6-12-15,-20 7 1 16,-19 19-1-16,-13 12 0 16</inkml:trace>
  <inkml:trace contextRef="#ctx0" brushRef="#br0" timeOffset="4548.54">18217 1636 74 0,'29'-43'37'0,"9"-42"-23"15,-30 66 32-15,-1-6-42 16,-11-3 0-16,-10-4 2 15,-4 14 0-15,-13 8-8 16,-8 10 1-16,-7 10 5 16,-11 15 0-16,1 9-2 15,3 20 1-15,0 18-2 16,18 25 0-16,14-6 0 16,17 6 0-16,22-12 0 15,17-10 1-15,22-19-1 16,10-12 1-16,10-19 0 15,4-15 1-15,-3-17-1 0,-7-18 0 16,-15-6 0-16,-10-22 0 16,-22-16-4-16,-16-3 0 15,-19-7-15-15,-10 7 0 16,-11 6 0-16,4-6 0 16</inkml:trace>
  <inkml:trace contextRef="#ctx0" brushRef="#br0" timeOffset="4789.12">18736 1034 109 0,'-25'-43'54'0,"15"55"-69"16,10-12 88-16,7 9-74 15,7 7 1-15,18 0 0 16,21 12 1-16,14 16-1 15,7 9 0-15,0 10 0 16,-4 9 1-16,-10 10 0 16,-17 31 0-16,-19 3-1 15,-24-7 1-15,-21 7-1 16,-21-9 1-16,-22-10-7 16,-13-9 1-16,-1-13-1 15,-3-21 0-15</inkml:trace>
  <inkml:trace contextRef="#ctx0" brushRef="#br0" timeOffset="4986.35">20479 1552 117 0,'109'-41'58'0,"25"66"-71"0,-95-25 73 0,7 0-78 16,0 3 1-16,-4 0-1 16,-14-3 1-16</inkml:trace>
  <inkml:trace contextRef="#ctx0" brushRef="#br0" timeOffset="5205.89">20909 1150 87 0,'-46'-6'43'0,"-24"-3"-32"16,52 9 43-16,-3 6-51 16,0-3 0-16,0 16 1 15,3 15 1-15,4 14-6 16,10 5 0-16,15 16 4 16,10 9 0-16,7 7-2 15,8 9 1-15,2 0-1 16,-2-6 0-16,-8-10-6 15,-7-6 0-15,-7-9 0 16,-7-10 0-16</inkml:trace>
  <inkml:trace contextRef="#ctx0" brushRef="#br0" timeOffset="5490.68">21710 1063 118 0,'102'-25'59'0,"-10"-22"-68"0,-64 50 77 0,15 3-70 15,2 6 1-15,-2 10-1 16,-1 19 1-16,-10 34 1 16,-7 16 1-16,-8 16-2 15,-6 28 0-15,-11 6 0 16,-4-12 0-16,1 2-5 15,3-12 0-15,0-15-19 16,0-32 0-16,-7-34 0 16,0-32 0-16</inkml:trace>
  <inkml:trace contextRef="#ctx0" brushRef="#br0" timeOffset="5740.86">23005 1034 114 0,'63'-62'57'0,"-6"52"-85"0,-47 20 113 16,1 9-86-16,-8 15 1 16,1 22-1-16,-8 23 1 15,1 12-1-15,-11 0 1 16,0 22-1-16,-4-4 1 15,4-11-1-15,0-11 0 16,7-14-10-16,3-20 0 16,1-9 0-16,-1-22 0 15</inkml:trace>
  <inkml:trace contextRef="#ctx0" brushRef="#br0" timeOffset="5971.24">23502 1226 113 0,'113'-66'56'0,"-28"22"-68"15,-68 35 80-15,1 18-69 16,0 10 1 0,-18 78-3-1,-4-9 1-15,-3 12 2 16,0 16 0-16,0-9-3 15,3-10 0-15,1-12-11 16,-1-10 1-16,4-19 0 16,7-12 1-16</inkml:trace>
  <inkml:trace contextRef="#ctx0" brushRef="#br0" timeOffset="6302.68">24169 1047 109 0,'32'-66'54'0,"-18"44"-67"0,-11 19 83 0,4 3-71 16,-7 0 1-16,7 0-1 16,0 9 1-16,7 10 0 15,11 6 1-15,14 10 0 16,14 28 0-16,10 12-1 15,15 0 1-15,-11 7 0 16,-14-7 1-16,-18 10-1 16,-28-1 1-16,-35-5-1 15,-28-10 1-15,-40 3-3 16,-27-10 1-16,-11-18-5 16,-11-6 1-16,8-13-10 15,6-6 0-15,29-16 0 16,28-6 0-16</inkml:trace>
  <inkml:trace contextRef="#ctx0" brushRef="#br0" timeOffset="6624.02">25245 492 108 0,'0'-63'54'0,"-11"29"-67"0,4 31 81 16,0-4-68-16,4 14 0 16,3-7 0-16,3 9 0 15,11 10 0-15,14 0 0 0,15 34 0 16,10 25 1-16,0 23 0 16,0 15 1-16,-18 25 1 15,-21 6 1-15,-35 10-1 16,-39 22 0-16,-25-10-1 15,-17-25 1-15,-15-12-5 16,-17-13 0-16,7-15-14 16,14-20 0-16,18-8 0 15,28-14 1-15</inkml:trace>
  <inkml:trace contextRef="#ctx0" brushRef="#br0" timeOffset="10281.92">20835 3421 113 0,'-92'0'56'0,"39"81"-85"0,60-56 110 15,22 16-83-15,38 0 1 16,46 3-2-16,56 3 1 0,50-6 3 15,66-7 0-15,51-24-2 16,48-20 0-16,25-24 1 16,11-13 0-16,10-32 1 15,-3-5 1-15,-10-20-1 16,-12-9 1-16,-13-12 0 16,-4-4 0-16,-32-12-1 15,-3-25 0-15,-42-3-1 16,-36 2 0-16,-32-15-1 15,-49 10 1-15,-42 9-2 16,-50-6 1-16,-45 2 0 16,-54 14 0-16,-56-13 0 15,-49-4 1-15,-71 4 0 16,-49 6 0-16,-60-9 0 16,-47 12 0-16,-59 13-1 15,-42 25 1-15,-43 12 0 16,-45 13 0-16,-36 12 0 15,-49 16 0-15,-36 23 0 0,-38 14 0 16,-39 7 0-16,-39 13 0 16,-21 15 0-16,-29 4 0 15,-6-7 0-15,3 19 0 16,4-13 0-16,6 4 0 16,36 12 0-16,7 0 0 15,25 9 0-15,21 4 0 16,4 6 0-16,-5 19 0 15,26 24 0-15,3 14 0 0,4 5-1 16,28 1 1-16,28 22-1 16,32 12 0-16,56-10-1 15,46 26 1-15,43-6 0 16,66-1 0-16,29 16 0 16,56 13 1-16,25 3-1 15,49 22 1-15,39 0 0 16,39 28 0-16,46-10-1 15,53 32 1-15,52-6-1 16,57 12 1-16,74-24-1 16,57-33 0-16,81-14 0 15,70-11 0-15,71-30 1 16,56-7 1-16,43-25 1 16,49-6 0-16,31-10 1 15,43 3 0-15,43-21 0 16,48-10 0-16,37-34-2 15,48-26 1-15,25-37-4 0,39-16 0 16,18-12-24-16,3-3 1 16,-21 5-1-16,-92-14 1 15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46:24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8978 6378 154 0,'1277'-110'1'0,"-1086"88"52"0,828-63-53 16,138-2 1-16,60-11-1 16,-571 45 1-16,1072-97-2 15,-914 81 1-15,1130-79 0 16,-354 51 0-16,-45 16 0 15,-71 27 0-15,-78 23 1 16,-52 34 1-16,-64 19 0 16,-64 44 0-16,-105 15-3 15,-103 45 1-15,-141-7-1 16,-857-119 1-16,0 0 0 16,2191 304 1-1</inkml:trace>
  <inkml:trace contextRef="#ctx0" brushRef="#br0" timeOffset="869.2">2783 11053 103 0,'-21'-62'51'0,"4"27"-47"15,17 35 52-15,0 0-55 16,0 19 0-16,0 34 1 16,-4 48 0-16,-7 40-2 15,1 63 0-15,3 50 1 16,-4 34 0-16,11-3-1 15,0-18 1-15,11-38-3 16,6-41 1-16,-6-28-12 16,10-44 0-16,7-25 0 0,-3-41 1 15</inkml:trace>
  <inkml:trace contextRef="#ctx0" brushRef="#br0" timeOffset="1095.16">4329 11041 113 0,'10'-16'56'0,"8"76"-70"0,-11-26 84 0,7 38-69 16,-3 32 0-16,13 43 0 16,-3 38 0-16,-3 38-2 15,-4 28 1-15,-3 9 0 16,-15-15 0-16,-3-23-4 15,4-40 1-15,-11-28-13 16,-1-38 1-16,-6-32-1 16,-7-40 1-16</inkml:trace>
  <inkml:trace contextRef="#ctx0" brushRef="#br0" timeOffset="1399.17">3690 11646 111 0,'-81'13'55'0,"42"34"-72"0,39-25 88 15,11 21-71-15,17 17 0 16,11 18-1-16,10 23 1 16,11 2 0-16,11 1 0 15,20-20 0-15,5-12 0 16,-15-15 0-16,-11-13 1 15,-3-13 0-15,-17-9 0 16,-4-19 0-16,-8-22 1 16,8-28-1-16,-14-25 0 15,7-22-7-15,-7-25 0 0,-1 0-1 16,-6-10 1-16</inkml:trace>
  <inkml:trace contextRef="#ctx0" brushRef="#br0" timeOffset="1648.1">4992 10834 119 0,'-18'15'59'0,"39"7"-67"16,0 0 76-16,18 19-69 15,21 19 1-15,14 31-1 16,11 15 1-16,3 39-1 15,0 30 1-15,-28 29-1 16,-21 12 1-16,-28-6 0 16,-29 4 0-16,-14-17-1 0,-28-18 0 15,-10-32-5-15,-1-31 0 16,11-28-1-16,11-35 1 16</inkml:trace>
  <inkml:trace contextRef="#ctx0" brushRef="#br0" timeOffset="1849">6406 12063 126 0,'-21'60'63'0,"-28"-48"-74"0,59-2 85 0,15 2-77 16,21 1 1-16,14-7-11 15,28-3 1-15,15 0-4 16,6-3 1-16,-14-6-8 16,-3-3 0-16</inkml:trace>
  <inkml:trace contextRef="#ctx0" brushRef="#br0" timeOffset="2000.32">6117 13189 121 0,'-32'37'60'0,"68"-8"-84"16,10-26 109-16,28 3-86 15,31-12 1-15,44-19-15 0,24-19 0 16,28-25 15 0,14-28 0-16</inkml:trace>
  <inkml:trace contextRef="#ctx0" brushRef="#br0" timeOffset="2220.07">7941 11082 121 0,'-116'31'60'0,"73"126"-68"0,43-101 76 0,11 29-69 15,14 40 0-15,6 35-3 16,8 25 1-16,11 3 0 15,-12 7 0-15,5-17-14 16,-19-5 1-16,5-32 0 16,2-28 1-16</inkml:trace>
  <inkml:trace contextRef="#ctx0" brushRef="#br0" timeOffset="2566.58">8805 11687 115 0,'-42'-22'57'0,"-25"28"-71"15,49-3 91-15,-6 10-78 0,-1 12 0 16,0 19 0-16,1 15 0 16,2 23 1-16,5 31 0 15,6 12-1-15,11 7 1 16,11-7 1-16,10-12 0 15,14-16 0-15,15-21 0 16,-1-29 1-16,14-32 0 16,12-30 0-16,16-29 0 15,-17-35-1-15,-3-27 1 0,-18-10-2 16,-11-16 0-16,-21-6-2 16,-21 16 1-16,-24 15-5 15,-19 26 0-15,-13 15-14 16,-11 19 0-16,-4 12 0 15,-17 16 1-15</inkml:trace>
  <inkml:trace contextRef="#ctx0" brushRef="#br0" timeOffset="2900.16">9514 11840 111 0,'39'-15'55'0,"18"2"-73"15,-43 13 92-15,3 3-77 16,-2 10 1-16,-8 9-3 16,-14 19 1-16,-8 15 5 15,-9 22 1-15,-5 20-4 16,5 15 1-16,3-16 3 0,10-9 0 16,11-13 1-16,14-16 1 15,14-21 0-15,11-13 1 16,11-28-2-16,-1-22 1 15,4-19-2-15,-4-19 1 16,-10-6-2-16,-14-6 0 31,-50-60-3-31,-17 16 1 16,-11 22-9-16,-11 15 1 0,4 13-1 16,4 22 1-16</inkml:trace>
  <inkml:trace contextRef="#ctx0" brushRef="#br0" timeOffset="3219.12">10742 11825 118 0,'-14'3'59'0,"-42"6"-69"16,34-6 79-16,-9 10-72 15,-12 9 1-15,-6 3-2 16,-8 16 1-16,-6 6 4 16,10 9 1-16,7 7-3 15,18-3 0-15,17-1 2 16,18-9 1-16,18-15 0 0,14-16 1 16,17-16 0-16,18-16 0 15,-7-9-1-15,-7-15 0 16,-7-7-2-16,-14-6 1 15,-18-7-4-15,-14-12 1 16,-17-6-9-16,-11 3 0 16,-8 0-1-16,-6 3 1 15</inkml:trace>
  <inkml:trace contextRef="#ctx0" brushRef="#br0" timeOffset="3468.24">10707 11267 118 0,'-4'-4'59'0,"36"26"-69"0,-11-12 81 0,18 15-71 15,21 0 0-15,25 13 0 16,13 12 1-16,5 19-1 16,-4 22 0-16,-4 18 1 15,-11 14 0-15,-24 27 0 16,-31 7 1-16,-33 12-1 15,-42 13 1-15,-53 6-4 16,-49 7 1-16,-67 2-1 16,-95-2 0-16</inkml:trace>
  <inkml:trace contextRef="#ctx0" brushRef="#br0" timeOffset="4733.8">12488 11966 107 0,'-42'9'53'0,"-7"-15"-54"16,59 9 54-16,11 0-54 16,8-3 1-16,13 0-1 15,14-3 1-15,25-3 0 0,18 3 0 16,7 0-1-16,7 6 1 15,0-6-4-15,3 6 0 16,-13 3-17-16,-19 0 0 16,-20-3 0-16,-29-3 0 15</inkml:trace>
  <inkml:trace contextRef="#ctx0" brushRef="#br0" timeOffset="4929.6">11959 12417 119 0,'-35'57'59'0,"21"-57"-86"0,31 0 116 0,15-3-90 15,21-13 1-15,42-6 0 16,29-9 0-16,20-4-2 16,26 4 1-16,-4 3-4 15,17 9 1-15,8 3-13 16,-12 4 0-16,5 2 0 15,-11-12 1-15</inkml:trace>
  <inkml:trace contextRef="#ctx0" brushRef="#br0" timeOffset="5169.6">14527 11053 112 0,'-28'-22'56'0,"7"41"-72"0,17-9 89 15,4 12-72-15,4 18 1 16,7 32 2-16,6 32 0 16,-3 56-5-16,8 34 1 15,6 35 2-15,-7 13 0 16,7-13-2-16,0-26 1 16,-3-30-5-16,-4-23 0 15,-3-30-12-15,-4-33 1 16,-3-30-1-16,-1-35 1 15</inkml:trace>
  <inkml:trace contextRef="#ctx0" brushRef="#br0" timeOffset="5512.34">15579 11655 113 0,'-29'-18'56'0,"-41"-33"-69"16,56 45 86-16,-11 3-73 15,-3 9 0-15,3 4-1 16,-7 15 1-16,1 22 0 16,-5 19 0-16,8 15 0 15,11 16 0-15,17 23 0 16,14-14 1-16,14-2 0 16,11-20 0-16,17-8 1 15,11-20 0-15,11-25 0 16,-11-12 1-16,-4-25-1 15,-10-25 0-15,-14-23-1 0,-14-21 0 16,-18-13-4-16,-21-22 1 16,-15 4-8-16,-6 2 1 15,-7 4-1-15,3 6 0 16</inkml:trace>
  <inkml:trace contextRef="#ctx0" brushRef="#br0" timeOffset="5785.69">15910 11038 115 0,'-49'-22'57'0,"7"56"-64"0,38-21 73 0,8 2-66 16,13 4 0-16,15 9-1 15,17 13 1-15,25 22 1 16,11 18 0-16,0 23 0 15,-4 24 0-15,-14 23 0 16,-21 12 1-16,-29 16-1 16,-27-7 1-16,-32-2-2 15,-29-14 1-15,-3-21-5 16,-7-12 1-16,10-29-24 16,15-35 0-16,20-37 0 15,15-22 0-15</inkml:trace>
  <inkml:trace contextRef="#ctx0" brushRef="#br0" timeOffset="6171.98">17321 10956 122 0,'-63'-3'61'0,"21"94"-91"16,31-41 121-16,7 35-91 16,1 21 0-16,3 42 0 15,3 18 0-15,-3 22-2 16,4 7 0-16,-4-17-4 16,3-2 1-16,8-16-16 15,3-19 0-15,0-31-1 16,0-29 1-16</inkml:trace>
  <inkml:trace contextRef="#ctx0" brushRef="#br0" timeOffset="6488.24">18098 11718 125 0,'-68'-34'62'0,"19"27"-89"0,38 10 114 15,-3 13-90-15,4 12 0 0,-1 19-4 16,4 10 1-16,14 9 7 16,0 12 1-16,14 0-5 15,11-2 0-15,11-7 3 16,13-10 0-16,11-9 3 16,0-15 0-16,0-10 0 15,-10-16 1-15,-12-18-1 16,-13-19 0-16,-11-22-3 15,-21-13 1-15,-21-19-6 16,-7-5 1-16,-7-1-19 16,-1-3 0-16,8 3-1 15,-11 0 1-15</inkml:trace>
  <inkml:trace contextRef="#ctx0" brushRef="#br0" timeOffset="6735.38">18581 10928 122 0,'-21'-28'61'0,"17"43"-87"0,15-5 112 15,17 18-87-15,21 6 1 16,29 29 0-16,17 19 0 16,4 12 0-16,-7 28 0 15,-15 32 0-15,-24 15 0 16,-21 7 0-16,-29 2 1 15,-31-5-1-15,-28-10 0 16,-18-13-4-16,-4-24 1 16,8-23-21-16,17-27 0 0,21-48-1 15,35-50 1-15</inkml:trace>
  <inkml:trace contextRef="#ctx0" brushRef="#br0" timeOffset="7020.25">20161 10959 110 0,'-14'7'55'0,"11"2"-68"15,3 10 98-15,3 18-83 16,1 32 0-16,3 35 0 16,-7 37 1-16,0 22-4 0,-7 19 0 15,0 12-1-15,-4-9 1 16,4-15-8-16,7-23 0 16,7-28 0-16,14-31 0 15</inkml:trace>
  <inkml:trace contextRef="#ctx0" brushRef="#br0" timeOffset="7320.3">20860 11524 126 0,'-4'22'63'0,"-63"-10"-75"15,53 7 86-15,0 9-77 16,0 22 1-16,7 19-4 15,7 7 0-15,0 2 7 16,3 4 0-16,11-7-3 16,8-9 0-16,9-10 2 15,5-12 0-15,10-13 2 16,3-18 1-16,-7-16 0 16,-3-13 0-16,-14-22-2 15,-15-15 1-15,-10-19-4 16,-14-19 0-16,-7-6-12 15,-11 3 1-15,-3-3 0 16,-7-16 0-16</inkml:trace>
  <inkml:trace contextRef="#ctx0" brushRef="#br0" timeOffset="7604.14">21449 10793 127 0,'-21'6'63'0,"-15"-6"-79"0,33 13 95 16,14 9-80-16,10 12 1 15,28 20-1-15,22 27 0 0,13 32 1 16,8 9 1-16,21 45-1 16,7-1 0-16,-7 12 0 15,-14 4 0-15,-25-9 0 16,-32-7 1-16,-35-3-3 15,-56-6 1-15,-54-16-28 16,-84-6 0-16,-98-41 0 16,-86-47 0-16</inkml:trace>
  <inkml:trace contextRef="#ctx0" brushRef="#br0" timeOffset="9834.9">22394 12731 121 0,'-53'16'60'0,"117"-7"-82"0,-32-18 104 16,38-7-84-16,29-12 1 0,24-10-8 15,26-15 0-15,20-19 1 16,0-13 0-16,1-6-12 15,-8 3 0-15,-17-6 0 16,-15-16 1-16</inkml:trace>
  <inkml:trace contextRef="#ctx0" brushRef="#br0" timeOffset="10035.08">24391 11295 59 0,'0'-91'29'0,"-7"16"-32"16,0 62 37-16,-4-9-34 15,-6 0 1-15,3 3 8 16,-1 0 0-16,1 7-4 15,7 6 0-15,4 15 9 16,6 16 0-16,8 32 1 16,3 30 1-16,0 23-5 15,-3 34 1-15,-8 16-6 16,-3 16 0-16,0 6-9 16,0-13 1-16,4-6-26 0,3-19 0 15,7-21 0-15,-7-45 0 16</inkml:trace>
  <inkml:trace contextRef="#ctx0" brushRef="#br0" timeOffset="10369.84">22648 12232 118 0,'-35'-6'59'0,"88"-13"-91"15,-18 10 117-15,25-13-87 16,18-13 0-16,21-8-6 16,21-8 0-16,-4-8 0 15,-3-4 0-15,3 0-5 16,4 7 1-16</inkml:trace>
  <inkml:trace contextRef="#ctx0" brushRef="#br0" timeOffset="10769.65">25396 11489 124 0,'-56'-19'62'0,"-67"-9"-83"15,91 34 99-15,-14 13-79 16,-11 22 0-16,-6 19-3 16,3 31 1-16,0 12 2 15,14 13 1-15,14 13-3 16,18-13 1-16,25-10 0 15,24-21 1-15,22-16 1 16,13-25 1-16,4-16 1 16,0-28 1-16,4-22-1 15,-7-19 1-15,-15-18-2 16,-17-10 0-16,-18-19-7 16,-18-12 1-16,-10 2-2 15,-14-5 1-15</inkml:trace>
  <inkml:trace contextRef="#ctx0" brushRef="#br0" timeOffset="11188.66">26412 11533 126 0,'-31'-34'63'0,"-54"-1"-74"15,60 32 82-15,-10 6-72 16,-11 13 0-16,-7 15-2 15,-3 16 0-15,-1 25 2 16,5 13 1-16,6 6-3 16,24 6 0-16,15 7 2 15,22-13 0-15,23-10 1 16,19-12 0-16,6-16 1 16,4-28 1-16,0-18-1 15,0-29 1-15,-3-19-4 16,-8-22 0-16,-13-18-16 0,-15-13 1 15,-18-16 0-15,-20 0 0 16</inkml:trace>
  <inkml:trace contextRef="#ctx0" brushRef="#br0" timeOffset="11462.75">26289 11031 125 0,'7'-53'62'0,"57"50"-83"0,-26 15 104 0,33 14-84 16,24 14 1-16,11 17-1 15,21 24 0-15,4 10 1 16,-12 28 0-16,-23 19 0 16,-26 7 0-16,-27 11 0 15,-36 11 0-15,-46-7 0 16,-35-4 0-16,-29-11-3 15,-31-14 0-15,0-27-16 16,7-29 1-16,7-37-1 16,11-35 1-16</inkml:trace>
  <inkml:trace contextRef="#ctx0" brushRef="#br0" timeOffset="11723.24">28332 10843 127 0,'-92'-28'63'0,"18"97"-85"0,53-38 106 16,-1 26-85-16,-2 40 1 15,-1 19-1-15,0 38 0 16,-3 15 0-16,0 10 1 15,7-1-5-15,3-5 1 16,15-29-9-16,6-15 1 16,18-26-1-16,11-31 1 0</inkml:trace>
  <inkml:trace contextRef="#ctx0" brushRef="#br0" timeOffset="12033.62">28942 11511 126 0,'-74'-47'63'0,"-43"22"-81"15,93 25 95-15,-8 3-79 16,-3 10 1-16,-1 6-1 16,-2 15 0-16,2 19 2 15,5 23 1-15,16 8-2 16,8-2 0-16,22 6 1 15,13-1 1-15,25-8-1 0,21-7 1 16,7-19 0-16,7-15 0 16,11-29 0-16,3-18 0 15,-14-32-1-15,-14-19 1 16,-17-21-5-16,-25-16 1 16,-32-10-15-16,-25-3 1 15,-21-6-1-15,-14 7 0 16</inkml:trace>
  <inkml:trace contextRef="#ctx0" brushRef="#br0" timeOffset="12313.78">29090 10865 115 0,'81'-9'57'0,"-14"6"-69"0,-31 12 90 0,16 7-79 16,19 12 0-16,17 13 0 15,14 12 1-15,4 25 1 16,4 10 0-16,-1 6 0 16,-10 13 0-16,-15 18 1 15,-16 13 1-15,-30 10-1 16,-31 24 1-16,-38-3-1 16,-51 4 0-16,-45-7-6 15,-52 0 0 1</inkml:trace>
  <inkml:trace contextRef="#ctx0" brushRef="#br0" timeOffset="13156.79">22602 14979 120 0,'-74'0'60'0,"43"-9"-63"16,41 3 61-16,22-7-60 0,35-9 0 15,32 0-1-15,31-9 1 16,33 3 0-16,2-1 1 16,5 1-9-1,-8 3 0-15,-17 3 0 0,-25 6 1 16</inkml:trace>
  <inkml:trace contextRef="#ctx0" brushRef="#br0" timeOffset="13368.76">22423 15396 123 0,'-11'35'61'0,"50"-41"-78"16,0 2 90-16,35-5-74 15,42-3 0-15,36-14-3 16,38-5 1-16,8-10-3 16,14-6 1-16,3-3-20 15,0-6 1-15,7 5-1 16,-14 4 1-16</inkml:trace>
  <inkml:trace contextRef="#ctx0" brushRef="#br0" timeOffset="13622.14">24832 13756 122 0,'-74'-28'61'0,"42"60"-92"0,36-14 121 16,3 14-91-16,0 27 1 15,7 26 0-15,-3 28 0 16,-1 37 0-16,-3 23 0 16,0 9-4-16,7 9 0 15,0-12-11-15,8-23 1 16,2-18 0-16,8-31 0 0</inkml:trace>
  <inkml:trace contextRef="#ctx0" brushRef="#br0" timeOffset="13976.38">25943 14220 123 0,'-39'-3'61'0,"-49"-3"-81"15,71 6 97-15,-1 6-78 16,-7 1 1-16,1 2-1 15,-5 4 0-15,1 5 1 16,0 20 0-16,3 12-1 16,8 16 1-16,10 16-1 15,14-1 1-15,17 10 0 0,19-6 0 16,6-7 0 0,15-9 0-16,10-19 0 0,0-18 0 15,3-20 0-15,-10-21 0 16,-10-16 0-16,-15-13 1 15,-10-15-4-15,-18-23 1 16,-14-8-7-16,-14-7 0 16,-14 3 0-16,-11-3 0 15</inkml:trace>
  <inkml:trace contextRef="#ctx0" brushRef="#br0" timeOffset="14222.22">26377 13772 120 0,'18'-9'60'0,"-36"-10"-71"0,18 19 82 0,11 3-72 15,6-6 1-15,15 9-1 16,21 19 0-16,4 16 1 16,3 25 1-16,-1 18-1 15,-9 29 0-15,-15 25 0 16,-21 19 1-16,-28 12-1 15,-28 16 1-15,-29-12-1 16,-13-13 1-16,-12-16-6 16,-2-28 1-16,6-31-1 15,18-41 1-15</inkml:trace>
  <inkml:trace contextRef="#ctx0" brushRef="#br0" timeOffset="14473.8">27732 13734 125 0,'-21'-3'62'0,"7"57"-70"0,24-29 76 16,8 25-69-16,3 22 0 16,11 28 0-16,3 26 0 15,-7 27 1-15,-3 10 1 0,-7 16-2 16,-11-9 0-16,-7-7-4 15,-7-19 0-15,0-16-18 16,-4-30 0-16,11-29 0 16,0-35 0-16</inkml:trace>
  <inkml:trace contextRef="#ctx0" brushRef="#br0" timeOffset="14808.34">28854 14070 124 0,'-11'-35'62'0,"-126"-2"-90"16,108 34 115-16,-13 6-90 15,-11 13 1-15,-7 12-2 16,-10 12 0-16,3 14 5 16,3 9 1-16,15 15-3 0,13 10 0 15,26 3 1-15,24 0 1 16,18-4 1-16,21-8 0 15,10-16-1-15,15-13 1 16,3-16-1-16,3-15 0 16,-6-16-1-16,-11-15 1 15,-10-20-1-15,-15-24 1 16,-17-23-3-16,-18-15 0 0,-18-6-5 16,-24-4 0-16,-15 4-22 15,-6 0 1-15,-4 9-1 16,7 12 1-16</inkml:trace>
  <inkml:trace contextRef="#ctx0" brushRef="#br0" timeOffset="15134.81">29333 14020 103 0,'68'34'51'0,"-30"13"-75"15,-27-31 100-15,-4 0-76 16,-11 2 0-16,-10 4 1 15,-10 4 0-15,-12 11-1 16,-6 7 1-16,3 19 0 16,4 6 1-16,10 6 0 15,11 0 0-15,18 10 0 16,20-16 0-16,22-6-1 16,18-16 1-16,17-16-1 0,25-25 1 15,0-15-1 1,-1-16 1-16,-16-19-2 0,-12-13 1 15,-20-8-2-15,-29 2 1 16,-28-12-6-16,-28 3 0 16,-32-1-16-16,-22-2 1 15,-13 3 0-15,-7 6 0 16</inkml:trace>
  <inkml:trace contextRef="#ctx0" brushRef="#br0" timeOffset="15346.83">29616 13662 99 0,'81'-12'49'0,"-14"-1"-60"0,-46 13 86 0,11-3-72 16,7 9 0-16,10 7 2 15,4 6 1-15,17 18-7 16,5 1 1-16,9 18 4 16,4 17 0-16,-3 14-2 15,-11 11 1-15,-14 14-1 16,-25 17 0-16,-28 6-1 15,-45 0 0-15,-43 12-3 16,-43-3 0-16,-42-6-18 16,-24-6 0-1</inkml:trace>
  <inkml:trace contextRef="#ctx0" brushRef="#br0" timeOffset="16152.29">8724 17156 121 0,'7'47'60'16,"-10"-29"-59"-16,13-14 60 0,8 2-62 15,14 3 1-15,24 1 0 16,29-1 0-16,7-3 0 16,-1-3 0-16,15-3-1 15,3-6 0-15,4-6-5 16,-10-4 1-16,-8-6-11 16,-7 0 0-16,-10-3 0 15,-18 6 0-15</inkml:trace>
  <inkml:trace contextRef="#ctx0" brushRef="#br0" timeOffset="16357.95">8329 17767 111 0,'-99'63'55'0,"68"-48"-72"0,38-18 85 15,10-6-68-15,33-7 0 16,34-15-1-16,26-7 1 0,24 1 0 15,32-4 0 1,10-3-2-16,25 3 0 16,-14-6-8-16,25 6 0 0,-8 1-1 15,-6 2 1-15</inkml:trace>
  <inkml:trace contextRef="#ctx0" brushRef="#br0" timeOffset="16576.88">10982 16431 107 0,'-46'10'53'0,"28"24"-61"15,15-18 75-15,-4 18-65 16,14 20 0-16,-4 24 2 16,12 32 0-16,2 34-5 15,11 35 0-15,18 28 1 16,11-7 0-16,6-11-9 0,4-23 1 15,-3-25-2-15,-4-25 1 16</inkml:trace>
  <inkml:trace contextRef="#ctx0" brushRef="#br0" timeOffset="16884.84">12273 17278 109 0,'-21'-16'54'0,"-43"-12"-60"0,50 22 69 0,0 3-63 16,-3 3 0-16,-1 6-1 15,7 10 0-15,4 15 0 16,4 19 0-16,10 6-1 16,10 7 1-16,12 6-1 15,-8-15 1-15,35 14 1 16,4-11 1-16,-3-13 1 15,-8-13 0-15,-3-12 1 16,-11-13 1-16,-6-12 0 16,-15-19 0-16,-7-16-4 15,-14-25 1-15,-7-18-8 16,-8-10 0-16,1-10-2 16,0-3 1-16</inkml:trace>
  <inkml:trace contextRef="#ctx0" brushRef="#br0" timeOffset="17143.5">12622 16563 114 0,'-14'12'57'0,"-21"-15"-65"0,31 10 74 16,1-4-67-16,3 6 1 16,11 1-1-16,6 5 1 15,18 13 0-15,22 16 0 16,10 10 0-16,0 8 0 15,-7 14 0-15,-4 24 0 16,-17 25 0-16,-25 13 0 16,-24 13 0-16,-22-4 0 0,-25-9-4 15,-2-25 1-15,-5-19-15 16,4-28 1-16,11-28 0 16,17-45 0-16</inkml:trace>
  <inkml:trace contextRef="#ctx0" brushRef="#br0" timeOffset="17360.25">14736 16742 124 0,'60'15'62'0,"-103"39"-84"16,26-39 108-16,-5 23-86 15,-2 18 0-15,-5 23 0 16,1 18 0-16,-7 16-1 15,-11 15 1-15,0 17-1 16,0 5 1-16,-3-18-5 16,7-7 1-16,3-21-9 0,7-26 1 15,7-28-1-15,11-34 1 16</inkml:trace>
  <inkml:trace contextRef="#ctx0" brushRef="#br0" timeOffset="17581.64">14111 16939 123 0,'-28'28'61'0,"24"13"-75"0,22-28 89 0,10 9-76 16,15 6 1-16,24 13-2 15,17 9 0-15,12 13-2 16,6 2 0-16,-3-2-9 15,-1-6 1-15,-6-7 0 16,-7-6 0-16</inkml:trace>
  <inkml:trace contextRef="#ctx0" brushRef="#br0" timeOffset="17908.16">14944 16472 117 0,'-117'-19'58'0,"-27"-9"-67"0,101 12 85 16,-13 7-76 0,-1 9 1-16,4 6 0 0,8 10 0 15,-1 21-2-15,10 32 1 16,8 32 0-16,7 37 0 16,7 28 0-16,18 25 0 15,6 10-1-15,18-13 0 16,18-9 0-16,14-32 0 15,4-15 0-15,3-29 1 16,0-31 0-16,-4-28 0 16,8-31 1-16,-1-35 0 15,-3-34 0-15,-3-32 0 0,-11-25-3 16,-21-28 0-16,-15-7-6 16,-17-5 0-16,-17 5-1 15,-12-8 1-15</inkml:trace>
  <inkml:trace contextRef="#ctx0" brushRef="#br0" timeOffset="18112.68">15392 16165 123 0,'7'15'61'0,"10"51"-68"16,-2-41 82-16,9 25-75 15,11 32 0-15,11 28 0 16,0 28 0-16,11 31-2 15,6 13 1-15,-3-3-7 16,-7-4 1-16,-4-15-11 0,-6-19 1 16,-4-25-12-1,-11-18 1-15,-4-20 1 0,-2-25 1 16</inkml:trace>
  <inkml:trace contextRef="#ctx0" brushRef="#br0" timeOffset="18443.39">16591 16955 124 0,'-42'25'62'0,"-29"0"-101"0,64-19 135 0,0 4-100 16,4 5 0-16,3 11-3 15,0 17 0-15,3 14 9 16,8 18 0-16,6 10-5 15,8-1 0-15,10 1 2 16,11-3 1-16,4-7 2 16,2-16 0-16,-2-18 1 15,-1-16 0-15,-6-15-1 16,-12-17 1-16,-17-21-1 16,-6-25 0-1,-51-110-13 1,1 15 1-16,0-5-2 15,6 9 1-15</inkml:trace>
  <inkml:trace contextRef="#ctx0" brushRef="#br0" timeOffset="18679.29">16796 16481 122 0,'14'16'61'0,"-21"-13"-73"0,21 0 86 16,14 4-75-16,18 2 1 15,25 7-2-15,13 9 1 16,4 3 1-16,-3 10 0 16,-7 18-1-16,-11 19 0 0,-14 19 1 15,-22 32 0-15,-27 18 0 16,-32 7 0 0,-25 2-2-16,-14-24 1 0,3-16-9 15,15-29 0-15,14-30-1 16,24-39 1-16</inkml:trace>
  <inkml:trace contextRef="#ctx0" brushRef="#br0" timeOffset="18906.53">19152 16855 126 0,'-17'65'63'0,"-61"8"-78"15,64-45 91-15,-7 9-77 16,-4 14 0-16,-7 5-2 16,-14 7 1-16,1 12 1 15,-8-3 0-15,0-3-5 0,3 0 0 16,8-9-6-16,7-7 0 16,7-12-16-16,6-16 0 15,15-16 1-15,4-21 1 16</inkml:trace>
  <inkml:trace contextRef="#ctx0" brushRef="#br0" timeOffset="19110.97">18570 17256 118 0,'57'53'59'0,"3"7"-90"0,-32-41 126 0,21 12-96 15,22 7 1-15,6 2-5 16,8 4 1-16,-11-3 0 15,-10 0 0-15,-11-10-16 16,-15-6 0-16,-6-6 0 16,-11-16 0-16</inkml:trace>
  <inkml:trace contextRef="#ctx0" brushRef="#br0" timeOffset="19416.41">19353 16808 106 0,'-53'-60'53'0,"-35"-28"-69"16,53 63 90-16,-25-6-73 16,-18 2 1-16,-13 11 3 15,-8 5 0-15,4 13-5 16,6 16 0-16,5 12 3 0,10 28 0 16,14 23-1-16,10 21 1 15,26 35-3-15,20 28 0 16,22 10-1-16,17-4 0 15,21-12 0-15,8-22 1 16,10-26-1-16,7-21 1 16,0-38 0-16,1-25 1 15,-5-34 0-15,-10-35 0 0,-10-31 0 16,-19-32 0-16,-16-40-4 16,-19-13 0-16,-10-9-7 15,-14-4 0-15,-7 19-1 16,3 10 1-16</inkml:trace>
  <inkml:trace contextRef="#ctx0" brushRef="#br0" timeOffset="19654.84">19410 16466 107 0,'92'37'53'0,"-8"20"-53"16,-59-42 67-16,10 14-65 15,8 11 0-15,6 11 1 16,4 5 0-16,-4 13-5 15,-3 16 1-15,-11 21 2 16,-3 7 1-16,-11-3-4 16,0-10 0-16,-3-9-6 15,0-9 0-15,-1-19-10 16,12-16 0-16,2-29-1 0,8-18 1 16</inkml:trace>
  <inkml:trace contextRef="#ctx0" brushRef="#br0" timeOffset="19914.68">20733 16914 117 0,'-21'6'58'0,"-32"-34"-82"0,39 22 101 0,-8 6-79 16,-2 6 1-16,-5 7-2 15,-2 12 0-15,2 16 3 16,12 15 0-16,13 7-2 15,22 6 1-15,14 3 0 16,14-3 1-16,10-13 1 16,11-9 0-16,0-15 1 15,-3-10 0-15,-11-10-1 16,-18-12 1-16,-18-19-1 16,-31-25 0-16,-17-18-10 15,-19-17 1-15,-10 1 0 16,-10-7 0-16</inkml:trace>
  <inkml:trace contextRef="#ctx0" brushRef="#br0" timeOffset="20218.63">21332 16353 122 0,'0'12'61'0,"-67"17"-72"0,53-23 85 15,-7 6-75-15,4 1 0 16,6 6 0-16,7 6 0 16,11 12 1-16,15 17 1 15,16 15-1-15,19 22 1 16,13 6-1-16,8 13 1 16,-14 6-1-16,-19-7 1 0,-20-2-5 15,-25-10 1-15,-32-9-23 16,-17-28 1-16,-36-29-1 15,8-18 1-15</inkml:trace>
  <inkml:trace contextRef="#ctx0" brushRef="#br0" timeOffset="21770.88">24571 18432 119 0,'-56'94'59'0,"-40"-91"-96"16,72-3 111-16,-15-6-77 15,-25-7 0-15,-27 1 1 16,24 2 1-16,-131-9 4 0,-31 10 0 15,-25 3-1-15,-32 6 0 16,-28 0 2-16,-32 9 1 16,-31 7-2-16,-36 0 1 15,-32-1-3-15,-31 1 0 16,-18 3-2-16,-24-4 0 16,-4-2-1-16,-4-16 1 0,0-7-1 15,-6-2 1 1,-5-4 1-16,5 7 0 0,3 3 1 15,14 9 1-15,10 0 0 16,22 6 0-16,21 4-1 16,21-1 1-16,14-2-2 15,14-4 0-15,25-6-1 16,7 0 0-16,25-6 0 16,13-4 1-16,19 1-1 15,10-1 1-15,14-5 1 16,11-7 0-16,14-16 0 15,14-6 0-15,24-15-1 16,15-13 1-16,17-22-1 16,15-35 0-16,28-18 0 15,3-38 0-15,14-32-1 16,18-31 0-16,18-15 0 16,21-25 1-16,-4-10-1 15,18-10 0-15,14-8 0 0,7-1 0 16,4 0 0-16,-1-18 1 15,1-4-1-15,3-12 1 16,0 0 1-16,-3 15 0 16,3 4 0-16,4 18 0 15,3 13 0-15,7 41 0 16,-3 15 0-16,3 26 0 16,7 24-1-16,1 23 0 15,2 18 1-15,5 19 0 0,6 16-1 16,11 13 1-16,7 15-1 15,18 9 1-15,24 7-1 16,36 9 1-16,24 9-2 16,43 1 1-16,39 3 0 15,59-1 0-15,39 7-2 16,50 3 0-16,45 1 2 16,47-1 1-16,52 6-1 15,39-3 0-15,53 10 0 16,29 6 1-16,41 6 1 15,22 3 0-15,49-2-2 16,28-1 0-16,32 0 0 16,22 10 0-16,20-7 0 15,11 6 0-15,4-2 0 16,3-13 0-16,0 3-1 16,-18-6 1-16,1-1-1 15,-8-15 1-15,-10-12 0 0,-21-7 0 16,-32-3-1-16,-22 10 1 15,-41 12 0-15,-47 7 1 16,-45-1-1-16,-43 13 1 16,-42 6-1-16,-46 3 1 15,-45 10-1-15,-50 3 1 16,-36 9-1-16,-52 10 0 16,-29 6-1-16,-27 19 1 15,-29 18-1-15,-36 29 1 0,-24 22-1 16,-14 43 0-16,-14 26 0 15,-7 50 1-15,0 34-1 16,3 35 1-16,0 22-2 16,1 6 1-16,-8 0-1 15,-7-6 1-15,-7 10-1 16,-7-7 0-16,-10-1 0 16,-25-8 1-16,-22-10 0 15,-20-18 1-15,-22-20 0 16,-14-18 0-16,-14-25 0 15,-7-23 1 1,-84 57-1 0,17-37 0-16,14-19 0 15,3-23 0-15,15-8-2 16,3-10 1-16,15-7-2 16,-1-5 1-16,4-10-1 15,0-13 1-15,4 0 0 16,-12-5 0-16,-13-4 1 15,-18-4 1-15,-7-5 1 0,-10 3 0 16,-11-13 0-16,-8 3 1 16,-16 4 0-16,-8-4 0 15,-7-6-1-15,-7-6 0 16,-11-9-1-16,-17-1 1 16,-7-9-1-16,-18-6 0 15,-10-13 0-15,-11-6 0 0,3-10 0 16,-7-6 0-1,4-6 0-15,-7 3 0 0,-3-3 1 16,-19 0 0-16,-17 13 0 16,-49-1 1-16,-67 7-14 15,-110 3 1-15,-148 0-1 16,-165-19 0-16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58:17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6893 2066 112 0,'0'0'56'0,"-10"712"-58"15,34-442 57-15,12 46-59 16,-8-18 1-16,7-44-4 16,0-47 0-16,4-56 5 15,-7-51 1-15,0-69-16 16,7-56 0-16,-4-66 2 16,14-75 1-16</inkml:trace>
  <inkml:trace contextRef="#ctx0" brushRef="#br0" timeOffset="191.72">8580 1668 106 0,'105'-69'53'0,"1"9"-65"0,-71 57 91 15,15 6-75-15,10 29 0 16,7 59 0-16,-4 50 0 16,1 66-6-16,-4 78 0 15,-4 19 4-15,1-15 1 16,-1-42-6-16,4-52 1 15,-10-54-8-15,-8-41 0 0,-3-43 0 16,-25-45 1-16</inkml:trace>
  <inkml:trace contextRef="#ctx0" brushRef="#br0" timeOffset="461.28">8096 2038 109 0,'-77'16'54'0,"17"153"-58"16,63-106 68-16,22 34-64 15,17 13 1-15,22 12 0 16,35-6 1-16,38-31-2 16,25-35 1-16,15-41 1 15,-8-34 0-15,0-22-1 16,-20-13 1-16,-19-21 0 15,-28-10 0-15,-17-9-4 0,-28 6 0 16,-36-7-16-16,-14 4 0 16,-11-16 0-16,-3 10 0 15</inkml:trace>
  <inkml:trace contextRef="#ctx0" brushRef="#br0" timeOffset="759.59">9761 1357 122 0,'-28'-28'61'0,"53"47"-81"0,3-16 101 0,32 13-81 16,46 18 0-16,24 20 0 15,36 33 1-15,21 33-2 16,-14 14 1-16,-14 23 0 15,-29 9 0-15,-38-6-1 16,-50-3 1-16,-38-3-3 16,-32-19 1-16,-32-22-9 15,-18-32 1-15,8-28-1 16,6-24 1-16</inkml:trace>
  <inkml:trace contextRef="#ctx0" brushRef="#br0" timeOffset="935.04">12231 1774 126 0,'-7'-56'63'0,"176"56"-77"0,-98-3 91 15,38-7-79-15,32 4 0 16,21 3-17-16,15 3 0 15,-15 0 20-15,-24 0 0 0</inkml:trace>
  <inkml:trace contextRef="#ctx0" brushRef="#br0" timeOffset="1116.4">11878 2828 123 0,'-81'53'61'0,"169"51"-68"0,-35-95 80 0,56-6-75 16,43-18 1-16,67-29-22 16,28-9 1-16,21-26 22 15,-11-46 1-15</inkml:trace>
  <inkml:trace contextRef="#ctx0" brushRef="#br0" timeOffset="1301.74">14506 1116 121 0,'-53'-9'60'0,"18"84"-70"0,46-31 81 15,10 28-71-15,14 41 1 16,18 47-1-16,18 31 0 16,-1 28-1-16,-6 7 1 15,-1 13-4-15,-6-29 1 16,-5-10-8-16,1-27 0 15,4-42 0-15,-4-49 0 0</inkml:trace>
  <inkml:trace contextRef="#ctx0" brushRef="#br0" timeOffset="1502.19">15667 2242 121 0,'201'-19'60'0,"191"-25"-71"16,-265 25 85-16,42-9-83 16,7-13 1-16,-3-3-32 15,-14 0 0-15,-32-21 44 16,-32 2 0-16</inkml:trace>
  <inkml:trace contextRef="#ctx0" brushRef="#br0" timeOffset="1701.65">16133 1135 104 0,'-75'-10'52'0,"15"26"-60"0,53-3 84 15,7 21-72-15,15 19 0 16,16 26 0-16,22 24 1 16,25 54-7-16,10 3 0 15,18 28 4-15,3-6 0 16,1-13-6-16,-12 7 0 15,-6-47-10-15,-7-13 1 16,-1-22-1-16,-13-32 1 16</inkml:trace>
  <inkml:trace contextRef="#ctx0" brushRef="#br0" timeOffset="1962.62">17688 1715 120 0,'81'-44'60'0,"106"19"-84"16,-130 15 91-16,24-2-79 15,21-10 1-15,1 0-17 16,6 3 0-16,-7-12 28 16,-14 0 0-16,-21-20-20 0,-21-2 1 15</inkml:trace>
  <inkml:trace contextRef="#ctx0" brushRef="#br0" timeOffset="2176.08">18087 1034 87 0,'-32'29'43'0,"4"15"-46"0,28-26 79 16,11 45-71-16,10 15 1 0,14 26 3 15,25 46 1-15,18 17-14 16,10 2 1 0,3-15 2-16,8-4 0 0,-11-34-24 15,-6-28 0-15,-12-22-2 16,-6-32 0-16</inkml:trace>
  <inkml:trace contextRef="#ctx0" brushRef="#br0" timeOffset="2442.44">18708 473 117 0,'-18'-97'58'0,"53"69"-89"16,-6 18 116-16,20 10-84 0,22 13 0 15,27 21-1 1,19 20 1-16,13 37-2 16,1 31 0-16,-8 13 1 15,-20 18 0-15,-29 14 0 0,-32 14 1 16,-31 4 0-16,-43-6 0 15,-46-6-4-15,-42 2 1 16,-56-2 0-16,-60-4 0 16</inkml:trace>
  <inkml:trace contextRef="#ctx0" brushRef="#br0" timeOffset="3615.84">13720 5017 30 0,'0'0'15'0</inkml:trace>
  <inkml:trace contextRef="#ctx0" brushRef="#br0" timeOffset="3800.98">11797 6183 103 0,'-117'57'51'0,"68"12"-47"15,56-60 51-15,14 1-54 16,29-7 0-16,24-9 0 16,21-16 1-16,39-13-5 15,14-3 0-15,18-18-8 16,25 0 0-16,3-13-1 15,24-22 1-15</inkml:trace>
  <inkml:trace contextRef="#ctx0" brushRef="#br0" timeOffset="4144.72">15177 4054 119 0,'-60'-128'59'0,"60"121"-75"0,7 14 92 0,10 21-77 16,8 19 1-16,10 25-2 16,0 22 0-16,4 35 0 15,-3 18 0-15,-8 29-13 16,-4 15 1-16,-9-15 0 16,-15-17 0-16</inkml:trace>
  <inkml:trace contextRef="#ctx0" brushRef="#br0" timeOffset="4453.04">11264 5597 113 0,'-123'6'56'0,"24"-12"-69"0,88 9 85 16,8 0-73-16,13-3 1 15,33-6 0-15,45-3 0 0,35-16-1 16,61-13 1-16,31-15-4 15,43-7 0-15,24-15-14 16,0 3 0-16,14 9 0 16,-13 10 0-16</inkml:trace>
  <inkml:trace contextRef="#ctx0" brushRef="#br0" timeOffset="4708.97">14457 6002 119 0,'-46'12'59'0,"25"-46"-81"0,35 24 104 15,21-2-82-15,29-20 0 16,27 1-1-16,36-16 1 15,29-3-4-15,13-7 1 16,0 7-8-16,-3 9 0 16,-7 4-1-16,-11 2 1 15</inkml:trace>
  <inkml:trace contextRef="#ctx0" brushRef="#br0" timeOffset="5309.39">15565 6723 117 0,'-96'-10'58'0,"19"-12"-74"16,52 10 84-16,-7-19-72 15,-3-4 1-15,-4-6-1 16,4-9 0-16,10-13 6 16,8 1 0-16,13 5-4 15,15 7 1-15,6 6 1 16,11 6 1-16,11 13 0 16,7 7 1-16,14 5-1 0,11 16 0 15,-1 16 0-15,-6 22 0 16,-11 12-1-16,-11 10 1 15,-21 12-2-15,-24 16 1 16,-26 16 0-16,-20-1 1 16,-14-2-2-16,-29-1 1 15,-25-2 0-15,-6 2 0 16,-8-3-1-16,-10-18 1 16,0-16-1-16,11-19 1 15,13-16-1-15,11-21 1 0,11-17-1 16,21-15 1-16,18-9 0 15,24-7 0-15,25-6-1 16,21-6 1-16,25-3 1 16,24 3 0-16,29 3 0 15,21 12 0-15,17 13 0 16,22 22 1-16,7 16 0 16,7 25 1-16,6 43-2 15,-2 7 0-15,-4 13-5 16,-1-1 1-16,-16-9-18 15,-15-18 1-15,-21-23-1 16,-22-25 0-16</inkml:trace>
  <inkml:trace contextRef="#ctx0" brushRef="#br0" timeOffset="5668.63">17664 3515 115 0,'-32'-148'57'0,"-28"42"-79"0,42 96 102 0,-14 17-81 15,-17 18 1 1,-29 56-1-16,-6 38 1 0,-19 66 0 16,-9 32 0-16,-1 62 1 15,10 56 0-15,29 42-1 16,28-10 1-16,39-22 0 16,32-29 0-16,25-33-2 15,17-55 1-15,28-46-8 16,21-56 0-16,15-45 0 15,6-56 0-15</inkml:trace>
  <inkml:trace contextRef="#ctx0" brushRef="#br0" timeOffset="5927.2">17985 4302 115 0,'-74'-63'57'0,"45"104"-64"0,26-10 73 15,-1 41-66-15,4 57 0 16,0 47-1-16,0 53 1 16,-3 40-3-16,-4 7 0 15,-4-6-13-15,4-32 0 16,7-37 0-16,4-44 1 0</inkml:trace>
  <inkml:trace contextRef="#ctx0" brushRef="#br0" timeOffset="6259.87">18644 4848 119 0,'-28'-32'59'0,"0"29"-77"16,21 6 97-16,-7 10-80 16,-7 21 0-16,-1 35-1 15,1 28 0-15,4 16 2 16,9 6 0-16,19 10-2 16,14-19 1-16,3-22 0 15,11-13 0-15,3-22 2 16,0-25 1-16,1-15 0 15,-4-26 0-15,-8-15 0 0,-13-9 1 16,-11-20-3-16,-18-9 0 16,-6-15-8-16,-15-10 1 15,0 0-21-15,-6 6 0 16,2 10-1-16,8 6 1 16</inkml:trace>
  <inkml:trace contextRef="#ctx0" brushRef="#br0" timeOffset="6510.52">19382 4848 111 0,'14'-7'55'0,"-18"17"-80"0,1-1 111 0,-8 7-87 16,-7 15 1-16,1 16-2 16,-1 25 1-16,8 7 1 15,-1 2 0-15,4-2-1 16,3-7 0-16,11-6 1 15,11-13 0-15,7-15 2 16,3-17 0-16,0-11 1 16,0-13 0-16,4-22-1 15,-4-10 1-15,-3-21-6 16,0-20 1-16,-4-2-20 16,0-7 0-16,0 1-1 15,-3-7 0-15</inkml:trace>
  <inkml:trace contextRef="#ctx0" brushRef="#br0" timeOffset="6737.91">19808 4277 115 0,'-14'-19'57'0,"21"32"-80"0,0 2 103 16,4 23-81-16,14 34 1 31,70 154 2-31,-14-19 1 15,-14-19-4-15,-14 9 0 16,-14-24 0-16,-21-19 0 0,-22-13 0 16,-21-19 0-16,-21-12-9 15,-14-13 1-15,-3-25 0 16,3-34 1-16</inkml:trace>
  <inkml:trace contextRef="#ctx0" brushRef="#br0" timeOffset="6886.3">20503 5296 103 0,'159'-38'51'0,"130"-24"-52"16,-193 46 61-16,20-3-74 16,18 0 1-16,4 1-1 15,-8-14 1-15</inkml:trace>
  <inkml:trace contextRef="#ctx0" brushRef="#br0" timeOffset="7095.18">21135 4396 94 0,'-102'-28'47'0,"35"28"-45"0,56 6 52 16,4 7-53-16,7 12 0 15,7 34 2-15,14 26 1 16,18 18-5-16,10 32 1 15,11 9 2-15,0 7 0 16,0 3-7-16,-3-7 1 0,-1-22-19 16,-3-21 0-1,-4-19-1-15,-13-48 1 0</inkml:trace>
  <inkml:trace contextRef="#ctx0" brushRef="#br0" timeOffset="7328.71">22027 4133 117 0,'7'-44'58'0,"-10"47"-91"0,6 13 119 0,8 18-87 16,-4 32 1-16,4 31-3 15,-1 35 1-15,-6 18-3 16,-4 23 1-16,-4-4-19 15,-3-12 1-15,4-22 0 16,10-10 0-16</inkml:trace>
  <inkml:trace contextRef="#ctx0" brushRef="#br0" timeOffset="7628.82">22761 4405 115 0,'-28'-50'57'0,"-14"41"-83"0,28 9 109 0,-4 3-86 15,-7 16 1-15,-3 22-4 16,3 31 1-16,11 0 6 16,18-3 0-16,6 0-4 15,15-7 1-15,14-5 1 16,10-13 1-16,4-13 2 15,-4-9 1-15,-3-12 0 16,-7-14 0-16,-14-8 0 16,-11-19 0-16,-7-17-7 15,-14-11 0-15,-7-10-21 16,-7 9 0-16,-15 1-1 16,5-1 1-16</inkml:trace>
  <inkml:trace contextRef="#ctx0" brushRef="#br0" timeOffset="7832.52">23315 4365 119 0,'21'-16'59'0,"22"47"-90"0,-33-15 120 16,4 25-96-16,4 31 1 15,-4 3-4-15,-7 13 0 16,0 0 8-16,-14 3 0 15,4 3-15-15,6-28 1 16,8-4-8-16,3-21 1 16,7-16 1-16,0-19 1 15</inkml:trace>
  <inkml:trace contextRef="#ctx0" brushRef="#br0" timeOffset="8114.75">23583 4001 113 0,'28'-63'56'0,"-10"26"-88"15,-4 27 123-15,18 10-91 16,17 10 1-16,11 30-1 16,11 29 0-16,-4 10 0 15,3 18 0-15,-17 28 0 16,-17 1 1-16,-22-1 0 15,-18-6 0-15,-24 10-1 16,-14-16 1-16,-15-10-9 16,-10-5 0-16,-3-17-1 0,17-18 0 15</inkml:trace>
  <inkml:trace contextRef="#ctx0" brushRef="#br0" timeOffset="9858.79">24243 4816 89 0,'-49'-3'44'0,"73"-3"-35"0,-6 0 44 0,24-7-52 16,29 0 1-16,24-30 0 15,32-5 1-15,11 1-4 16,6 0 0-16,4 0 1 16,4 0 1-16,-25 0-11 15,-21 7 1-15,-21 5-1 16,-25-9 1-16</inkml:trace>
  <inkml:trace contextRef="#ctx0" brushRef="#br0" timeOffset="10055.04">24723 3913 98 0,'-85'-3'49'0,"50"-3"-51"15,35 15 67-15,7 32-62 16,14 12 0-16,7 19 0 16,7 19 0-16,11 35-5 15,7 8 0-15,0 1-2 16,11-9 0-16,3-10-20 0,-7-16 1 15,0-28-1-15,0-28 1 16</inkml:trace>
  <inkml:trace contextRef="#ctx0" brushRef="#br0" timeOffset="10287.91">25425 3813 104 0,'-21'-69'52'0,"35"72"-75"0,-4 9 100 0,8 14-77 15,14 17 1-15,-1 42-1 16,12 19 1-16,-1 12-6 16,-3 28 1-16,-4-3-19 15,-3-3 0-15,-7-25-1 16,-4-22 1-16</inkml:trace>
  <inkml:trace contextRef="#ctx0" brushRef="#br0" timeOffset="10505.37">26014 3819 109 0,'-18'-34'54'0,"29"77"-80"0,-4-24 109 16,3 50-83-16,5 25 0 15,6 13-1-15,7 37 1 16,7-3-6-16,11 0 0 16,7-3-1-16,-4-25 1 15</inkml:trace>
  <inkml:trace contextRef="#ctx0" brushRef="#br0" timeOffset="10843.2">26748 4070 101 0,'-71'-88'50'0,"-10"63"-49"15,70 22 56-15,-13 12-57 16,-5 23 0-16,8 15 0 16,11 6 0-16,10 7 0 15,14 5 0-15,21 1-1 16,18 6 1-16,7-12 0 16,7-22 0-16,-4-13 0 15,1-16 1-15,-8-9 0 16,-3-16 0-16,-17-2 0 15,-12-8 0-15,-10-5-3 0,-14-3 0 16,-10-20-18-16,-8 4 0 16,-10-6-1-16,-11-7 1 15</inkml:trace>
  <inkml:trace contextRef="#ctx0" brushRef="#br0" timeOffset="11074.18">26839 3800 98 0,'14'-53'49'0,"18"28"-63"0,-14 12 86 0,7-9-72 16,20 13 0-16,12 9 0 15,20 3 1-15,15 16-2 16,3 15 1-16,8 17 0 16,-8 30 0-16,-7 16 0 15,-14 4 0-15,-21-1 0 16,-18 7 0-16,-17-4 0 15,-18-9 1-15,-18-19-5 16,-13-6 0-16,-8-12-1 16,-7-4 1-16</inkml:trace>
  <inkml:trace contextRef="#ctx0" brushRef="#br0" timeOffset="11318.82">28392 3998 113 0,'81'-72'56'0,"46"40"-69"0,-85 29 73 15,14-3-80-15,8 6 0 16,3-3 0-16,-7-10 1 0</inkml:trace>
  <inkml:trace contextRef="#ctx0" brushRef="#br0" timeOffset="11487.95">28564 3600 98 0,'-109'6'49'0,"46"-25"-52"15,52 28 63-15,4 1-60 16,3 12 1-16,11 9 0 15,15 13 0-15,6 22-2 16,18 22 1-16,0-1-1 16,10 1 0-16,8 3-11 15,-1-9 1-15,4-4 0 16,0-12 0-16</inkml:trace>
  <inkml:trace contextRef="#ctx0" brushRef="#br0" timeOffset="11739.45">29404 3753 104 0,'0'-37'52'0,"-3"8"-64"0,3 29 78 15,10 0-66-15,11 10 0 16,11 9 0-16,10 15 0 15,4 10 0-15,4 28 0 16,-1 16-1-16,0 0 1 0,1 3-2 16,-1 12 1-16,-3-3-8 15,3 1 0 1,-6-17 0-16,-1-18 0 0</inkml:trace>
  <inkml:trace contextRef="#ctx0" brushRef="#br0" timeOffset="12013.25">30145 3879 104 0,'0'3'52'0,"10"-66"-59"16,-6 54 72-16,7 9-65 15,6 6 0-15,1 3 0 16,3 16 0-16,4 26 0 15,3 21 0-15,0 3-1 0,4 10 1 16,0 12-5-16,3 9 1 16,-3-2-10-16,-1-10 1 15,1-19 0 1,0-15 0-16</inkml:trace>
  <inkml:trace contextRef="#ctx0" brushRef="#br0" timeOffset="12381.53">30723 3562 80 0,'-21'-44'40'0,"-7"-69"-29"16,25 94 51-16,-1-3-58 15,0 0 0-15,12-9 0 16,13 0 1-16,14 2-7 16,11 17 0-16,14 9 4 15,10 25 1-15,15 22-3 16,3 37 0-16,0 4 0 15,1 9 0-15,-8 12-1 16,-14 11 1-16,-21-8 0 0,-15-5 0 16,-27-7 0-16,-25-6 0 15,-25-3-4-15,-21 6 1 16,-14-6-21-16,-15-1 0 16,-6-14 0-16,10-14 0 15</inkml:trace>
  <inkml:trace contextRef="#ctx0" brushRef="#br0" timeOffset="12951.89">28794 3741 98 0,'-4'-69'49'0,"-10"-32"-65"0,14 82 95 0,0 4-79 16,7 21 1-16,7 19-1 15,18 22 1-15,7 16-2 16,14 44 1-16,14 21 0 15,-4 7 0-15,4 25-10 16,-7-3 1-16,0-13-1 16,-10-12 1-16</inkml:trace>
  <inkml:trace contextRef="#ctx0" brushRef="#br0" timeOffset="13401.48">31609 2947 88 0,'0'-100'44'0,"18"37"-36"0,-8 51 51 0,8-1-58 16,10 4 1-16,21 9 1 15,15 9 1-15,21 44-4 16,17 45 0-16,11 43 3 16,3 44 0-16,-3 59-2 15,-18 7 1-15,-24 19-9 16,-43-13 1-16,-39 10-2 16,-52-17 1-16</inkml:trace>
  <inkml:trace contextRef="#ctx0" brushRef="#br0" timeOffset="15974.99">18810 3741 58 0,'-18'-54'29'0,"4"-59"-12"16,11 82 29-16,-4-10-40 0,0 4 0 15,-4 8 3-15,4 11 1 16,-4 14-13-16,-3 39 1 15,-3 18 7-15,-1 32 1 16,-7 31-4-16,-3 28 1 16,-4 0-2-16,11 7 0 15,-3-10-1-15,6-19 1 16,0-21-1-16,8-20 1 16,-8-18-1-16,11-16 1 0,0-19-1 15,3-15 1-15,-3-13-1 16,4-25 1-16,3-25-1 15,14-7 1-15,4-6-1 16,6-9 0-16,1-22 0 16,0-9 1-16,-4-1 0 15,0 13 0-15,-7-15 0 16,-3 27 0-16,-1-21 0 16,-3 22 0-16,0 12 0 15,0 25 0-15,-10 28-1 16,3-2 0-16,-14 49 0 15,-4 10 0-15,-21 19 0 16,11-16 0-16,-21 69-1 16,-1 0 1-16,-3-16 0 15,8 7 1-15,6-4-1 16,7-12 0-16,4-9 0 16,3-19 0-16,7-13 0 15,4-19 1-15,7-18-1 0,7-23 0 16,14-24 0-16,15-16 1 15,9-16-1-15,22-41 0 32,50-81 0-32,-18 22 1 15,-18 25-2-15,-18 21 1 16,-14 33 0-16,-13 21 0 16,-15 22 0-16,-14 38 0 15,-7 31 0-15,-4 19 0 16,-10 12 0-16,-4 38 1 0,1 13-1 15,-1 6 0-15,0 0-1 16,11 21 0-16,7-11-10 16,7-7 0-16,7-25-1 15,4-19 1-15</inkml:trace>
  <inkml:trace contextRef="#ctx0" brushRef="#br0" timeOffset="16827.89">22680 3154 88 0,'-25'-47'44'0,"-6"-22"-47"0,24 60 55 0,0-1-52 16,-4 20 0-16,-7 12 0 15,-10 19 0-15,-11 18 0 16,-10 26 0-16,-4 25 0 15,7-1 0-15,4-2 1 16,6 3 0-16,8-7 0 16,4 1 0-16,6-20 0 15,4-8 1-15,0-14-1 16,3-12 0-16,4-6 0 16,0-15 0-16,4-14 0 15,-1-5 0-15,4-29 0 16,4-13 0-16,3-24 0 0,3-7 0 15,8-15 0-15,3 3 0 16,4-19-1-16,6-4 1 16,-6 7-1-16,0 10 1 15,-1 9-1-15,-2 3 1 16,-5 12 0-16,4 13 0 16,-10 7-1-16,0 12 1 15,-1 9-1-15,1 22 0 16,-11 7 0-16,-11 46 0 15,1 4 0-15,-1 19 0 0,-10-4 0 16,-4 4 0-16,0-10 0 16,1 16 0-16,-1-13 0 15,4-3 1-15,3-16-1 16,4-5 0-16,4-17 0 16,3-12 1-16,-1-13-1 15,5-15 1-15,-1-13-1 16,8-18 0-16,-1-4 0 15,8-6 0-15,14-16-13 16,10-15 0-16,14-13 0 16,-6-25 0-16</inkml:trace>
  <inkml:trace contextRef="#ctx0" brushRef="#br0" timeOffset="17622.11">18736 6042 86 0,'-25'-25'43'0,"-10"69"-41"16,21-16 44-16,-4 48-46 16,1 40 0-16,6 53-16 15,8 29 0-15,17 30 16 16,10-24 0-16</inkml:trace>
  <inkml:trace contextRef="#ctx0" brushRef="#br0" timeOffset="18295.41">12478 12304 94 0,'-39'-12'47'0,"81"-7"-46"0,-13 7 48 0,13-13-48 16,28-13 1-16,36-3-1 15,14-6 1-15,21-6-9 16,11 9 0-16,-7-3 2 15,-15 9 0-15</inkml:trace>
  <inkml:trace contextRef="#ctx0" brushRef="#br0" timeOffset="18466.55">12905 12765 96 0,'28'-9'48'0,"180"-41"-60"16,-130 28 59-16,56-19-69 16,63-31 0-16,33-22 0 15,34-16 0-15</inkml:trace>
  <inkml:trace contextRef="#ctx0" brushRef="#br0" timeOffset="18837.18">18161 10260 113 0,'-42'-53'56'0,"-4"78"-77"16,39 0 97-16,-11 22-77 16,0 28 1-16,1 47 0 15,-4 20 0-15,3 36 0 16,4 10 0-16,-4 7-4 15,4-1 1-15,11-28-11 16,3-21 1-16,10-32-1 16,1-35 1-16</inkml:trace>
  <inkml:trace contextRef="#ctx0" brushRef="#br0" timeOffset="19145.15">18771 10696 111 0,'-67'-25'55'0,"25"94"-72"0,31-50 85 0,4 9-71 16,4 16 1-16,-1 9-1 16,8 10 0-16,6 18 4 15,8 4 0-15,7-13-3 16,13-9 1-16,8-16 2 15,14-6 0-15,0-13 1 16,4-16 0-16,-8-12 1 16,-6-15 0-16,-12-20 0 15,-9-12 0-15,-12-9-4 16,-20-4 1-16,-15-3-10 16,-24-3 0-16,-22-2 0 15,-13 2 0-15</inkml:trace>
  <inkml:trace contextRef="#ctx0" brushRef="#br0" timeOffset="19426.95">19304 10247 110 0,'-32'-43'55'0,"4"-1"-65"0,28 44 76 15,7 3-67-15,7 9 0 16,21 10 0-16,15 10 0 16,13 8 1-16,15 17 0 15,-7 12 0-15,-8 31 0 16,-10-3 0-16,-21 13 1 0,-18 6 0 16,-25 13 0-16,-35-7-2 15,-24-9 1-15,-18-16-10 16,-15-9 1-16,-6-19-2 15,0-16 1-15</inkml:trace>
  <inkml:trace contextRef="#ctx0" brushRef="#br0" timeOffset="19698.86">17868 12072 106 0,'-109'0'53'0,"119"13"-64"16,19-13 71-16,27 0-60 15,39-6 1-15,32-10 0 0,21-9 0 16,22-6-1-16,17 2 0 16,-14-15 1-16,0 1 0 15,-4 8-1-15,-21 7 0 16,-17 6-1-16,-19 3 1 15,-16 3-9-15,-15 7 1 16,-14 3-1-16,-25 3 1 16</inkml:trace>
  <inkml:trace contextRef="#ctx0" brushRef="#br0" timeOffset="20191.09">15169 10247 104 0,'-81'-56'52'0,"67"53"-59"0,18 12 68 16,10 16-62-16,18 16 1 0,6 25-1 16,8 47 1-16,0 9 0 15,-4 26 0-15,-3 30-5 16,-3 4 1-16,-1-19-11 15,0 0 1-15,-10-19 0 16,-15-15 0-16</inkml:trace>
  <inkml:trace contextRef="#ctx0" brushRef="#br0" timeOffset="20364.09">14531 12264 101 0,'35'-38'50'0,"127"-65"-64"16,-105 65 81-16,45-15-68 16,29-10 1-16,24-6-12 15,18 13 1-15,0 8 11 16,-11 11 0-16</inkml:trace>
  <inkml:trace contextRef="#ctx0" brushRef="#br0" timeOffset="20598.34">14549 12671 110 0,'42'-65'55'0,"166"-51"-64"0,-127 72 74 0,46-10-66 15,28-2 1-15,29-1-7 16,10 1 1-16,7 6-2 16,-11 0 0-16,-27 9-4 15,-29 9 1-15</inkml:trace>
  <inkml:trace contextRef="#ctx0" brushRef="#br0" timeOffset="20891.71">14810 12518 104 0,'-36'3'52'0,"50"47"-64"16,1-22 74-16,9 22-63 0,15 35 1 15,7 22 0-15,10 21 0 16,1 32 0-16,-15 3 1 15,-17 10 0-15,-18 2 1 16,-21-5 1-16,-25-17 0 16,-10 7-1-16,-22-12 1 15,-31-20-2-15,-11-18 1 16,3-19-9-16,1-32 0 16,-7-33-2-16,17-33 1 15</inkml:trace>
  <inkml:trace contextRef="#ctx0" brushRef="#br0" timeOffset="21388.6">16168 12750 111 0,'-46'19'55'0,"-49"68"-63"16,74-65 71-16,-11 0-64 15,-3-3 1-15,-15-9-2 16,1-10 1-16,-4-10 1 16,3-9 0-16,12-6-2 15,9 0 1-15,15-6 0 16,11-1 0-16,13 4 1 16,19 6 0-16,9 7 0 15,15 8 0-15,7 17 1 0,11 2 0 16,6 16-1-16,-6 13 0 15,-4 13 0-15,-14-4 0 16,-18 3-1-16,-17 3 1 16,-25 4-1-16,-21-4 0 15,-18 1-2-15,-21 9 1 16,-25 0-3-16,-17-1 0 16,6-2 0-16,5-6 1 15,13-13 0-15,14-4 1 0,22-11 3 16,17-1 0-16,18-9 4 15,25-7 0-15,27-2 1 16,33-4 1-16,14 16-1 16,13-7 0-16,15 7-2 15,14 13 1-15,-3-1-3 16,-1 1 0-16,4-4-12 16,4-9 0-16,-15-16-1 15,-10-24 1-15</inkml:trace>
  <inkml:trace contextRef="#ctx0" brushRef="#br0" timeOffset="21810.36">17272 9724 105 0,'-4'-166'52'0,"-77"53"-64"0,67 94 74 16,-10-3-65-16,-5 12 1 15,-9 10-3-15,-19 13 1 16,-6 25 5-16,-12 37 0 16,5 28-3-16,6 51 1 0,11 40 1 15,18 54 1-15,11 44 1 16,16 21 1-16,19 29 0 15,10 3 0-15,4-16 0 16,7-24 0-16,6-45-1 16,-9-28 0-16,-8-28-1 15,-3-38 0-15,-8-28 0 16,-6-35 0-16,-1-21-1 16,4-19 1-16,11-19-1 15,17-19 1-15,25-22-3 16,35-19 0-16,29-15-16 15,35-29 1-15,31-12-1 16,4-35 1-16</inkml:trace>
  <inkml:trace contextRef="#ctx0" brushRef="#br0" timeOffset="24068.01">19318 10733 63 0,'-32'-25'31'0,"8"-6"-31"16,20 25 33-16,1-4-32 0,-1-2 0 16,4-7 7-16,0 0 0 15,0-3-6-15,0 0 1 16,0 3 5-16,-3 10 1 16,-5 9-1-16,1 9 1 15,-3 13-4-15,3 19 0 16,3 6-3-16,4 3 0 15,4 4-2-15,10-14 0 16,4-2-1-16,6-13 1 0,4-9-1 16,4-10 1-16,0-9 0 15,-4-10 0-15,-10-12 1 16,-11 0 0-16,-11-16 0 16,-13 1 1-16,-11-4-1 15,-1 6 1-15,-10 10-4 16,1 9 0-16,2 7-21 15,12 5 0-15,13 1-1 16,15-3 1-16</inkml:trace>
  <inkml:trace contextRef="#ctx0" brushRef="#br0" timeOffset="24281.86">20348 10853 104 0,'-14'-32'52'0,"42"10"-79"0,-6 13 104 16,16-7-79-16,19-6 1 16,6 0-17-16,4-9 1 15,4 0 18-15,-11-1 0 16</inkml:trace>
  <inkml:trace contextRef="#ctx0" brushRef="#br0" timeOffset="24485.8">20338 10307 99 0,'-64'-13'49'0,"50"57"-54"0,18-25 64 0,3 9-59 15,7 19 1-15,3 19-1 16,12 10 1-16,6-1-2 16,7 3 1-16,15-3-6 15,6-6 1-15,8-6-1 16,-1-16 1-16</inkml:trace>
  <inkml:trace contextRef="#ctx0" brushRef="#br0" timeOffset="24751.58">21438 9893 110 0,'-35'-28'55'0,"24"44"-65"0,11-4 74 16,8 7-64-16,2 22 0 15,8 34-1-15,-1 19 1 16,-6 31 0-16,-4 32 0 16,-7 9-2-16,-4 16 0 15,1-16-8-15,-4-15 1 16,-4-29-1-16,8-18 1 0</inkml:trace>
  <inkml:trace contextRef="#ctx0" brushRef="#br0" timeOffset="25480.2">22020 10401 83 0,'0'-19'41'0,"-14"-47"-29"15,18 57 43-15,-1 0-53 16,4-1 0-16,4 4 1 0,0 9 1 16,-1 3-4-16,-3 13 0 15,0 6 3-15,-7 19 0 16,0 16-1-16,-3 12 1 15,6 3-4-15,4 7 1 16,7-10-13-16,4-10 0 16,-4-8-1-16,0-17 0 15</inkml:trace>
  <inkml:trace contextRef="#ctx0" brushRef="#br0" timeOffset="26086.11">22634 10332 88 0,'-3'-47'44'0,"-8"16"-41"0,8 21 59 0,-4 1-60 15,-11 9 0-15,-3 0 1 16,-8 12 0-16,1 7-4 15,4-3 0-15,-15 18 2 16,7 7 1-16,7 0-2 16,15 6 0-16,10-6 0 15,10 12 0-15,8-28 0 16,10-9 0-16,4-10 0 16,0-6 0-16,-1-6 0 15,-2 0 1-15,-8-7-1 16,-7-12 1-16,-11 0-4 15,-6 0 1-15,-8-3-16 16,-6-4 1-16,-1-2-1 16,0 2 0-16</inkml:trace>
  <inkml:trace contextRef="#ctx0" brushRef="#br0" timeOffset="26412.08">22740 9993 85 0,'-46'-28'42'0,"36"16"-43"0,10 12 66 15,0-7-63-15,7 7 1 0,7 4 1 16,7 2 1-16,7 3-6 15,11 13 1-15,7 16 3 16,7 12 0-16,10 16-2 16,-6 3 1-16,-8 9-1 15,-10 7 0-15,-14 12-1 16,-18-6 0-16,-14-9-1 16,-18 2 1-16,-14-24-10 15,-14-4 0-15,-17-9-1 16,-8-15 1-16</inkml:trace>
  <inkml:trace contextRef="#ctx0" brushRef="#br0" timeOffset="30972.51">18944 10887 64 0,'-39'-16'32'0,"-21"20"-23"0,46-11 22 15,-3 4-28-15,-8-3 0 16,0 0 2-16,-3-1 0 0,-4 1-7 16,4-3 1-16,-4 2 4 15,4 7 0-15,3 0-2 16,1-6 1-16,-1 3-2 15,7 0 1-15,8-3-10 16,6 6 0-16,11-7 0 16,7 1 0-16</inkml:trace>
  <inkml:trace contextRef="#ctx0" brushRef="#br0" timeOffset="35060.06">22151 10360 84 0,'-21'-15'42'0,"10"-7"-43"16,8 12 42-16,-4 7-41 16,-4 3 0-16,0 6 2 15,1 7 1-15,-4 6-3 16,0 12 1-16,-1 19 2 16,8 13 0-16,0 9 0 15,7 3 1-15,4-6-2 16,3 0 1-16,4-12-2 15,6-13 1-15,8-10-2 16,3-15 1-16,4-16-1 16,3-12 1-16,4-19 0 0,-4-4 1 15,-7-12 0-15,-10-6 0 16,-7-3 0-16,-8 3 0 16,-10-1 0-16,-7 8 0 15,-4 8-5-15,-3 1 0 16,0 8-14-16,0 5 0 15,3 2-1-15,1 0 1 16</inkml:trace>
  <inkml:trace contextRef="#ctx0" brushRef="#br0" timeOffset="35997.01">22380 10351 99 0,'14'3'49'0,"-3"-19"-64"0,-4 16 82 0,4-9-67 15,-1 3 0-15,4 3 0 16,-3 6 0-16,3 9 0 16,-3 13 1-16,-4 16 0 15,3 22 1-15,-6 18 0 16,-4 13 0-16,0 4 0 16,0-4 1-16,0-3-1 15,0-10 0-15,3-9-2 16,1-28 1-16,3-16-2 15,0-18 1-15,0-20-1 16,0-18 1-16,0-16-1 16,-7-25 1-16,0-12 0 0,-4-7 0 15,1 0 0-15,-1 3 1 16,4 13-1-16,0 6 1 16,0 7 0-16,4 9 0 15,-1 9 1-15,-3 10 0 16,0 6 0-16,0 12 1 15,-3 13-1-15,-1 19 1 16,-3 18-1-16,0 26 0 16,-3 25-2-16,-1 12 1 15,1 10-1-15,3 0 0 0,-1 3 0 16,5-13 0-16,3-15 0 16,0-23 0-16,0-11 0 15,0-17 0-15,0-18-1 16,-4-29 1-16,1-15 0 15,3-16 0-15,-4-15-1 16,-3-14 1-16,0-2 0 16,-7-3 0-16,11 6 0 15,-4 9 0-15,3-3 0 16,4 13 0-16,0 9 0 16,0 3 1-16,4 7-1 15,-4 8 0-15,0 5 0 16,0 5 0-16,0 6 0 15,0 17 0-15,3 15 0 16,-3 25 0-16,7 22 0 16,0 3 0-16,4 9 0 15,-1 1 1-15,1-7-1 0,-4-9 0 16,0-3-1-16,4-23 1 16,-1-14 0-16,1-17 0 15,-1-18-1-15,-3-13 1 16,0-16 0-16,-3-15 0 15,-4-13 0-15,0-9 0 16,-4-1 0-16,4 7 0 16,-3 7 0-16,-1 8 0 15,1 4 0-15,3 9 0 0,0 10 0 16,0 9 0-16,0 0 0 16,-4 10 1-16,-3 5-1 15,4 29 1-15,-4 16-1 16,3 28 0-16,1 9 0 15,3 10 0-15,3 12 0 16,8-6 0-16,3-7-6 16,4-2 1-16,3-26-1 15,-4-18 1-15</inkml:trace>
  <inkml:trace contextRef="#ctx0" brushRef="#br0" timeOffset="36475.5">23058 9507 111 0,'-46'-6'55'0,"25"22"-57"0,21-13 60 0,7 9-59 16,7-2 1-16,14 2-1 15,11 1 1-15,17 9 0 16,15 12 0-16,6 4 0 15,1 15 0-15,-4 7 0 16,4 25 0-16,-8 21 0 16,-6 10 1-16,-15 10 0 15,-14 2 0-15,-17 4 1 16,-18-7 0-16,-14-9-1 16,-7-3 1-16,-15 0-1 15,-9-9 1-15,-19-17-2 16,-14-8 0-16,-10-4-3 15,-11-6 1-15,1-12-8 16,2-10 0-16,12-13 0 16,20-15 1-16</inkml:trace>
  <inkml:trace contextRef="#ctx0" brushRef="#br0" timeOffset="37572.46">12880 15036 113 0,'-78'97'56'0,"47"-28"-60"0,38-53 57 15,14 6-54-15,21 0 1 16,29 3-1-16,35-3 1 16,42-4 0-16,46-2 0 15,49-3 0-15,43-1 0 16,35-6-1-16,35-2 1 16,36 2 0-16,24 3 0 0,25-9 0 15,35-12 0-15,18-7 0 16,28-16 0-16,11-21 1 15,24-26 0-15,15-18 0 16,6-22 1-16,8-29-1 16,0-15 0-16,-15-13 0 15,-10-12 0-15,-11-10-1 16,-20-18 1-16,-26-7-1 16,-21-19 1-16,-24-9-2 15,-36-12 0-15,-38 6 0 16,-43-4 0-16,-56 13-1 15,-50 1 1-15,-63 11 0 16,-53 10 0-16,-57 0 2 16,-56 7 0-16,-49-7 1 15,-50 12 0-15,-42 1 0 16,-49-3 0-16,-43 8-1 16,-42 1 1-16,-46 7-2 15,-32 24 0-15,-38 19 0 0,-29 34 0 16,-39 14 0-16,-27 14 0 15,-26 26-1-15,-31 3 0 16,-14 19 1-16,-18 6 0 16,-7 10-1-16,-4 12 0 15,-3 12 0-15,0 13 0 16,3 23 0-16,4 21 0 0,4 15 0 16,-1 29 1-16,4 41 0 15,8 25 0-15,9 25 0 16,22 28 0-16,25 19-1 15,34 12 1-15,26 13-1 16,52-6 1-16,50-13-1 16,49 3 0-1,-14 142 0 1,110-45 1-16,80-18 1 16,75-10 0-16,53-9 0 15,63 0 1-15,53 0 0 16,53-10 1-16,49-21-2 15,50-26 0-15,42-34-4 16,49-34 1-16,43-41-25 16,60-60 1-16</inkml:trace>
  <inkml:trace contextRef="#ctx0" brushRef="#br0" timeOffset="40816.05">12704 8190 71 0,'35'-12'35'0,"42"6"-29"0,-41 2 35 0,10 4-39 16,17 0 0-16,18 0 1 16,18 0 0-16,21 0-4 15,18 4 1-15,34-1 2 16,8 0 0-16,21 0-1 15,25-9 1-15,11-4-1 16,27-5 0-16,22 2 0 16,14-12 0-16,14-3-1 15,21-13 0-15,14-6 0 16,14 3 1-16,18 3-1 16,0 0 0-16,15-2 1 15,16-1 0-15,15-3 0 16,14 3 0-16,4-10 0 0,24-5 1 15,14-13-1-15,11-7 1 16,7 4-2-16,10 0 1 16,1 0 0-16,0-1 0 15,-1-5-1-15,4-4 1 16,0 0 0-16,0 1 0 16,-3 2 1-16,3 13 1 15,-4-12-2-15,-3-4 1 16,0-9-1-16,-10 3 1 15,-8-9-2-15,-7 15 1 16,-24-3-1-16,-29 0 0 0,-27-3 0 16,-37 7 0-16,-23 2 0 15,-36 1 0-15,-22 2 0 16,-20-15 0-16,-25-9 0 16,-18-7 0-16,-10-12 0 15,-29-7 0-15,-17-12 0 16,-18 3 0-16,-21-16 0 15,-17-2 0-15,-19 5 0 16,-17 7 0-16,-17-13 0 16,-15 0 1-16,-10 16 0 15,-7-19 1-15,-4 16-1 16,-11 15 0-16,-6 1 0 16,-22 12 1-16,-21 3-2 15,-28 3 1-15,-21 0-1 16,-46 16 0-16,-25 3-1 15,-45 10 1-15,-33-1-1 0,-34 4 1 16,-33-4 0-16,-34-15 0 31,-375-34 0-31,96 30 0 16,59 29 0-16,15 22 1 16,7 19-1-16,-7 9 1 15,-8 9-1-15,-6 22 1 16,-8 1-1-16,-10 9 0 15,7 6 0-15,-14 9 0 16,4 13-1-16,-1 13 1 16,8 3 0-16,3-1 0 15,3 10-1-15,11 10 1 0,25 15 0 16,11 10 0-16,24 3-1 16,14-4 1-16,18 10-1 15,21 25 1-15,0-15-1 16,21-1 1-16,7 10-1 15,29 16 0-15,10-26 0 16,21 7 1 0,-169 97 0-1,123-38 0-15,75-41 0 16,45 4 0-16,46-19 0 16,32-13 0-16,14-6 0 15,14-3 0-15,18 13 0 16,18-4 1-16,10 0-1 15,3 4 0-15,8 8 0 16,10 1 1-16,4 6-1 16,13 19 0-16,1 3 0 0,25-9 1 15,13 3-1-15,26 0 1 16,24-16-1-16,38-10 1 16,47-2 0-16,56-1 0 15,57-8 0-15,63 2 0 16,42-19-2-16,32-15 1 15,15 0-24-15,2 0 0 16,-13-3-1-16,-60-7 1 16</inkml:trace>
  <inkml:trace contextRef="#ctx0" brushRef="#br0" timeOffset="41430.12">15505 4437 107 0,'-15'3'53'0,"68"-88"-52"15,-3 51 54-15,42-51-56 16,73-25 1-16,61-31-16 15,49-34 0-15,46 2 16 16,18-18 1-16</inkml:trace>
  <inkml:trace contextRef="#ctx0" brushRef="#br0" timeOffset="41824.3">21258 2878 111 0,'7'-103'55'0,"75"-35"-66"16,-33 72 75-16,57-31-69 15,56-29 1-15,71-49-20 16,56-26 1-16,53-40 25 16,11 12 1-16</inkml:trace>
  <inkml:trace contextRef="#ctx0" brushRef="#br0" timeOffset="42326.51">27425 1900 98 0,'109'-179'49'0,"195"-34"-50"0,-174 116 50 16,75-29-49-16,70-43 0 15</inkml:trace>
  <inkml:trace contextRef="#ctx0" brushRef="#br0" timeOffset="42798.4">24589 2562 110 0,'7'-73'55'0,"63"-181"-57"0,-24 179 55 15,187-173-98 1,17 23 0-16,1 11-1 15,-15 17 1-15</inkml:trace>
  <inkml:trace contextRef="#ctx0" brushRef="#br0" timeOffset="45563.61">18486 12584 87 0,'-103'-13'43'0,"8"-6"-40"15,77 16 43-15,4 0-43 16,7 0 0-16,11-3 0 16,20-1 0-16,33-18-5 15,35-9 1-15,52-16 4 16,40-10 1-16,56-12-2 16,35-3 1-16,25-4-1 15,24 4 1-15,15-3-1 16,-8 2 1-16,-10 14-2 15,-31 11 0-15,-47 4-1 0,-35 10 1 16,-42 2-1-16,-32 10 0 16,-35 3 0-16,-36 6 0 15,-38 10 0-15,-39 6 1 16,-42 6-1-16,-64 13 0 16,-53 6 0-16,-57 19 1 15,-55 10-2-15,-36 8 1 16,-14 7 0-16,-18 3 0 15,14 1 0-15,29 2 0 16,34 3 0-16,33-3 1 0,38-12 0 16,47-10 0-16,38-9 0 15,28-12 0-15,25-10-1 16,28-10 1-16,32-12-1 16,35-15 0-16,39-20 0 15,43-15 0-15,48-3 1 16,65-13 0-16,34-3 1 15,43 3 1-15,35 13-1 16,18-4 1-16,-7 16-1 16,-25 10 0-16,-32 9-1 15,-53-3 0-15,-31 6-1 16,-43 0 0-16,-38 7 0 16,-29-1 0-16,-31 1 0 15,-40 2 1-15,-34 4-1 16,-43 6 0-16,-57 16 0 15,-34 12 1-15,-57 10-2 0,-43 5 1 16,-24 8-1-16,-25 5 1 16,11 10 0-1,-18 3 0-15,25 12-1 0,11-15 1 16,27-3 0-16,40-13 0 16,34-12 0-16,26-10 1 15,41 0-1-15,44-12 0 16,34-10 0-16,43-15 0 15,52-10 0-15,47-28 0 16,49-3-1-16,35-4 1 0,35-5 0 16,8 2 0-16,3 4-1 15,-11 9 0-15,-7 7 1 16,-42 2 0-16,-31 10-1 16,-29 3 1-16,-32 10-1 15,-24-1 0-15,-18 4 1 16,-22-1 0-16,-13 7-10 15,-7 3 1-15,-8 0-1 16,-3-3 1-16</inkml:trace>
  <inkml:trace contextRef="#ctx0" brushRef="#br0" timeOffset="48620.28">5620 14587 95 0,'0'0'47'0,"-28"-91"-41"0,28 76 48 15,0 2-52-15,0-2 1 0,7 5 0 16,-4 10 0-16,8 13-4 15,-4 37 0-15,3 28 2 16,1 29 1-16,0 25-7 16,6 21 1-16,1 10-20 15,6 13 0-15,1-35 0 16,-14-25 0-16</inkml:trace>
  <inkml:trace contextRef="#ctx0" brushRef="#br0" timeOffset="48802.54">5122 16042 112 0,'0'4'56'0,"113"-33"-88"0,-60 17 114 16,39-10-83-16,38-13 1 15,22-12-22-15,24 6 1 16,-6 7 6-16,-22 12 1 15,-25 25-11-15,-27 22 0 16</inkml:trace>
  <inkml:trace contextRef="#ctx0" brushRef="#br0" timeOffset="49048.57">4992 16466 107 0,'-11'3'53'0,"61"-35"-83"0,-12 11 113 0,33-14-83 15,38-18 0-15,47-10 0 16,13 7 0-16,4-4-5 16,7 13 1-16,-29 12-7 15,-24 20 0-15,-28 21-1 16,-28 16 1-16</inkml:trace>
  <inkml:trace contextRef="#ctx0" brushRef="#br0" timeOffset="49350.08">5341 16368 108 0,'-7'13'54'0,"67"43"-69"16,-25-34 82-16,1 19-67 0,16 16 0 15,5 21-1-15,-8 7 0 16,-10 6 0-16,-21 6 1 16,-18 16-1-16,-21 0 1 0,-29-10 0 15,-6 1 0-15,-18-7 0 16,-22-13 1-16,5-5-1 15,10-23 1-15,-4-18-7 16,21-26 1-16,15-27-17 16,21-29 1-16,28-41-1 15,24-25 0-15</inkml:trace>
  <inkml:trace contextRef="#ctx0" brushRef="#br0" timeOffset="49823.93">6107 16469 80 0,'-71'19'40'0,"-7"-35"-49"16,57 10 70-16,-3-4-54 15,2-2 0-15,-2-1 3 0,10-2 0 16,3-4-13-16,18-6 1 15,0 3 8-15,14 0 1 16,15 3-4-16,-1 0 0 16,14 3-1-16,11 4 1 15,0-1-3-15,7 7 1 16,-3 0-1-16,-8 6 1 16,-10 3-1-16,-11 9 0 15,-10 4 0-15,-18 12 0 16,-14 7-1-16,-18 2 1 0,-14 14 0 15,-6-1 0-15,-1-3-1 16,7 0 1-16,11-3-1 16,10 6 1-16,18 3 0 15,25 1 1-15,21-1-1 16,14-3 0-16,0 10 0 16,0 2 1-16,-11-2-1 15,-14-4 1-15,-17 4-2 16,-25 0 0-16,-32-7-4 15,-24-3 1-15,-26-15-9 16,-9-7 1-16,-8-16-1 16,3-9 1-16</inkml:trace>
  <inkml:trace contextRef="#ctx0" brushRef="#br0" timeOffset="51386.48">5652 13625 97 0,'-191'-22'48'0,"-21"88"-57"0,149-23 65 15,-22 48-57-15,-31 38 1 16,-8 47-1-16,4 49 1 16,4 67 0-16,28 75 0 15,35 62-2-15,35 58 0 16,60 14 0-16,54-40 1 15,24-59-1-15,31-57 0 16,26-48 1-16,6-49 0 0,15-66 2 16,6-66 1-16,1-72 0 15,0-72 1-15,-4-73-1 16,0-65 1-16,-25-41 0 16,-28-37 0-16,-24-35-1 15,-18-29 0-15,-36-30 1 16,-20-20 1-16,-33 1 0 15,-20 15 0-15,-33 47-1 16,-27 29 1-16,-29 33-3 16,-31 45 1-16,-22 28-7 15,0 38 1-15,-13 31-16 16,20 16 1-16,8 22-1 16,13 31 1-16</inkml:trace>
  <inkml:trace contextRef="#ctx0" brushRef="#br0" timeOffset="52105.23">7613 15657 100 0,'-28'-3'50'0,"67"-10"-69"0,-18 0 84 0,25-5-65 16,24-4 0-16,18-7 0 15,22 1 0-15,-4 0-6 16,10 3 0-16,-7 6-13 16,-17 0 0-16,-18 4-1 15,-17-7 1-15</inkml:trace>
  <inkml:trace contextRef="#ctx0" brushRef="#br0" timeOffset="52297.58">7920 15080 106 0,'-32'31'53'0,"-14"16"-79"0,46-25 104 15,7 16-78-15,14 12 0 16,18 19 0-16,11 25 0 16,13 16-4-16,11 3 0 15,11 3-14-15,3 0 0 16,0-16 0-16,-17-22 1 15</inkml:trace>
  <inkml:trace contextRef="#ctx0" brushRef="#br0" timeOffset="52737.5">9832 13506 113 0,'-46'-132'56'0,"-116"-3"-81"15,119 110 102-15,-9 6-79 16,-5 7 1-16,-10 15-3 16,14 12 0-16,-3 29 4 15,3 41 0-15,7 34-3 16,7 54 0-16,11 46 1 15,10 57 0-15,15 56 1 16,20 48 1-16,8 6 2 16,14-10 0-16,10-22 0 0,1-31 0 15,3-28 0-15,-1-32 1 16,1-37-1-16,-10-35 1 16,-8-21-2-16,-10-45 0 15,-8-18-2-15,-6-26 0 16,-8-21-1-16,1-32 0 15,3-34 0-15,11-32 0 16,10-40-3-16,21-48 1 16,18-15-18-16,21-28 1 0,18-7 0 15,-21 4 1-15</inkml:trace>
  <inkml:trace contextRef="#ctx0" brushRef="#br0" timeOffset="53170.33">10326 14565 119 0,'-43'-34'59'0,"8"-7"-94"15,32 29 116-15,-4-17-83 16,-4-2 0-16,-7-10-2 15,-3-9 1-15,-3-6 4 16,-1-4 1-16,0 0-3 16,7 1 1-16,11 2 1 15,14 7 0-15,11 6 0 0,28 7 1 16,3 9-1-16,18 15 0 16,11 16-1-16,0 25 1 15,-18 32-3-15,-18 25 1 16,-24 15-2-16,-29 16 1 15,-24 3-1-15,-18-19 1 16,-25-2 0-16,-3-4 1 16,0-13 0-16,10-12 1 15,15-9 1-15,17-7 0 0,18-6 0 16,24-3 0-16,29-3-5 16,25-7 1-16,17-2-17 15,17-4 1-15,5-3-1 16,3 6 0-16</inkml:trace>
  <inkml:trace contextRef="#ctx0" brushRef="#br0" timeOffset="53356.03">9677 15694 118 0,'-18'-3'59'0,"117"-47"-91"16,-43 22 112-16,50-16-85 16,28-13 0-16,25-8-19 15,3 5 1-15,-3 4 25 0,-29 15 1 16</inkml:trace>
  <inkml:trace contextRef="#ctx0" brushRef="#br0" timeOffset="54104.11">9627 12762 111 0,'-180'-119'55'0,"36"78"-68"0,116 38 80 16,-8 6-68-16,1 7 1 15,-4 18-2-15,4 13 1 0,0 31 1 16,6 28 0-16,8 29-1 15,14 53 1-15,11 56 0 16,13 60 0-16,22 50 0 16,14 31 1-16,14 20-1 15,4-29 1-15,3-25-1 16,7-22 1-16,-7-19-1 16,-7-28 0-16,-11-25 0 15,-13-22 1-15,-11-38-1 16,-18-6 0-16,-18-19 0 15,-24-19 1-15,-18-21-1 16,-28-16 1-16,-7-19-3 16,-14-26 0-16,-4-27-6 15,4-38 1-15,13-38-1 16,15-49 0-16</inkml:trace>
  <inkml:trace contextRef="#ctx0" brushRef="#br0" timeOffset="54422.88">9052 13023 103 0,'43'-44'51'0,"59"-54"-54"15,-53 70 63-15,39 0-60 16,40-10 0-16,16 4-1 16,25 6 1-16,8-4-7 15,-11 7 1-15,-11 0-16 16,-14 6 0-16,-18-3-1 15,-27-3 1-15</inkml:trace>
  <inkml:trace contextRef="#ctx0" brushRef="#br0" timeOffset="54988.45">10195 15864 108 0,'-42'-7'54'0,"3"7"-85"16,36-3 108-16,6 6-77 15,8-6 0 1,31-9 0 0,7 2 0-16,1 4 0 15,-1-3 1-15,1-1-1 16,3 4 1-16,-8 9 0 15,-6 0 0-15,-7 10 0 16,-11 6 0-16,-10 2-1 16,-11 5 1-16,-14 11-1 15,-11 1 1-15,-7 6-1 16,-7-3 1-16,4-7-1 16,3 4 0-16,15-1-1 15,13-2 1-15,11 9-1 0,21 6 1 16,15 13-1-16,10 6 1 15,0 9 0-15,-1 0 0 16,-16 1 0-16,-22-1 1 16,-21-6-2-16,-25-12 1 15,-24-10-10-15,-25-16 1 16,-18-18 0-16,3-19 0 16</inkml:trace>
  <inkml:trace contextRef="#ctx0" brushRef="#br0" timeOffset="56461.49">16118 16114 90 0,'-17'-21'45'0,"24"-11"-37"16,-4 29 45-16,4-6-51 15,0-4 1-15,1 13 1 16,-1 3 1-16,0 10-6 16,-4 12 1-16,1 22 3 15,-1 25 1-15,8 28-2 16,3 20 0-16,11 5-3 15,-1 4 1-15,5-10-7 16,2-10 1-16,1-8-19 0,-4-23 0 16,-7-25 0-16,-14-18 1 15</inkml:trace>
  <inkml:trace contextRef="#ctx0" brushRef="#br0" timeOffset="56626.01">15741 17397 111 0,'-32'-6'55'0,"96"-35"-88"0,-33 22 111 0,22-9-80 15,32-7 1-15,17-2-20 16,22 2 0-16,6 7 21 16,8 6 1-16</inkml:trace>
  <inkml:trace contextRef="#ctx0" brushRef="#br0" timeOffset="57090.94">16076 17682 108 0,'-25'22'54'0,"1"-28"-67"16,31 0 79-16,10-10-67 16,15-6 1-16,14-6-1 0,14-3 1 15,3-10 0-15,5 9 0 16,2 7-1-16,4 13 1 16,-10 2 0-16,-8 7 0 15,-10 3 0-15,-11 3 0 16,-10 13 0-16,-11 6 1 15,-10 0-1-15,-12 3 1 16,-9 6-1-16,-8 1 0 16,0-4-1-16,1 3 0 0,3 4-1 15,3 3 1-15,11 9-2 16,14 3 1-16,11 16 0 16,10 6 1-16,7 6 0 15,0 0 1-15,-6 1 1 16,-15-13 0-16,-14-10 0 15,-18-9 0-15,-24-19-2 16,-18-18 1-16,-21-23-10 16,-11-18 0-16,0-19 0 15,15-16 0-15</inkml:trace>
  <inkml:trace contextRef="#ctx0" brushRef="#br0" timeOffset="57335.93">17353 16964 114 0,'-32'57'57'0,"22"-38"-74"0,20-16 88 15,15 0-73-15,17-3 0 16,29-10-11-16,14-15 1 15,10-15 0-15,-3-4 0 16,-11 0-7-16,-14 3 0 0</inkml:trace>
  <inkml:trace contextRef="#ctx0" brushRef="#br0" timeOffset="57526.03">17477 16491 99 0,'-22'6'49'0,"-9"-6"-62"15,27 3 85-15,-6 0-73 16,3 7 1-16,3 9 0 16,11 9 0-16,0 16 0 15,14 15 1-15,4 13-1 16,7 4 1-16,7-7-3 16,6 3 1-16,5 0-9 15,3-9 0-15,-4-10 0 16,4-15 0-16</inkml:trace>
  <inkml:trace contextRef="#ctx0" brushRef="#br0" timeOffset="57991.32">19219 15704 108 0,'-28'-7'54'0,"-32"-5"-67"0,43 6 80 16,-8-4-67-16,-3-5 0 15,-8-4-2-15,-3-3 1 16,4-6 1-16,0-4 0 0,10-2-1 16,8-1 0-16,6 7-1 15,11 0 1 1,42 6 0-1,15 16 1-15,6 9 0 16,-13 0 0-16,17 28 0 16,-7 13 0-16,-11 16-1 15,-17 5 0-15,-22 4-1 16,-24-3 1-16,-17 10-1 16,-19-7 0-16,-13 3 0 15,-11 3 0-15,-1 6 1 16,5-8 1-16,14-8 0 15,13-11 1-15,11-1 0 16,22-3 0-16,17-3 0 16,21-9 0-16,22-7-1 0,17-9 1 15,21-9-9 1,18-13 1-16,10-6-1 0,-3-7 0 16</inkml:trace>
  <inkml:trace contextRef="#ctx0" brushRef="#br0" timeOffset="58192.5">18595 16886 105 0,'-18'19'52'0,"25"-22"-64"0,11 3 72 0,24-7-63 15,32-2 0-15,32-13-19 16,28-9 0-16,14-7 23 15,1-3 1-15</inkml:trace>
  <inkml:trace contextRef="#ctx0" brushRef="#br0" timeOffset="58623.85">18785 17322 99 0,'-35'25'49'0,"35"-28"-63"15,11-4 71-15,17-2-57 0,18-7 0 16,17-9 1-16,15-12 1 16,7 2-2-16,6 1 0 15,-3 5 1-15,-3 4 0 16,-14 7 0-16,-8 5 0 15,-17 4 0-15,-11 9 1 16,-21 9-1-16,-17 7 1 16,-15 12-1-16,-17 6 0 15,-11 4 0-15,-10 12 0 16,6-3-1-16,4 0 0 0,8-3-1 16,13-3 1-16,7 9 0 15,15 7 0-15,13 12 0 16,8 6 0-16,10 6 1 15,4-5 1-15,-7-7-1 16,-8-7 0-16,-17-2-1 16,-17-19 1-16,-19-10-3 15,-13-18 0-15,-22-17-13 16,-6-18 0-16,3-21 0 16,14-20 0-16</inkml:trace>
  <inkml:trace contextRef="#ctx0" brushRef="#br0" timeOffset="58933.03">20175 16177 121 0,'-35'69'60'0,"10"-66"-89"0,25-3 103 16,11 0-76-16,17-3 0 16,18-6-2-16,14-7 0 15,11-3 3-15,-4 0 1 0,3-2-4 16,-6 2 1-16,-4 3-4 16,-7 0 0-16,-4 1-13 15,-10 2 1-15,-4 7 1 16,-24 6 0-16</inkml:trace>
  <inkml:trace contextRef="#ctx0" brushRef="#br0" timeOffset="59077.54">19928 16554 118 0,'32'12'59'0,"81"1"-92"16,-64-17 115-16,40 1-87 15,34-9 1-15,39-4-21 16,25-12 0-16,7-10 27 16,4-6 0-16</inkml:trace>
  <inkml:trace contextRef="#ctx0" brushRef="#br0" timeOffset="59287.41">22130 15506 109 0,'0'6'54'0,"3"45"-67"0,4-17 80 15,4 29-67-15,7 12 0 16,3 13-2-16,3 6 1 16,1 0-4-16,3 3 0 0,-3-12-16 15,0-13 1-15,-4-16-1 16,0-15 0-16</inkml:trace>
  <inkml:trace contextRef="#ctx0" brushRef="#br0" timeOffset="59647.37">22507 14691 110 0,'-148'-107'55'0,"-81"48"-81"15,169 59 105-15,-14 15-80 16,-7 20 1-16,3 28-1 16,0 24 1-16,11 45 0 15,11 34 0-15,6 47-2 16,19 23 0-16,24 18 0 16,24-16 1-16,26-25 0 0,20-28 1 15,29-31 1-15,17-41 0 16,22-32 1-16,10-46 0 15,14-41 1-15,4-38 0 16,-7-47-2-16,-4-47 1 16,-14-38-2-16,-25-31 1 15,-42-6-3-15,-49 3 1 16,-54 31-5-16,-52 29 1 16,-60 27-19-16,-39 35 1 0,-32 45 0 15,8 46 1-15</inkml:trace>
  <inkml:trace contextRef="#ctx0" brushRef="#br0" timeOffset="59892.66">21713 17428 119 0,'25'13'59'0,"145"-120"-95"16,-79 60 117-16,47-22-88 16,42-15 1-16,24-10-7 15,-6-4 1-15,-29 14 9 16,-31 18 1-16,-36 13-24 16,-38 9 1-16,-40 9 2 15,-31 13 1-15</inkml:trace>
  <inkml:trace contextRef="#ctx0" brushRef="#br0" timeOffset="60063.08">21671 17325 120 0,'57'3'60'0,"108"-47"-101"0,-80 16 131 0,39-10-98 16,45-6 1-16,43-9-22 15,10 0 0-15,-14-7 33 16,-3-6 0-16</inkml:trace>
  <inkml:trace contextRef="#ctx0" brushRef="#br0" timeOffset="64208.14">17805 7341 103 0,'-18'50'51'0,"-45"-10"-49"0,59-21 52 0,11 3-53 15,14 3 1-15,29 4 0 16,13-8 1-16,29 1-4 15,31-9 1-15,22-7 2 16,21-18 0-16,35-1-1 16,18-21 1-16,28-10-2 15,10-16 1-15,18 1 0 16,25-7 0-16,14 0-1 16,18-3 1-16,17-9 0 15,14-13 0-15,8 0 0 16,17-7 1-16,17 4-1 15,5-9 1-15,2-10-1 16,15 6 1-16,18 4-2 16,20-4 1-16,-9 7 0 15,6-4 0-15,-14 10-1 16,-7 10 0-16,-11 18 0 0,-21 6 1 16,-24 4-1-16,-8 15 1 15,-31 0-1-15,-18 10 0 16,-28 12-1-16,-25 7 1 15,-35 12-3-15,-35 3 1 16,-25 3-8-16,-22 7 0 16,-31 2 0-16,-17 4 1 15</inkml:trace>
  <inkml:trace contextRef="#ctx0" brushRef="#br0" timeOffset="64911.92">18161 12696 105 0,'18'-28'52'0,"91"-9"-50"16,-56 27 52-16,35-12-53 15,60-15 0-15,39-23 1 16,71-9 1-16,49-12-3 15,38-7 0-15,33-3 1 16,17-3 1-16,14-3-1 16,-14 2 1-16,-24 8-1 15,-22 15 1-15,-42 9-1 0,-28 6 0 16,-36 20-2-16,-28 12 0 16,-35 9-11-16,-21 16 0 15,-18 12-1-15,-21 7 1 16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31T07:59:28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5084 1232 87 0,'7'-91'43'0,"-7"57"-34"0,10 34 44 16,-6 3-52 0,6 31 1-16,1 38 0 0,3 32 1 15,-3 43-4-15,-1 29 1 16,1 12 0-16,17-6 1 15,-3-7-8-15,-1-15 1 16,8-19-16-16,-11-12 0 16,-3-22-1-16,-4-35 1 15</inkml:trace>
  <inkml:trace contextRef="#ctx0" brushRef="#br0" timeOffset="680.77">6625 1508 91 0,'-21'-88'45'0,"-42"-12"-60"15,41 75 90-15,-20 0-74 16,-14 31 0-16,-15 22 0 16,7 25 1-16,-17 16-3 15,11 25 1-15,3 1 0 16,24-11 0-16,15-15-1 16,18-12 0-16,10-26 0 0,14-31 0 15,10-25 0-15,19-13 1 16,-1-6 1-16,25 0 1 15,-14 10-1-15,-4 25 1 16,-10 15 0-16,-3 41 1 16,-5 12-2-16,-2 23 1 15,-8 0-2-15,-11-4 0 16,1 3-2-16,3-18 1 16,-3-16-1-16,3-19 0 0,7-18 0 15,-4-13 0-15,5-7 1 16,6-9 1-16,7 4 2 15,0 2 1-15,1 1 1 16,-1 12 0-16,-10 6 0 16,-1 10 0-16,-10 6-1 15,-6 9 0-15,-8 16-1 16,0-3 0-16,-8 0-2 16,5-7 1-16,3-2-2 15,11-1 1-15,13-12-1 16,19-6 1-16,13-10-1 15,4-12 0-15,11-10 1 16,6-6 0-16,-3-12 1 16,-7-1 1-16,-10 1 0 15,-22-4 1-15,-24 1-1 16,-22-4 0-16,-17-3-5 16,-11 6 1-16,-21 4-14 0,-18 9 1 15,-3 3-1-15,11 6 1 16</inkml:trace>
  <inkml:trace contextRef="#ctx0" brushRef="#br0" timeOffset="964.27">7422 1348 113 0,'-63'-44'56'0,"21"19"-69"0,42 22 87 0,7-7-73 16,14 4 0-16,21 3-1 16,22 6 0-16,10 3-1 15,14 13 1-15,14 10 0 16,-6 18 0-16,-15 22-1 16,-14 18 1-16,-36 20-1 15,-24 3 1-15,-28 12-2 16,-21 3 0-16,-11 4-10 15,-7-7 1-15,-3-15-1 16,-1-10 0-16</inkml:trace>
  <inkml:trace contextRef="#ctx0" brushRef="#br0" timeOffset="1289.81">5680 3694 106 0,'-32'-41'53'0,"18"19"-60"0,14 28 73 0,0 16-66 15,-4 22 1-15,1 41 0 16,-4 40 1-16,-4 32-3 16,4 31 1-16,-3 3-1 15,6 19 1-15,8-25-8 16,3-22 0-16,-4-28-17 16,8-34 0-1</inkml:trace>
  <inkml:trace contextRef="#ctx0" brushRef="#br0" timeOffset="1757.24">6593 3966 109 0,'-17'-47'54'0,"-22"7"-69"0,28 33 88 16,-6-5-74-16,-15 12 1 16,-10 12-2-16,-18 17 1 15,3 14 0-15,4 23 1 16,4 3-2-16,3 7 1 16,11-7-1-16,10-13 0 15,11-12 1-15,14-16 0 16,4-12 1-16,24-16 0 0,4-13 1 15,24-2 1 1,4 2 0-16,-7 0 0 0,-4 20 0 16,1 2 0-16,-12 19 0 15,-6 16 0-15,-7 22-2 16,-7 9 1-16,-18 1-1 16,-11-4 0-16,-10 0 0 15,-7-13 0-15,-4-8 0 16,7-11 1-16,7-5 0 15,1-10 0-15,13-6-1 16,8-4 1-16,13-5-3 16,12-4 0-16,-5-12-13 15,15-22 1-15,18-13 0 16,3-16 0-16</inkml:trace>
  <inkml:trace contextRef="#ctx0" brushRef="#br0" timeOffset="1930.41">7063 4876 111 0,'-50'28'55'0,"4"41"-67"0,36-47 84 16,6 9-73-16,-3 16 1 15,7 4-6-15,7 2 0 16,-3-6-5-16,3 0 1 0,3-6-4 15,1-13 0-15</inkml:trace>
  <inkml:trace contextRef="#ctx0" brushRef="#br0" timeOffset="2226.83">7451 3904 108 0,'-50'-13'54'0,"40"7"-64"15,20 3 82-15,11 6-72 16,11 6 0-16,14 16 0 16,7 29 0-16,14 12 0 15,4 18 1-15,-4 20-1 16,0 15 0-16,-18 6 0 15,-24-6 1-15,-15-3-2 16,-24 0 1-16,-14-25-7 0,-7-25 1 16,-8-22-16-16,-3-31 0 15,4-32 0-15,3-38 0 16</inkml:trace>
  <inkml:trace contextRef="#ctx0" brushRef="#br0" timeOffset="2519.83">9017 1847 109 0,'-42'-76'54'0,"77"54"-75"16,-7 13 103-16,32-13-82 15,32 0 1-15,45-3-1 16,22 0 1-16,39-3-1 16,10 3 0-16,28 3 0 15,-10 3 0-15,0-6-1 16,-4 6 1-16,-21-3-7 16,-21 9 1-16,-11 4-1 15,-24 9 1-15</inkml:trace>
  <inkml:trace contextRef="#ctx0" brushRef="#br0" timeOffset="2767.1">8424 4418 118 0,'-84'116'59'0,"101"-78"-72"0,19-38 78 0,48-7-64 16,43-5 1-16,53-20-1 16,64-8 1-16,20-11-4 15,36-2 1-15,10 0-2 16,-13-4 1-16,10-15-10 16,-25-9 1-16,4-4 0 15,-36 0 0-15</inkml:trace>
  <inkml:trace contextRef="#ctx0" brushRef="#br0" timeOffset="3048.49">12439 846 121 0,'-81'-34'60'0,"-7"-1"-74"0,70 38 90 16,4 19-77 0,0 7 1-16,3 27-2 0,8 13 0 15,6 28 0-15,8 0 1 16,6 19-5-16,8-6 1 16,7 13-11-16,14-20 0 15,3-6 0-15,4-22 1 16</inkml:trace>
  <inkml:trace contextRef="#ctx0" brushRef="#br0" timeOffset="3226.72">12873 1671 113 0,'56'-56'56'0,"82"-4"-72"15,-92 41 89-15,21-6-81 16,25 6 0-16,-1-9-36 16,4-10 1-16,-10-6 46 15,-14-9 1-15</inkml:trace>
  <inkml:trace contextRef="#ctx0" brushRef="#br0" timeOffset="3403.97">12855 1135 104 0,'-46'15'52'0,"53"67"-70"0,4-57 94 15,10 22-76-15,21 16 0 16,11 15-2-16,-3 16 1 16,3 10-7-16,3-16 0 15,-3 6-1-15,0-16 1 16</inkml:trace>
  <inkml:trace contextRef="#ctx0" brushRef="#br0" timeOffset="3806.27">13942 771 101 0,'-18'-9'50'0,"-45"40"-58"16,52-22 65-16,-3 10-58 16,3 0 1-16,4-3-1 15,0 2 1-15,0 1 0 16,4-9 1-16,-1-1 0 16,-3 1 0-1,0 8 2 1,0 1 0-16,3 3 1 15,1-3 0-15,3 0 0 0,7-4 0 16,7 4-1-16,7 6 1 16,11 16-3-16,3 9 0 15,4 22-1-15,3-6 1 16,-6 13-2-16,-8 2 0 16,0 13-3-16,-3-12 1 15,0-4-5-15,-4-6 1 16,-11-9-19-16,-20-10 0 15,-29 10 1-15,-21 0 1 16</inkml:trace>
  <inkml:trace contextRef="#ctx0" brushRef="#br0" timeOffset="4530.12">12323 3490 112 0,'-22'19'56'0,"8"24"-84"15,14-21 113-15,7 10-85 0,4 21 0 16,3 10-1-16,7 15 1 16,4 16-1-16,-4 0 0 15,0-3-6-15,0-6 1 16,-3-10-12-16,-4-9 1 16,-3-16 0-16,-8-12 0 15</inkml:trace>
  <inkml:trace contextRef="#ctx0" brushRef="#br0" timeOffset="4690.25">12481 4418 88 0,'29'-6'44'0,"38"-13"-47"0,-43 9 68 0,15 1-63 16,17-7 0-16,26-2 0 15,6 2 0-15,7-6-6 16,0-3 0-16,-3 6-11 15,3-9 0-15,-10 3-2 16,-18-4 1-16</inkml:trace>
  <inkml:trace contextRef="#ctx0" brushRef="#br0" timeOffset="4890.6">12887 3973 99 0,'-14'3'49'0,"28"47"-62"16,-7-25 84-16,4 13-71 0,10 15 0 15,-4 13 0-15,5 6 0 16,-1 6-7-16,11 1 0 16,3-20 0-16,4-12 0 15</inkml:trace>
  <inkml:trace contextRef="#ctx0" brushRef="#br0" timeOffset="5234.26">13476 3480 113 0,'-21'19'56'16,"32"0"-66"-16,6-6 78 0,15 18-69 15,10 7 1-15,11 21-1 16,7 13 0-16,7 13 1 16,-7 15 0-16,-7 1 0 15,-14-7 0-15,-18 0 0 16,-17-10 1-16,-22-5-2 15,-10-4 1-15,-15-12-8 16,-10-16 0-16,-10-22-18 16,-4-19 1-16,3-22-1 0,15-18 0 15</inkml:trace>
  <inkml:trace contextRef="#ctx0" brushRef="#br0" timeOffset="5509.21">14930 1107 112 0,'-25'0'56'0,"71"-10"-81"15,-15 10 116-15,26-6-93 16,24-7 1-16,21-2-6 16,22-14 1-16,3-5 0 15,-11-1 1-15,-17 1-21 16,-21 6 1-16,-29 9 0 16,-21 19 1-16</inkml:trace>
  <inkml:trace contextRef="#ctx0" brushRef="#br0" timeOffset="5660.28">15067 1420 78 0,'-152'79'39'0,"82"-42"-36"16,63-27 71-16,7-4-71 15,14-6 0-15,21-6 1 0,43-4 0 16,10-15-7-16,25-3 0 16,25-19-7-16,13-13 1 15,-3-2-2 1,1 5 0-16</inkml:trace>
  <inkml:trace contextRef="#ctx0" brushRef="#br0" timeOffset="5861.77">16637 545 106 0,'-35'10'53'0,"14"-10"-63"0,17 6 79 0,1 6-70 16,3 29 1-16,7 0-2 15,3 12 1-15,4 7-3 16,4 6 0-16,3 9-16 16,0 7 1-16,-3-1-1 15,-8-3 1-15</inkml:trace>
  <inkml:trace contextRef="#ctx0" brushRef="#br0" timeOffset="5995.99">16429 1555 107 0,'46'-13'53'0,"95"-27"-72"16,-81 30 97-16,24-9-85 15,22-9 0-15,25-6-30 16,-1-10 1-16,-10-3 39 0,-14 6 1 16</inkml:trace>
  <inkml:trace contextRef="#ctx0" brushRef="#br0" timeOffset="6234.75">16401 1981 103 0,'-29'13'51'0,"51"-16"-68"0,-5-7 88 0,22-8-73 15,28-14 1-15,28-15-3 16,18-6 0-16,14-4 0 15,11 7 0-15,-11 3-12 16,-11 3 1-16,-17 10-1 16,-21 6 1-16</inkml:trace>
  <inkml:trace contextRef="#ctx0" brushRef="#br0" timeOffset="6512.43">16203 2072 109 0,'-10'-18'54'0,"31"33"-75"0,-4-15 96 16,4 10-78-16,8 8 1 15,2 1 0-15,5 9 0 16,-5 26 4-16,1 18 0 15,-4 9-1-15,-13 17 0 16,-12 8 1-16,-6-2 0 16,-12 2 0-16,-6-21 1 15,-3-16-3-15,-19-6 1 16,-6-19-8-16,-8-10 0 16,5-21-1-16,-5-13 0 15</inkml:trace>
  <inkml:trace contextRef="#ctx0" brushRef="#br0" timeOffset="6961.9">17459 2126 112 0,'-32'-3'56'0,"-38"-4"-65"15,52 7 72-15,-7 0-68 16,-6 0 1-16,-1 0-2 16,0 0 0-16,4-9 8 15,10 3 0-15,4 2-5 16,11-5 0-16,10-10 3 16,14 16 1-16,14-6 1 0,18 6 0 15,0 6 0-15,3 3 1 16,1 10-1-16,-15 6 0 15,-10 0-3-15,-11 15 1 16,-21 7-2-16,-21 0 0 16,-36 6-1-16,-27 3 0 15,-15-2 1-15,-14 2 0 16,4-9 2-16,6-3 0 16,12-1 1-16,24-5 1 15,17-4 1-15,22 4 0 0,25-4-1 16,24 0 1-16,28 4-2 15,18 3 1-15,21-7-9 16,15-12 1-16,10-19-2 16,6-10 1-16</inkml:trace>
  <inkml:trace contextRef="#ctx0" brushRef="#br0" timeOffset="7311.72">18567 812 118 0,'-67'-116'59'0,"-25"9"-74"16,67 79 82-16,-10-7-70 15,0 10 1-15,6 7-4 0,-2 8 1 16,10 13 6-16,-1 22 1 15,8 35-4-15,4 25 0 16,3 21 3-16,7 45 0 16,10 12 2-16,4 28 1 15,4 16 0-15,3-9 0 16,0-4 0-16,-3-31 0 16,-4-22-4-16,0-34 1 15,-3-26-6-15,3-18 0 16,4-28-18-16,10-23 1 15,7-31-1-15,7-28 0 0</inkml:trace>
  <inkml:trace contextRef="#ctx0" brushRef="#br0" timeOffset="7510.82">19050 1072 113 0,'-11'0'56'0,"-49"44"-77"15,46-16 101-15,-10 25-78 16,-8 16 1-16,7 16-5 16,4 19 1-16,10 5-6 15,11 4 1-15,32 75-37 16,-4-125 20 0,18-10 1-16</inkml:trace>
  <inkml:trace contextRef="#ctx0" brushRef="#br0" timeOffset="7778.34">19770 1492 87 0,'-4'-53'43'0,"-17"6"-47"0,7 37 73 16,-7-15-69-16,-15 7 1 16,-6 8 0-16,-7 10 0 15,-1 3-2-15,8 22 1 0,10 0 0 16,11 13 1-16,10 9 0 15,26-3 0-15,13-3 1 16,14-13 0-16,4-6 1 16,7-9 0-16,0-13 0 15,-4-16 0-15,-3-12-3 16,-11-7 0-16,-6-15-13 16,-15-16 0-16,-7 3-1 15,-4 1 0-15</inkml:trace>
  <inkml:trace contextRef="#ctx0" brushRef="#br0" timeOffset="8010.43">20024 947 113 0,'14'-10'56'0,"49"35"-67"0,-45-12 89 16,14 15-81-16,10 13 1 15,11 12-2-15,7 22 1 16,-7 4 4-16,-7 9 1 16,-18-1-4-16,-18 4 0 15,-20-3 1-15,-8-6 0 16,-10-20-8-16,-4-15 0 16,1-18-1-16,-5-23 1 15</inkml:trace>
  <inkml:trace contextRef="#ctx0" brushRef="#br0" timeOffset="8173.06">21011 1351 121 0,'120'-31'60'0,"85"6"-81"0,-141 15 88 0,27 1-88 16,8 9 1-16,0-10-1 15,-11-5 1-15</inkml:trace>
  <inkml:trace contextRef="#ctx0" brushRef="#br0" timeOffset="8420.98">21100 1081 110 0,'-18'19'55'0,"29"-9"-54"0,3 5 74 16,10 14-74-16,15 24 0 16,14 16 0-16,4 3 0 15,3 10-5-15,-8 5 1 16,5 1-5-16,-11 3 0 16,-7-3-17-16,-1-22 1 15,-2 3-1-15,-5-22 0 16</inkml:trace>
  <inkml:trace contextRef="#ctx0" brushRef="#br0" timeOffset="8625.21">22190 972 111 0,'3'-16'55'0,"-10"22"-76"16,7 4 105-16,4 2-83 15,3 13 1-15,7 19-2 16,11 22 0-16,3 22-1 16,7 19 0-16,4 24-7 15,-4-2 0-15,0-7-19 16,8-15 0-16,-4-23 1 16,-1-30 0-16</inkml:trace>
  <inkml:trace contextRef="#ctx0" brushRef="#br0" timeOffset="8842.24">23029 1107 111 0,'4'21'55'0,"-29"-33"-83"0,22 15 114 15,-1 6-87-15,4 13 1 16,0 19-2-16,4 19 0 15,3 9-1-15,0 12 1 16,7 17-13-16,3 2 1 0,5-9-1 16,2-13 1-16</inkml:trace>
  <inkml:trace contextRef="#ctx0" brushRef="#br0" timeOffset="9157.77">23315 1044 113 0,'-18'-53'56'0,"18"43"-68"15,7 10 91-15,11 3-81 16,10 16 0-16,15 6 0 15,13 10 0-15,-3 18 2 0,3 0 1 16,1 13-2-16,-8 13 0 16,-10-1 1-16,-14 3 0 15,-11-2 0-15,-14-13 1 16,-7-7-8-16,-7-5 1 16,-11-17 0-16,-7-21 0 15</inkml:trace>
  <inkml:trace contextRef="#ctx0" brushRef="#br0" timeOffset="9454.58">23918 401 121 0,'74'9'60'0,"-45"-34"-69"16,-12 25 79-16,8 7-71 15,7 2 1-15,14 10-1 16,14 6 1-16,7 13 0 16,14 24 0-16,3 20 0 15,1 6 0-15,-14 9 0 16,-15 19 1-16,-24 9 0 16,-29 10 1-16,-34-9-1 15,-33-1 1-15,-24 7-6 16,-25-23 1-16,-7-5-1 15,-7-32 0-15</inkml:trace>
  <inkml:trace contextRef="#ctx0" brushRef="#br0" timeOffset="9909">14686 4101 109 0,'-35'-19'54'0,"49"26"-52"16,0-7 55-16,18-10-57 0,14-9 1 16,35-9-1-16,32 3 1 15,7-9-4-15,10 5 0 16,8 4-4-16,-11 16 0 16,-21 0-10-16,-22 9 0 15,-20 12 0-15,-25 16 1 16</inkml:trace>
  <inkml:trace contextRef="#ctx0" brushRef="#br0" timeOffset="10063.33">14538 4838 106 0,'-49'3'53'0,"87"13"-67"0,5-22 90 0,20-4-78 15,29-2 0-15,38-10-19 16,29-22 0-16,25-22 22 15,13-6 0-15</inkml:trace>
  <inkml:trace contextRef="#ctx0" brushRef="#br0" timeOffset="10246.37">16972 3690 111 0,'-67'-12'55'0,"7"40"-65"15,39-9 78-15,-4 12-69 16,4 16 1-16,7 22-3 0,7 3 0 16,3 4-4-16,8 12 0 15,3 2-2-15,-3 1 0 16</inkml:trace>
  <inkml:trace contextRef="#ctx0" brushRef="#br0" timeOffset="10466.95">16341 4954 103 0,'-14'19'51'0,"98"-16"-54"0,-38-15 64 0,39-14-62 16,35-2 0-16,28-12-12 15,25-23 1-15,14-9-5 16,3 0 1-16,-13 15-8 15,-40 10 1 1</inkml:trace>
  <inkml:trace contextRef="#ctx0" brushRef="#br0" timeOffset="10634.45">16115 5243 102 0,'28'-13'51'0,"163"-31"-74"16,-128 16 102-16,46-3-80 15,26-1 1-15,16-12-9 0,19 4 0 16,-8-1-6-16,-10 3 0 16,-22 7-5-16,-3-7 1 15</inkml:trace>
  <inkml:trace contextRef="#ctx0" brushRef="#br0" timeOffset="10914.78">16323 5412 108 0,'-18'0'54'0,"-3"6"-77"0,28-6 101 0,7 10-79 16,11 12 1-16,7 9 0 15,7 22 0-15,6 19 0 16,-2 16 0-16,-8 6 0 16,-10 4 0-16,-8 5 0 15,-9-9 1-15,-12-16 0 16,-10-9 0-16,-14-15-1 16,-11-17 1-16,-21-12-8 15,-14-18 1-15,-4-14-1 16,1-21 0-16</inkml:trace>
  <inkml:trace contextRef="#ctx0" brushRef="#br0" timeOffset="11397.02">17459 5227 111 0,'7'16'55'0,"-92"18"-63"0,61-24 70 16,-12-1-65-16,-2 4 1 16,-1-4-3-16,-7 3 1 15,4 1 5-15,6-7 1 16,8-9-4-16,10 3 0 0,15-3 2 16,14-6 0-16,17-7 1 15,14 7 1-15,14 2 0 16,4 7 0-16,-3 0-1 15,-1 10 1-15,-13 2-2 16,-12 4 0-16,-13 0-2 16,-18 6 1-16,-32 6-1 15,-35 6 0-15,-10 13-1 16,-22 16 1-16,-17 0 1 16,3 3 1-16,7-4 1 15,25-5 0-15,24-10 1 16,18 6 1-16,32-9 0 15,28-3 1-15,25-4-1 16,18 4 0-16,13 0-1 16,22 3 0-16,4 0-4 15,2-4 1-15,5-8-14 16,10-20 0-16,7-15 0 16,-11-22 1-16</inkml:trace>
  <inkml:trace contextRef="#ctx0" brushRef="#br0" timeOffset="11714.67">18584 3916 119 0,'-56'-147'59'0,"-50"50"-77"0,85 65 95 0,-7 1-80 16,-4-4 0-16,4 13-2 15,-1 13 0-15,5 22 6 16,-4 21 1-16,-1 23-4 16,1 30 1-16,3 36 3 15,1 18 0-15,-1 41 2 16,4 12 0-16,3 19 0 16,8-15 0-16,10-7-1 15,3-6 0-15,11-19-2 16,7-21 0-16,8-29-4 15,2-22 1-15,8-28-7 16,4-23 1-16,6-21-14 16,0-25 1-16,4-38-1 15,0-15 1-15</inkml:trace>
  <inkml:trace contextRef="#ctx0" brushRef="#br0" timeOffset="11940.9">18634 4220 112 0,'-21'-22'56'0,"6"54"-70"0,15-20 98 15,0 17-84-15,4 11 0 16,3 26-1-16,4 25 1 16,3 3-5-16,3 13 1 0,1 9-13 15,0 0 1-15,3-19-1 16,3-6 1-16</inkml:trace>
  <inkml:trace contextRef="#ctx0" brushRef="#br0" timeOffset="12283.76">19212 4496 102 0,'-31'-40'51'0,"27"21"-58"16,0 3 77-16,4 13-70 16,-3 3 0-16,-1 0 0 15,4 9 0-15,0 10 0 16,0 19 0-16,4 12 0 16,3 0 0-16,4 0 0 0,6 0 0 15,1-6 0-15,3 3 1 16,7-18 0-16,8-11 0 15,-1-11 0 1,0-14 0-16,-3-11-1 0,0-7 1 16,-18-13-1-16,-11-3 1 15,-17 0-2-15,-18-9 1 16,-3 13-8-16,-11 2 1 16,0-3-18-16,8-5 1 0,6 5-1 15,7-3 1-15</inkml:trace>
  <inkml:trace contextRef="#ctx0" brushRef="#br0" timeOffset="12531.6">19470 4136 108 0,'-50'0'54'0,"19"37"-76"0,31-24 108 0,10 6-86 16,18 3 1-16,22 12 1 15,10 7 0-15,7 9-2 16,0 16 0-16,0 9 1 16,-11 0 0-16,-17 7 0 15,-25-10 1-15,-17 3-3 16,-15 1 1-16,-14 5-5 16,-6-18 1-16,-8-19-17 15,3-13 0-15,12-15 0 0,6-22 0 16</inkml:trace>
  <inkml:trace contextRef="#ctx0" brushRef="#br0" timeOffset="12740.72">20493 4785 115 0,'46'-22'57'0,"91"0"-76"0,-84 13 102 16,28 2-91-16,29-2 1 0,6 6-14 15,1-16 1-15,-5 0 8 16,-13-6 0-16,-18-3-15 16,-28 3 1-16</inkml:trace>
  <inkml:trace contextRef="#ctx0" brushRef="#br0" timeOffset="12914.78">21251 4383 77 0,'-95'-25'38'0,"7"41"-41"16,70-16 71-16,1-6-63 15,2 12 1-15,8-6 2 16,7 13 1-16,11-4-11 16,10 13 0-16,11 3 7 15,7 22 0-15,7 6-5 16,7 10 1-16,-11 0-10 16,4-4 1-16,3 4-17 15,1-6 1-15,-1-4 0 16,-3-16 0-16</inkml:trace>
  <inkml:trace contextRef="#ctx0" brushRef="#br0" timeOffset="13155.78">22197 4305 112 0,'3'0'56'0,"15"22"-83"0,-4-13 116 0,4 20-89 16,6 8 0-16,5 32-2 16,-1 7 1-16,-7 5-2 15,0 7 1-15,-3 6-10 16,-1 0 0-16,5-6-13 16,2-10 1-16,1-24-1 15,7-20 1-15</inkml:trace>
  <inkml:trace contextRef="#ctx0" brushRef="#br0" timeOffset="13377.97">22987 4374 114 0,'-11'-9'57'0,"-3"46"-87"15,14-21 119-15,-3 15-90 0,-1 29 0 16,1 9-8-16,-1 12 0 16,-6-2 1-16,3 12 1 15,7-13-19-15,3 1 1 16,11-17 0-16,4-2 1 16</inkml:trace>
  <inkml:trace contextRef="#ctx0" brushRef="#br0" timeOffset="13752.6">23185 4180 110 0,'-22'-38'55'0,"19"4"-85"16,10 30 116-16,7 8-87 16,11 5 0-16,10 7-2 15,14 9 0-15,1 6 3 16,-1 7 1-16,1 6-2 15,-1 15 0-15,-10 20 2 0,-11 11 0 16,-14-2 2-16,-14 3 1 16,-11 0-3-1,-13 0 0-15,-8-6-11 0,-10-19 0 16,-4-13-1-16,4-22 0 16</inkml:trace>
  <inkml:trace contextRef="#ctx0" brushRef="#br0" timeOffset="14050.44">24137 3722 120 0,'-11'-13'60'0,"1"20"-77"0,13 8 90 0,8 17-77 15,7 27 1-15,10 29-1 16,4 12 0-16,-1 13 6 16,-2 25 1-16,-12 3-3 15,-17 13 0-15,-10 6 2 16,-15-3 1-16,-10-13 0 16,-15-12 1-16,-6-13-3 15,-18-3 1-15,-11-13-11 16,-14-15 1-16,-14-22-1 15,-3-25 0-15</inkml:trace>
  <inkml:trace contextRef="#ctx0" brushRef="#br0" timeOffset="15634.12">20461 2584 102 0,'-74'-41'51'0,"102"60"-52"0,8-10 51 15,38 4-51-15,49-1 1 16,61-3 1-16,66 1 0 15,39-16-1-15,53 2 1 16,50-14 0-16,45-4 0 16,33-13 0-16,27-12 1 0,4 0-1 15,-11-3 0-15,-27 3-2 16,-40 6 1-16,-32 13-2 16,-52-3 0-16,-57-4-1 15,-45 1 1-15,-54-1-1 16,-42-3 0-16,-42-21 2 15,-39-13 0-15,-35-7 2 16,-32 4 0-16,-32-6 2 16,-28 2 0-16,-32-9 0 15,-17 23 0-15,-1 2 0 16,8 9 0-16,17 20-1 16,22 6 1-16,34 28-2 15,29 12 0-15,35 17 0 16,47 14 0-16,30 17-1 15,29 28 1-15,18 18-1 16,-7-2 1-16,-25-1-1 16,-32-12 1-16,-25-3-1 0,-38 0 1 15,-43-7-2-15,-45-8 1 16,-32 2-9-16,-32 3 1 16,-18-6-1-16,-3 4 1 15</inkml:trace>
  <inkml:trace contextRef="#ctx0" brushRef="#br0" timeOffset="16478.25">29411 802 108 0,'18'-44'54'0,"-32"-53"-58"16,14 97 69-16,-4 16-65 15,1 31 1-15,-1 25-1 16,1 41 1-16,-5 31-1 0,5 7 0 16,-1 15 0-16,4 0 1 15,4-15-1-15,3-13 0 16,4 0-4-16,-4-13 1 15,3-18-15-15,4-23 0 16,-3-8-1-16,7-20 1 16</inkml:trace>
  <inkml:trace contextRef="#ctx0" brushRef="#br0" timeOffset="16814.77">30127 1837 109 0,'39'-88'54'0,"-18"-37"-72"16,-24 94 92-16,-4 9-75 15,-7-10 1 1,-43 10 0 0,1 16 0-16,3 15 0 15,0 23 0-15,18 9 0 16,17 34 1-16,25 6-1 15,21 1 1-15,32-4-1 16,14-12 1-16,18-6-1 16,7-7 1-16,3-25-1 15,-3-9 1-15,-7-22-1 16,-22-13 1-16,-17-12-1 16,-21-22 1-16,-18-16-1 0,-21-3 0 15,-18 6-4-15,-17-6 1 16,-15 13-15-16,-6 3 0 15,-15 15 0-15,1-3 1 16</inkml:trace>
  <inkml:trace contextRef="#ctx0" brushRef="#br0" timeOffset="17075.37">30420 896 108 0,'14'-65'54'0,"11"27"-70"0,-8 38 91 0,12 13-75 16,17 15 0-16,28 12-1 16,28 23 1-16,11 34 0 15,3 4 0-15,-3 21 0 16,-14-3 0-16,-21 13 0 16,-26-13 0-16,-23-6 1 15,-33-6 1-15,-31-7-1 16,-25-9 0-16,-25 12-3 15,-17-2 0-15,-11-10-15 16,4 6 1-16,-1-16-2 16,1 4 1-16</inkml:trace>
  <inkml:trace contextRef="#ctx0" brushRef="#br0" timeOffset="17735.87">12231 11753 112 0,'-81'-19'56'0,"112"6"-55"0,1 1 56 16,42-7-57-16,21-6 1 15,50-13-1-15,21-6 0 0,17 7-1 16,26-7 0-16,-15 6-4 15,-4 4 0-15,-28 12-9 16,-28 6 1-16,-35 16-11 16,-28 9 0-16,-47 16 0 15,-38 10 0-15</inkml:trace>
  <inkml:trace contextRef="#ctx0" brushRef="#br0" timeOffset="17871.57">12450 12436 109 0,'14'22'54'0,"67"-38"-84"16,-39 4 114-16,57-16-89 15,35-13 1-15,64-9-26 16,20-4 1-16,40-8 31 16,-8-4 0-16</inkml:trace>
  <inkml:trace contextRef="#ctx0" brushRef="#br0" timeOffset="18097.71">15981 10351 112 0,'-74'-16'56'0,"38"38"-73"0,33-12 91 16,3 18-75-16,3 22 1 0,12 22-1 15,13 22 0-15,11 19-5 16,3 25 1-16,0 16-18 16,-10 6 0-16,-21 6-1 15,-18-19 1-15</inkml:trace>
  <inkml:trace contextRef="#ctx0" brushRef="#br0" timeOffset="18269.91">15074 12442 111 0,'74'-6'55'0,"127"-72"-79"15,-116 46 108-15,56-21-87 16,53-13 0-16,25 4-29 16,17-11 0-16,-14-8 33 15,-38 12 1-15</inkml:trace>
  <inkml:trace contextRef="#ctx0" brushRef="#br0" timeOffset="18618.86">8121 11859 115 0,'-180'-53'57'16,"57"28"-74"-16,108 25 92 0,5 12-76 15,17 26 1-15,11 34 0 16,24 54 1-16,28 62-1 15,12 69 0-15,2 81-1 16,8 58 1-16,7-1-5 16,0-32 1-16,-15-58-9 15,-6-70 1-15,-15-66-1 16,-10-81 0-16</inkml:trace>
  <inkml:trace contextRef="#ctx0" brushRef="#br0" timeOffset="18881.59">9624 11972 111 0,'-25'-9'55'0,"71"46"-64"0,-32-15 83 16,4 32-73-16,6 49 1 15,1 44 0-15,10 38 0 16,-3 19-3-16,0 10 0 0,10-20-2 15,8-31 0-15,-8-31-6 16,0-32 0-16,-10-37-16 16,-14-35 1-16,-18-28 0 15,-11-19 0-15</inkml:trace>
  <inkml:trace contextRef="#ctx0" brushRef="#br0" timeOffset="19137.63">8728 12709 103 0,'-32'22'51'0,"92"34"-74"16,-35-27 97-16,24 11-73 16,46 23 0-16,1 6 0 15,20 9 1-15,22-2-3 16,3-14 1-16,-11-14 1 15,-3-23 0-15,4-22 0 0,-11-25 0 16,-18-13 1-16,-17-24 0 16,-18-17 0-16,-14-5 0 15,-18-19-3-15,-18-4 1 16,-17-12-15-16,-17 3 0 16,-18 10-1-16,-4 18 0 15</inkml:trace>
  <inkml:trace contextRef="#ctx0" brushRef="#br0" timeOffset="19387.13">10361 11784 98 0,'7'-60'49'16,"-17"-5"-59"-16,13 55 73 0,4 1-61 15,7 12 0-15,4 19 2 16,14 28 1-16,10 35-5 15,4 37 0-15,-4 38 4 16,-10 25 0-16,-14 16-2 16,-22 6 1-16,-17-4-5 15,-7-11 0-15,-8-26-12 16,5-38 1-16,9-24-2 16,26-45 1-16</inkml:trace>
  <inkml:trace contextRef="#ctx0" brushRef="#br0" timeOffset="19737.16">15219 12671 109 0,'17'4'54'0,"96"-39"-64"16,-53 16 82-1,180-34-72 1,-10 3 1-16,-5 6-6 16,-20 16 1-16,-29-1-8 15,-38 11 0-15,-36 5-2 16,-38 13 1-16</inkml:trace>
  <inkml:trace contextRef="#ctx0" brushRef="#br0" timeOffset="20018.2">15438 12706 114 0,'-18'9'57'0,"32"4"-75"0,0-4 88 15,14 16-71-15,15 19 1 16,13 31-2-16,-6 26 0 15,-8 37 2-15,-17 25 1 0,-22 31-2 16,-17-2 1-16,-21-1 0 16,-18-16 1-16,-7-15 0 15,-4-34 0-15,-20-29-1 16,3-37 0-16,-1-32-12 16,8-34 0-16,11-35-1 15,6-22 1-15</inkml:trace>
  <inkml:trace contextRef="#ctx0" brushRef="#br0" timeOffset="20530.77">16722 13032 110 0,'7'34'55'0,"-92"4"-68"16,60-25 81-16,-10 2-69 15,-7-5 1-15,-4-4-3 0,-14 0 0 16,3-15 2-16,12-7 0 16,13-9-2-16,14 0 1 15,25 0 0-15,11 0 1 16,14 3 1-16,14 6 1 16,17 7 1-16,8 9 0 15,13 19 0-15,-6 6 0 16,-8 9-1-16,-20 7 0 15,-15 12-1-15,-21 4 0 16,-28 5-2-16,-25 7 1 0,-24 0-1 16,-11-6 0-16,-25-6-1 15,-3-7 1-15,-4-6 0 16,21-10 0-16,15-2 1 16,17-4 0-16,17-9 1 15,19-4 1-15,20 1 0 16,22-7 0-16,24 7 1 15,15 6 1-15,6 9-1 16,15 16 0-16,21 19 0 16,-4 13 0-16,-3-1-4 15,-11 4 1-15,-10-7-16 16,-8-3 0-16,-13-22 0 16,-15-19 0-16</inkml:trace>
  <inkml:trace contextRef="#ctx0" brushRef="#br0" timeOffset="20891.2">18108 9815 117 0,'-88'-94'58'0,"-50"21"-82"0,100 61 103 16,-12 12-81-16,-3 12 1 16,0 14-1-16,0 17 0 0,-3 23 3 15,7 44 0-15,10 34-1 16,10 54 0-16,5 40 1 16,3 44 1-16,14 32 0 15,-8 0 1-15,15-7-1 16,-7-31 1-16,11-41-2 15,3-28 1-15,14-25-2 16,4-50 0-16,3-16 0 16,4-29 0-16,10-24-1 15,4-19 1-15,7-19-6 16,14-16 1-16,-4-21-22 16,8-35 1-16,3-31 0 15,7-26 0-15</inkml:trace>
  <inkml:trace contextRef="#ctx0" brushRef="#br0" timeOffset="21120.71">18574 10542 122 0,'-25'-6'61'0,"-28"59"-92"0,57-21 120 15,3 27-90-15,3 32 1 16,8 19-2-16,0 25 1 16,-8 9-2-16,-3 16 1 15,-7 3-13-15,-7-3 0 16,-3-19 0-16,-12-19 0 0</inkml:trace>
  <inkml:trace contextRef="#ctx0" brushRef="#br0" timeOffset="21456.93">19219 11113 119 0,'-46'-22'59'0,"-24"19"-79"15,52 6 93-15,-3 3-76 16,0 13 0-16,0 19-4 15,-4 18 1-15,4 13 7 16,7 19 1-16,10 6-5 16,15 13 0-16,21-10 2 0,10-19 1 15,7-12 2-15,4-16 1 16,4-15 0-16,3-13 1 16,-4-19-1-16,-6-25 1 15,-1-16-3-15,-14-15 1 16,-21-16-6-16,-7-9 1 15,-14-17-18-15,-14 1 1 16,-18 0-1-16,-7 3 1 16</inkml:trace>
  <inkml:trace contextRef="#ctx0" brushRef="#br0" timeOffset="21999.12">19897 11044 119 0,'-60'-13'59'0,"10"13"-80"15,40 10 107-15,-8 2-87 16,-3 4 1-16,0 9-1 16,3 3 1-16,4 7 0 0,7 2 0 15,3 1 0-15,8-3 0 16,7-1 0-16,6 4 0 16,4-7 0-16,0 0 0 15,4 1 0-15,0 9 0 16,3-1 0-16,0-2 0 15,1 3 0-15,-5-1 0 16,1-5 0-16,0-7 0 16,-8-6 0-16,-3-6 0 15,4-7 0-15,3-6 0 0,7-6 0 16,1-9 1-16,6-1-1 16,-3-6 1-16,-1-3-1 15,-2-3 0-15,-8-3 0 16,-7-6 0-16,-14-10 0 15,-11-3 0-15,-13-19 0 16,-12-6 0-16,-9-1 0 16,-8 11 0-16,0 8-9 15,-4 17 1-15,1 12-1 16,6 18 0-16</inkml:trace>
  <inkml:trace contextRef="#ctx0" brushRef="#br0" timeOffset="22517.27">20193 10595 75 0,'-18'-3'37'0,"-3"-9"-10"16,21 12 21-16,4-3-41 16,10 3 0-16,7 3 5 15,11 6 0-15,7 16-15 16,17 22 0-16,8 25 10 15,6 23 1-15,-3 27-5 16,-10 6 1-16,-19 1-3 16,-16 0 0-16,-26-4-3 15,-21-9 0-15,-17-9-5 0,-11-20 0 16,-3-18-19-16,-8-12 1 16,1-16 0-16,-1-19 0 15</inkml:trace>
  <inkml:trace contextRef="#ctx0" brushRef="#br0" timeOffset="22690.67">21495 11336 113 0,'106'28'56'0,"-32"0"-75"0,-36-19 109 0,19 4-96 15,17-7 1-15,18 0-27 16,14-6 1-16,-18-9 33 15,-18-16 1-15</inkml:trace>
  <inkml:trace contextRef="#ctx0" brushRef="#br0" timeOffset="22933.84">21407 10843 114 0,'28'10'57'0,"-11"-1"-72"16,1-3 88-16,14 13-72 16,17 19 1-16,11 12-3 15,7 19 1-15,-7 12-3 0,-7 10 1 16,-7 13-5-16,-7 2 0 16,-7 10-16-16,-1-3 0 15,-3-22 1-15,-3-3 0 16</inkml:trace>
  <inkml:trace contextRef="#ctx0" brushRef="#br0" timeOffset="23139.73">22722 10627 120 0,'-28'12'60'0,"32"67"-87"0,6-38 116 0,8 21-90 16,10 26 1-16,4 34-2 16,-4 1 1-16,-3 5-3 15,3 13 1-15,-7-15-8 16,-7-10 1-16,-3-16-16 16,-4-15 0-16,4-26 1 15,-1-8 0-15</inkml:trace>
  <inkml:trace contextRef="#ctx0" brushRef="#br0" timeOffset="23458.83">23534 11069 118 0,'-74'-44'59'0,"3"50"-95"0,61-3 119 16,-5 7-87-16,1 9 1 15,0 9-1-15,0 19 0 16,7 3 6-16,7 10 0 16,11-4-4-16,17 4 1 15,14-7 2-15,11-3 0 16,4-9 1-16,6-13 0 16,8-12-1-16,-4-10 1 15,0-12-2-15,-11-19 1 16,-14-10-3-16,-13-15 1 0,-29-13-10 15,-29 4 1-15,-16-7-14 16,-22 10 1-16,-25 5 0 16,4 7 0-16</inkml:trace>
  <inkml:trace contextRef="#ctx0" brushRef="#br0" timeOffset="23818.19">24306 10765 121 0,'4'0'60'0,"-15"-6"-92"0,18 18 126 16,4 13-94-16,3 16 0 15,4 12-2-15,-1 7 1 16,-3 6 0-16,-3 6 0 16,-4 3-3-16,0-3 1 15,0 3-6-15,7-6 0 16,0-6-18-16,1-6 1 0,-5-4 1 15,-3-15 0-15</inkml:trace>
  <inkml:trace contextRef="#ctx0" brushRef="#br0" timeOffset="24139.44">24758 10592 107 0,'-21'-37'53'0,"-18"-13"-78"15,35 40 106-15,4 1-81 16,0-1 1-16,11 4 1 16,3 9 0-16,4 7-2 15,14 5 1-15,13 20 1 0,12 24 1 16,13 20 0-16,1 27 0 15,-11 29-1-15,-7 16 1 16,-25 2-2-16,-17 7 1 16,-25-9-1-16,-25-16 0 15,-21-19-4-15,-14-19 0 16,-11-19-13-16,-3-21 1 16,3-29-1-16,8-19 1 15</inkml:trace>
  <inkml:trace contextRef="#ctx0" brushRef="#br0" timeOffset="24534.68">25164 9971 114 0,'0'-40'57'0,"63"30"-74"16,-35 13 87-16,32 4-71 16,21 5 1-16,22 13-1 15,6 19 1-15,8 25 1 0,-12 28 0 16,-16 29 0-16,-15 31 1 15,-32 31 1-15,-31 34 0 16,-33 29 0-16,-20-3 1 16,-21-13-2-16,-8-12 1 15,-7-26-6-15,-10-24 1 16,4-23-22-16,-8-30 1 16,-25-26-1-16,8-50 0 15</inkml:trace>
  <inkml:trace contextRef="#ctx0" brushRef="#br0" timeOffset="26593.57">16619 97 87 0,'0'0'43'0,"-123"-44"-31"0,81 44 44 16,-36 38-55-16,-14 34 0 16,-17 31 0-16,-22 63 1 15,-3 48-3-15,21 49 1 16,29 51 0-16,31 24 1 15,46-9-3-15,53-6 1 16,28-53-4-16,39-53 1 16,38-58-3-16,15-52 1 0,18-54 0 15,-12-46 0-15,-9-58 5 16,-12-30 1 0,-10-26 6-16,-21-43 0 0,-10-23 5 15,-15-65 0-15,-10-41-1 16,-11-13 1-16,-18-2-5 15,-28 8 0-15,-20 26-6 16,-26 62 1-16,-39 48-10 16,-34 59 1-16,-19 72-1 15,-27 44 0-15</inkml:trace>
  <inkml:trace contextRef="#ctx0" brushRef="#br0" timeOffset="28809.21">16496 53 83 0,'-102'-50'41'0,"-36"12"-41"0,106 32 42 16,-7-4-42-16,1 7 0 0,-1 6 0 16,4 13 1-16,-1 12 0 15,1 23 0-15,0 11 0 16,3 20 1-16,-7 6 1 15,7 40 0-15,-10 23 0 16,0 34 0-16,3 25 0 16,4 28 0-16,10 10-1 15,7 12 1-15,8 7-2 16,6 2 1-16,8-2-1 16,6-4 1-16,8-9-1 15,0-9 0-15,-1-4-1 16,1-2 0-16,-4 5 0 15,4-12 1-15,-4-9-1 16,0 9 1-16,4-9 0 16,-4 6 0-16,0-29 0 15,7-9 0-15,-3-9 0 16,-1-15 1-16,8-23-2 16,0-9 1-16,-1-16-1 15,8-19 0-15,7-9 1 0,0-6 0 16,6-10-1-16,8-15 1 15,0-13 0-15,4-16 0 16,3-18 0-16,10-20 0 16,15-15 0-16,14-22 0 15,-8-9-1-15,-2-16 1 16,2-12-1-16,1-4 1 16,-7-6-1-16,-4-6 0 0,-11-4 0 15,-6-15 1-15,-1-18-1 16,-13-8 1-16,-8-33-1 15,0-23 0-15,-6-27 1 16,-8-8 1-16,-3-24-1 16,-4 6 0-16,-3 1-1 15,-4 8 1-15,-4 1-1 16,-3 12 0-16,-3 3-1 16,-4-15 0-16,3 18 0 15,-3-31 1-15,4 12 0 16,-4 1 0-16,0 15 0 15,-7 19 0-15,-11 16 1 16,1 12 0-16,-12 22 0 16,-10 26 0-16,-13 8 0 15,-12 29 0-15,-6 10-1 16,-8 18 1-16,-10 6-2 16,-22 13 1-16,-6 19-1 0,-8 19 0 15,-3 2 0-15,-7 14 0 16,4 11 0-16,-4 11 0 15,7 15 0-15,0 28 1 16,7 19 0-16,11 12 0 16,17 22 0-16,14 29 0 15,15 31 0-15,10 38 0 16,14 40 0-16,14 19 0 16,15 26-1-16,6 30 1 0,11-2-1 15,18-4 0-15,10-40-8 16,15-32 0-16,17-28 0 15,-4-53 0-15</inkml:trace>
  <inkml:trace contextRef="#ctx0" brushRef="#br0" timeOffset="29391.94">17113 2938 107 0,'-28'-35'53'0,"-4"86"-60"0,15-20 67 15,-12 10-62-15,-13 6 1 16,-21 12-3-16,-4 7 1 16,-4 6 3-16,0-3 1 15,8-12-3-15,7-13 1 0,-1-16-1 16,8-3 1-16,-4-9 1 15,10-4 0-15,5-6-1 16,6 10 1-16,7-13 0 16,8 3 1-16,9-15 0 15,12 3 0-15,10-13 1 16,11-9 0-16,7-4 0 16,6 1 1-16,5 0-1 15,6 9 0-15,0-3 0 16,1 12 0-16,-1 7-1 15,11 6 1-15,0 9-1 16,0 7 0-16,-3 3-3 16,3 9 1-16,7 0-22 15,3 4 0-15,-13-4 0 16,-8-9 0-16</inkml:trace>
  <inkml:trace contextRef="#ctx0" brushRef="#br0" timeOffset="34764.33">20302 2731 67 0,'4'-41'33'0,"6"10"-32"16,-2 24 33-16,2 1-35 16,1 3 1-16,3 3 0 15,0 0 0-15,7-6 1 16,4 3 1-16,10-4 1 16,4-2 1-16,10 6 1 15,4-7 0-15,7 1 0 16,11 0 0-16,10 2-1 15,14-2 0-15,11 0-2 16,7 9 1-16,14 0-2 16,10 0 0-16,12 0-1 15,2 0 0-15,15-10 0 16,7-2 1-16,3-10 0 16,8-3 1-16,6-10-1 0,1 4 1 15,10-4 0-15,-7 1 0 16,0 9 0-16,7 3 0 15,-7 0-2-15,7 9 1 16,-7-2-1-16,0 2 1 16,4 0-1-16,-11 1 1 15,-7-4-1-15,-1 4 1 16,-16-4-1-16,-12-3 1 16,-9 0-1-16,-15 4 1 15,-11-1-1-15,-3 13 1 16,-14-13-1-16,-8 13 0 0,-9-6 0 15,-8-1 0-15,-4 4 0 16,-6 6 0-16,-4-6 0 16,0 12 0-16,-4-6 0 15,-3 0 1-15,-7 0 0 16,-7 0 0-16,-1 0-1 16,-9 0 1-16,-5 0 0 15,-2 0 0-15,-8 0-1 16,0-6 1-16,-7 6 0 15,0 0 0-15,-4 0-1 16,4 0 1-16,-7 0-1 16,4 0 0-16,-4 0-2 15,0 0 0-15,0 0-20 16,-7 0 1-16,0-3-1 16,0-13 1-16</inkml:trace>
  <inkml:trace contextRef="#ctx0" brushRef="#br0" timeOffset="36116.19">26127 1445 77 0,'7'-31'38'0,"7"31"-31"0,-11-3 39 16,8 3-45-16,0 3 0 0,3 3 0 15,3 4 1-15,5 5-2 16,6 4 0-16,14 3 2 16,15 0 1-16,13 0 0 15,18 9 1-15,4-3-1 16,7-2 1-16,0 11-1 16,3 16 0-16,-3 4-1 15,-4 12 0-15,-10-13-2 16,-4-2 1-16,-11 5-1 15,-10-12 0-15,-3-3 0 16,-4-9 0-16,-11-7 0 16,-10-3 0-16,-8-6 0 15,-6-4 0-15,-4-5 0 16,-10-1 1-16,-11-2-1 16,-8 2 0-16,-9 0 0 15,-15 20 0-15,-7-4 0 0,-14 3 0 16,-10 0 0-16,-8 16 1 15,-7-9-1-15,4 8 0 16,-11-5 0-16,-3-3 1 16,7 8-1-16,3-14 1 15,11 5-1-15,7 1 1 16,7-7-1-16,11 0 1 16,3-9-1-16,7 0 1 15,11-4-1-15,10 1 1 16,4-6-1-16,7-10 1 15,14-7-1-15,7-8 1 0,11-4 0 16,10-9 0-16,11-7-1 16,4-3 1-16,-1-15-1 15,4-6 1-15,0-7-1 16,0-6 1-16,0-1-1 16,-4 4 0-16,-3 4 0 15,-11 5 1-15,-7-3-1 16,-17 4 0-16,-15 5 0 15,-17 1 0-15,-11 3 0 16,-13-3 0-16,-12-1 0 16,-10 1 0-16,0 0 0 15,-3 12 0-15,6 3 0 16,4 13 0-16,7 3 0 16,7 3 0-16,11 13 0 0,10 9 0 15,11 10 0-15,14-1 0 16,14 7 0-16,11 3 0 15,21 6 0-15,24 10 0 16,15 6 0-16,10-6 1 16,15 5-1-16,13-2 0 15,8 0 0-15,-11 0 0 16,-7-7 0-16,-18 4 0 16,-18-4 0-16,-13-2 0 15,-22-1 0-15,-24-3 0 16,-18-3 0-16,-14 13 0 0,-29 9 0 15,-24 13 0-15,-21 2-1 16,-18 10 1-16,-17-3-6 16,-8 4 1-16,-6 8-19 15,6 7 1-15,18-13 0 16,25-25 0-16</inkml:trace>
  <inkml:trace contextRef="#ctx0" brushRef="#br0" timeOffset="38250.29">26074 733 77 0,'-25'-81'38'0,"25"56"-30"15,0 25 39-15,4 0-46 16,3 15 1-16,-4 14 3 15,-3 24 0-15,0 10-5 16,0 6 0-16,0 31 3 16,4 10 1-16,6-7-2 0,4 4 1 15,4-16-10 1,3-3 1-16,7 9-2 16,1-25 1-16</inkml:trace>
  <inkml:trace contextRef="#ctx0" brushRef="#br0" timeOffset="38779.93">25922 806 87 0,'-46'-110'43'0,"46"-16"-45"0,11 111 51 0,14-14-49 15,20 11 0-15,26-4 0 16,24 0 1-16,29 3-2 16,24 3 1-16,21-3 0 15,11 13 1-15,4 3-1 16,-1 3 0-16,-7 0 0 16,-10 13 0-16,-7 2 0 15,-18 10 0-15,-14-6 0 16,-18 16 0-16,-27 5 0 15,-19 20 0-15,-21-4 1 16,-20 13 1-16,-19 4-1 16,-17 8 1-16,-14 23-1 15,-8 2 1-15,1 4-1 0,0-10 0 16,0-6-1 0,-1 4 1-16,5-8-1 0,2-11 1 15,8-16-1-15,0-10 0 16,3-12 0-16,-3-7 1 15,-7-9-1-15,-11-9 0 16,-10-4 0-16,-15-2 0 16,-24-13 0-16,-21 3 0 15,-29 0-2-15,-14 0 0 16,-13 9-4-16,2 1 0 0,19-1-15 16,13-6 0-16,22-6 0 15,14-16 1-15</inkml:trace>
  <inkml:trace contextRef="#ctx0" brushRef="#br0" timeOffset="39118.9">26642 1803 87 0,'32'-63'43'0,"13"-25"-64"16,-30 60 85-16,9-7-65 16,4-24 1-16,8-23 0 15,3 1 1-15,3-10-1 16,4-3 1-16,7 0 1 16,0 6 1-16,3-3 0 0,0 16 0 15,-3 18 0-15,0 4 1 16,-10 6-2-16,-1 12 0 15,-3-5-1-15,-8 11 0 16,-6 4-1-16,-4 13 0 16,-7-4-4-16,-6 13 1 15,-8 3-8-15,-8 0 0 16,1 3 0-16,-7 3 0 16</inkml:trace>
  <inkml:trace contextRef="#ctx0" brushRef="#br0" timeOffset="39516.67">26331 1116 45 0,'-24'19'22'0,"24"-26"6"16,3 4 8-16,4-3-31 16,4-3 1-16,10-4 4 15,4-12 0-15,6 0-12 16,8 3 0-16,11-9 9 0,10 2 1 16,3-5-4-16,11 6 1 15,0-1-3-15,7 11 1 16,1 8-1-16,2 20 0 15,-13-1-2-15,-1 13 1 16,-6 3-1-16,-8 10 1 16,-6-1-1-16,-8 4 0 15,-7 9-1-15,-3 12 1 16,-4-2-7-16,-10-4 1 16,0 0-1-16,-11-12 0 0</inkml:trace>
  <inkml:trace contextRef="#ctx0" brushRef="#br0" timeOffset="39853.83">26896 686 95 0,'-14'-72'47'0,"35"28"-53"15,-7 38 61-15,7 3-55 16,14-13 0-16,4 7 0 0,7-1 0 16,7 1-1-16,3 0 1 15,1-1 0-15,3-2 0 16,-7 9 0-16,-7 3 0 15,-8 9 0-15,-9 0 1 16,-8 16 0-16,-11 38 0 16,-10 9-6-16,-10 10 1 31</inkml:trace>
  <inkml:trace contextRef="#ctx0" brushRef="#br0" timeOffset="41402.25">31087 508 80 0,'-127'-63'40'0,"-53"-6"-36"16,123 50 33-16,-34 0-37 16,-29 10 0-16,-21 3 0 15,-8 12 1-15,-6-3-2 16,0 6 1-16,0 16 1 15,3 19 1-15,-3 38 0 16,10 34 1-16,11 34 0 16,14 48 1-16,18 50 0 15,38 3 1-15,43 28-2 16,42-19 1-16,39 3-2 16,43-31 0-16,34-43-1 15,47-36 1-15,34-37-1 16,22-37 0-16,25-51-1 0,7-31 1 15,-4-51 1-15,-7-24 0 16,-11-29 1-16,-17-43 0 16,-32-1 0-16,-39-40 0 15,-49-3 0-15,-49-23 0 16,-61 7-5-16,-66 22 1 16,-64-19-11-16,-64 10 1 15,-45 37-1-15,0 15 1 16</inkml:trace>
  <inkml:trace contextRef="#ctx0" brushRef="#br0" timeOffset="43473.08">17113 213 52 0,'-70'-50'26'0,"-61"-32"-17"16,85 73 26-16,-17-1-32 16,-4 20 1-16,-14 15 0 15,-18 12 1-15,-3 26-6 16,-8 0 0-16,8 6 4 15,3 22 0-15,0 15-2 16,8 10 1-16,9-9-1 16,15 22 1-16,7 18-1 0,11-3 0 15,14 26 0-15,14 18 1 16,14-19 0-16,24 25 0 16,29-12-1-16,14-19 1 15,11-25-1-15,17-18 1 16,18-8-1-16,-1-17 0 15,5-20 0-15,10-19 1 16,17-12-1-16,-3-19 1 16,8-25-1-16,9-15 0 15,1-4-1-15,-15-9 1 0,-6-13-1 16,-11-3 1 0,-7-13-1-16,-14-34 1 0,-22-3-1 15,-13-6 0-15,-18-32 0 16,-18-15 1-16,-25-4-1 15,-17-27 1-15,-28 8-1 16,-7 23 1-16,-22 18-8 16,-21 29 1-16,-7 25-1 15,-3 18 1-15</inkml:trace>
  <inkml:trace contextRef="#ctx0" brushRef="#br0" timeOffset="48122.72">18302 2540 97 0,'-46'-66'48'0,"67"56"-47"15,1 10 48-15,20-6-49 16,25 12 0-16,28-6 1 15,36 3 1-15,13 1-1 16,29-4 0-16,18-4 0 16,-1-14 1-16,8 5 0 0,-11-6 1 15,-25-6-2-15,-21-9 1 16,-28 15-1-16,-32-6 0 16,-31 9-1-16,-33 7 1 15,-27 9-1-15,-40 6 0 16,-34 13 0-16,-29 6 0 15,-32 13 0-15,-7-1 0 16,-6 4 0-16,-15-7 0 0,14 7 0 16,14 0 0-16,22-7 0 15,28-12 0-15,31-6 0 16,36-10 1-16,31-12-1 16,40-3 0-16,38-16 0 15,28-13 0-15,22-6 0 16,3 6 1-16,-11-5-1 15,-17 8 0-15,-25 7 0 16,-21 0 0-16,-21 12 0 16,-18 7 0-16,-24 9-3 15,-22 12 1-15,-21 4-11 16,-14 12 0-16,4-3 0 16,17-6 0-16</inkml:trace>
  <inkml:trace contextRef="#ctx0" brushRef="#br0" timeOffset="48607.16">21728 2135 103 0,'-127'-66'51'0,"56"85"-63"0,67-19 77 0,12 0-66 15,20 3 1-15,25 3 0 16,31 4 0-16,29-10 0 16,35 9 0-16,22-9 0 15,17 0 0-15,0-9 0 16,-14 9 1-16,-22-10-1 15,-6 10 0-15,-39 0 0 16,-36-6 1-16,-31 6-1 16,-35 6 0-16,-40-6-1 15,-38 10 1-15,-39-1-1 16,-31-2 1-16,-22 11 0 16,4-5 0-16,17-4 0 15,32-2 0-15,28 2 1 16,40-6 0-16,30-3 0 15,47 3 0-15,46 0 0 16,52-12 0-16,43-10-1 16,25 0 0-16,24-6-7 0,4 0 0 15,-11 0 0-15,-25 3 1 16</inkml:trace>
  <inkml:trace contextRef="#ctx0" brushRef="#br0" timeOffset="51390.73">28995 2794 75 0,'-71'-63'37'0,"11"32"-35"0,50 31 37 16,-1 0-38-1,8 12 0-15,10 1 4 0,17 12 0 16,29 12-4-16,43 14 1 15,38-1 3-15,53 3 1 16,45-12-1-16,22-7 1 16,22-24-3-16,-19-1 1 15,-10-18-3-15,-32-1 1 16,-31-5-2-16,-47 2 0 16,-84-21-1-1,-46 12 1-15,-39 0-1 16,-56 3 0-16,-49 0 0 15,-54 6 0-15,-31-5 0 16,-29 8 0-16,-3-2 1 16,11 9 1-16,35-1 0 15,32 4 0-15,41 4 0 16,37 2 0-16,38 0 0 16,39 13 1-16,42-16-1 15,46 3 0-15,49-6-1 16,46-9 1-16,47 9 0 15,27-6 0-15,18 3-1 16,3 3 0-16,-3 0 0 16,-21 0 0-16,-35 0-1 15,-46-7 1-15,-47 1-1 16,-41-7 1-16,-43 4-1 16,-49-10 1-16,-46 0-1 15,-57 4 1-15,-31-14 0 0,-36 11 0 16,-13 5 0-16,-8 10 0 15,-3 6 0-15,14 7 0 16,17 2 1-16,36-3 0 16,35 1-1-16,28 2 1 15,43 4-1-15,10-10 1 16,67 4 0-16,46-1 0 16,43-9-1-16,27 10 1 0,26-10-1 15,17 0 1-15,-4 3-1 16,-6 3 0-16,-19-6-1 15,-31 0 1-15,-35 0-1 16,-32-6 1-16,-32 3-1 16,-35-4 1-16,-35 4 0 15,-32-3 0-15,-32 3 0 16,-21 0 0-16,-18 3 0 16,-3 0 0-16,-4 3 0 15,4-3 0-15,18 3 0 16,17 3 0-16,21-3 0 15,25 4 0-15,25 2 0 16,28-6 1-16,28 3-1 16,35-2 0-16,36-4 0 15,31 3 1-15,22-3-1 16,-32 0 0-16,56 6 0 16,-17-3 0-16,-18 0 0 0,-25-3 0 15,-35-3-1-15,-32-3 1 16,-31 0 0-16,-29-4 0 15,-42 1 0-15,-32 6 0 16,-21-7 0-16,-14 10 0 16,-7 0 0-16,7 0 0 15,25 0 0-15,17 3 0 16,28 7-8-16,26 5 0 16,27 11 0-16,29-8 0 15</inkml:trace>
  <inkml:trace contextRef="#ctx0" brushRef="#br0" timeOffset="51945.57">29573 508 42 0,'-254'81'21'0,"36"117"-32"15,158-129-9-15,-25 37 20 16,-3 42 0-16</inkml:trace>
  <inkml:trace contextRef="#ctx0" brushRef="#br0" timeOffset="53396.84">28081 2656 105 0,'-3'-51'52'0,"-121"105"-75"15,68-26 97-15,-43 35-77 16,-39 25 1-16,-38 15-2 15,-39 16 0-15,-25 25 5 0,-18 4 1 16,1-10-4-16,-1-3 0 16,15-10 2-16,14 0 0 15,6-18 1-15,8-10 1 16,18-9-1-16,17-6 1 16,14-10-1-16,32 0 0 15,24-19 0-15,26-9 0 16,20-22-1-16,25-16 1 15,22-21-1-15,31-14 1 0,32-8 0 16,24-13 0 0,11-16 0-16,18-3 0 0,11 3-1 15,-1-3 1-15,-7 16-3 16,-14 6 1-16,-13 6-11 16,-19 9 1-16,-10 1-1 15,-11 0 1-15</inkml:trace>
  <inkml:trace contextRef="#ctx0" brushRef="#br0" timeOffset="53727.83">28011 3509 113 0,'-46'22'56'0,"-81"100"-70"0,81-75 87 15,-18 16-74-15,-10 31 1 16,-3 3-1-16,-4-12 0 15,-36 9-7 1,22-22 0-16,14-25-11 16,3-6 0-1,11-13 0-15,7-22 0 0</inkml:trace>
  <inkml:trace contextRef="#ctx0" brushRef="#br0" timeOffset="53913.15">26871 3810 85 0,'32'-57'42'0,"-7"38"-42"16,-11 19 68-16,7 0-67 16,4 10 1-16,6 9-1 15,12 12 1-15,13 25-3 16,11 26 1-16,14-7 0 16,7-3 1-16,4-3-8 15,10-3 1-15,-3-13-1 16,-4-15 0-16</inkml:trace>
  <inkml:trace contextRef="#ctx0" brushRef="#br0" timeOffset="54278.83">27817 3330 101 0,'-120'-101'50'0,"-60"70"-57"0,127 28 64 15,-25 6-58-15,-10 13 1 16,-11 6 0-16,-7 22 0 0,4 25 0 16,0 18 1-16,14 1-1 15,13 35 1-15,15 8 1 16,22 1 0-16,20-10 0 16,22 16 0-16,27-3 0 15,22-10 0-15,28-18-2 16,25-22 1-16,21-23-2 15,14-24 1-15,11-32-1 16,10-12 1-16,-6-47 0 16,-5-10 0-16,-17-18 1 15,-14-17 0-15,-28-18 1 16,-18-9 0-16,-25-4-1 16,-24-9 1-16,-25 4-7 15,-25 17 0-15,-13 11-2 16,-12 24 1-16</inkml:trace>
  <inkml:trace contextRef="#ctx0" brushRef="#br0" timeOffset="55760.91">28607 1100 63 0,'21'-28'31'0,"25"0"-5"0,-32 22 8 15,0 12-30-15,-3-3 0 16,-4 22 5-16,-7 38 0 16,-4 25-10-16,-6 18 0 15,-8 32 6-15,-7 13 1 0,1-7-2 16,6 13 0-16,4-29-3 16,7-12 0-16,0-31 0 15,3-19 0-15,8-32 0 16,3-15 0-16,3-35 0 15,4-15 0-15,4-13 0 16,0-9 0-16,-1-26-1 16,1-21 1-16,0 6-1 15,-1 0 0-15,1-3 0 16,0 6 0-16,-1-16 0 16,4 1 1-16,0 27-1 15,1 13 1-15,-5 16 0 16,1 13 0-16,-4 8-1 15,-7 7 1-15,-7 29-1 16,-10 27 1-16,-12 19-1 16,-6 20 0-16,-4 8 0 15,1 29 0-15,6 3 0 0,4-13 0 16,3 4 0-16,0-23 1 16,4-9-1-16,0-9 0 15,0-16 0-15,4-16 0 16,-1-21 0-16,4-7 0 15,0-16 0-15,0-27 1 16,7-33-1-16,7-8 1 16,7-19-1-16,4-7 0 0,-1 0 0 15,1 1 0 1,0 9 0-16,-4 18 0 0,-4 16 0 16,-3 16 0-16,-3 0 0 15,-4 16 0-15,0 9-1 16,-4 16 1-16,1 6 0 15,-8 28 0-15,1 32 0 16,-1 12 1-16,-3 3-1 16,0 22 1-16,0 16 0 15,-4-6 0-15,-3-7-1 16,-4-9 1-16,0-16-1 16,1-9 0-16,3-13 0 15,3-9 1-15,0-9-1 16,8-23 0-16,6-5 0 15,8-17 0-15,6-9 0 16,8-40 1-16,10-23-1 16,11-15 1-16,7-3-1 15,3-13 0-15,-3 3 0 16,-4 3 1-16,-6 26-1 16,-8 18 0-16,-7 10 0 0,-3 18 1 15,-4 1-1-15,-4 15 1 16,-2 10-1-16,-5 21 0 15,-6 29 0-15,-8 15 0 16,-3 23-1-16,-11 2 1 16,-7 35 0-16,-3 7 1 15,0-4-1-15,0-16 0 16,-1 7 0-16,8-10 1 16,-4-15-1-16,8-13 0 0,2-25 1 15,5-9 0-15,3-7 0 16,0-18 0-16,7-7 0 15,-1-25 0-15,8-6-1 16,4-3 1-16,3 0-1 16,11-13 0-16,3-3-1 15,4-3 1-15,3-16-4 16,7-15 0-16,0 12-24 16,-6 3 0-16</inkml:trace>
  <inkml:trace contextRef="#ctx0" brushRef="#br0" timeOffset="56382.96">16909 3991 23 0,'-39'63'11'0,"-18"16"-11"0,47-70 12 15</inkml:trace>
  <inkml:trace contextRef="#ctx0" brushRef="#br0" timeOffset="70005.89">15688 7099 80 0,'-85'9'40'0,"89"23"-38"16,17-23 41-16,36 1-41 0,45-4 0 15,57 0 5-15,77-9 1 16,57-9-8-16,67-17 1 15,66 1 5-15,61 3 1 16,39-13-2-16,31 1 0 16,4 2-3-16,21 7 1 15,-21 6-2-15,-18 13 0 16,-24-1-1-16,-25-9 0 16,-39 19 0-16,-32-3 1 15,-38-3-1-15,-46 0 0 16,-50 3 0-16,-49-4 1 0,-57 7-1 15,-45 0 0-15,-54 0 0 16,-52 0 1-16,-42 3-1 16,-57-9 1-16,-64-3-1 15,-67-1 0-15,-66 1 0 16,-71 0 0-16,-60 5-1 16,-57 14 0-16,-42 21 0 15,-24 10 1-15,-8 6-1 16,-7 6 1-16,8-3-1 15,-1 7 1-15,7 9 0 16,11 6 0-16,22-6 0 16,16-13 1-16,36-12-1 15,36-4 0-15,45-8 0 16,43-4 1-16,56-3-1 16,42-7 1-16,57-8-1 15,45-1 0-15,50 3 0 0,50-2 0 16,56-11 0-16,60-5 0 15,70-13 0-15,81-22 0 16,68-12 0-16,74-1 0 16,56-2 0-16,53 5 1 15,21 1-1-15,25 12 0 16,0 4 0-16,21 12 1 16,-36 6-1-16,-17 9 1 15,-38 1-1-15,-36 9 0 16,-39-3 0-16,-46 3 0 0,-52-6 0 15,-64 2 0-15,-57 1 0 16,-56-3 0-16,-56 0 0 16,-64-4 0-16,-63 1 0 15,-89 0 1-15,-77-4-1 16,-96 4 0-16,-70 5 0 16,-70 4 0-16,-50 10-1 15,-28 9 1-15,-29 6 0 16,-13 16 0-16,3 9 0 15,0 12 0-15,25 20 0 16,28 0 0-16,42-13 0 16,57-1 0-16,49-14 0 15,60-13 0-15,60-10 0 16,60-9 0-16,56-13 0 16,57-6 0-16,53-12 0 15,53-10 0-15,67-18 0 16,77-20 0-16,89-6 0 0,70-6 0 15,88-3 0-15,60 10 0 16,64 2 0-16,39-3 0 16,17 13 0-16,25-3 0 15,-4 15 0-15,-6-6 1 16,-19 22-1-16,-31-9 1 16,-42 12-1-16,-60 3 0 15,-57 10 0-15,-74-3 1 16,-67-1-1-16,-70 4 1 0,-64-3-1 15,-64-4 0-15,-63-3-1 16,-70-2 1-16,-75-4-1 16,-91 0 1-16,-103 0 0 15,-105 9 0-15,-85 1-1 16,-74-1 1-16,-50 13 0 16,-49 16 1-16,7 21-1 15,11 26 0-15,10 9-1 16,39 0 1-16,50 1 0 15,59-4 0-15,57-10 0 16,74-2 0-16,63-17 0 16,68-18 0-16,70-6 0 15,49-13 1-15,61-9-1 16,59-7 0-16,57-9 0 16,67-9 0-16,70-10 0 15,67-3 0-15,82 7 0 16,60-7 0-16,55 0-1 15,47-6 1-15,28 6 0 0,32 6 0 16,14 4 0-16,18 5 0 16,-8 14 0-16,-21 5 0 15,-24 10 0-15,-39 4 1 16,-46 5-1-16,-57 0 1 16,-55 4-1-16,-54-1 0 15,-53-2 0-15,-39-1 1 16,-45-6-1-16,-32-6 1 15,-25 0 0-15,-18-3 1 0,-27-7 0 16,-19 1 0-16,-17-4-1 16,-14-3 1-16,-3 4 0 15,-5-1 0-15,-6 0-2 16,0 4 0-16,3 2 0 16,4 4 0-16,7 0 0 15,3-4 1-15,8 7-1 16,3 3 0-16,11-3 0 15,3 3 0-15,0-6 0 16,3 3 0-16,12 3-1 16,-1 0 1-16,0-7-1 15,0 11 1-15,-3-1-5 16,-7 0 0-16,-8 0 0 16,-13-3 0-16</inkml:trace>
  <inkml:trace contextRef="#ctx0" brushRef="#br0" timeOffset="76427.33">15850 16240 81 0,'124'31'40'0,"176"-140"-39"0,-180 52 41 0,77-18-41 16,78-16 0-16,89-25 0 15,87-19 1-15,71-6-3 16,67 0 1-16,36-16 1 16,28 3 0-16,6 13-1 15,4 25 1-15,-17 19 0 16,-32 25 0-16,-39 12 2 16,-49 16 0-16,-50 13 0 15,-42-16 0-15,-53-3-2 16,-46-7 0-16,-49 1-2 15,-43-10 1-15,-49 16-3 16,-49 6 0-16,-47 3-1 16,-55 10 1-16,-54 6 1 15,-66 6 0-15,-72 6 2 0,-83 10 0 16,-75 10 1-16,-85 8 1 16,-56 20 1-16,-56 6 1 15,-33 18-1-15,-24 23 0 16,-21 24 0-16,-3 10 0 15,10 25-2-15,17 16 1 16,36-3-3-16,14-16 1 16,28-6-1-16,47-23 1 0,52-30-1 15,35-26 1-15,46-31-2 16,53-16 1-16,32 10-1 16,38-10 1-16,40 0-2 15,31 1 1-15,32-1-15 16,28-6 0-16,35-3 0 15,29-3 1-15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2FFDD-2C69-40AC-A25B-468F48ECB26B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15BD4-A067-4DE0-BD21-5658E7274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58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8/31/2025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4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3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1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3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8/31/2025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9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24" Type="http://schemas.openxmlformats.org/officeDocument/2006/relationships/customXml" Target="../ink/ink13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5.xml"/><Relationship Id="rId10" Type="http://schemas.openxmlformats.org/officeDocument/2006/relationships/customXml" Target="../ink/ink6.xml"/><Relationship Id="rId19" Type="http://schemas.openxmlformats.org/officeDocument/2006/relationships/image" Target="../media/image12.png"/><Relationship Id="rId4" Type="http://schemas.openxmlformats.org/officeDocument/2006/relationships/customXml" Target="../ink/ink3.xml"/><Relationship Id="rId9" Type="http://schemas.openxmlformats.org/officeDocument/2006/relationships/image" Target="../media/image7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customXml" Target="../ink/ink28.xml"/><Relationship Id="rId26" Type="http://schemas.openxmlformats.org/officeDocument/2006/relationships/customXml" Target="../ink/ink32.xml"/><Relationship Id="rId39" Type="http://schemas.openxmlformats.org/officeDocument/2006/relationships/image" Target="../media/image40.png"/><Relationship Id="rId21" Type="http://schemas.openxmlformats.org/officeDocument/2006/relationships/image" Target="../media/image31.png"/><Relationship Id="rId34" Type="http://schemas.openxmlformats.org/officeDocument/2006/relationships/customXml" Target="../ink/ink36.xml"/><Relationship Id="rId42" Type="http://schemas.openxmlformats.org/officeDocument/2006/relationships/customXml" Target="../ink/ink40.xml"/><Relationship Id="rId47" Type="http://schemas.openxmlformats.org/officeDocument/2006/relationships/image" Target="../media/image44.png"/><Relationship Id="rId7" Type="http://schemas.openxmlformats.org/officeDocument/2006/relationships/image" Target="../media/image24.png"/><Relationship Id="rId2" Type="http://schemas.openxmlformats.org/officeDocument/2006/relationships/customXml" Target="../ink/ink20.xml"/><Relationship Id="rId16" Type="http://schemas.openxmlformats.org/officeDocument/2006/relationships/customXml" Target="../ink/ink27.xml"/><Relationship Id="rId29" Type="http://schemas.openxmlformats.org/officeDocument/2006/relationships/image" Target="../media/image35.png"/><Relationship Id="rId11" Type="http://schemas.openxmlformats.org/officeDocument/2006/relationships/image" Target="../media/image26.png"/><Relationship Id="rId24" Type="http://schemas.openxmlformats.org/officeDocument/2006/relationships/customXml" Target="../ink/ink31.xml"/><Relationship Id="rId32" Type="http://schemas.openxmlformats.org/officeDocument/2006/relationships/customXml" Target="../ink/ink35.xml"/><Relationship Id="rId37" Type="http://schemas.openxmlformats.org/officeDocument/2006/relationships/image" Target="../media/image39.png"/><Relationship Id="rId40" Type="http://schemas.openxmlformats.org/officeDocument/2006/relationships/customXml" Target="../ink/ink39.xml"/><Relationship Id="rId45" Type="http://schemas.openxmlformats.org/officeDocument/2006/relationships/image" Target="../media/image43.png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49" Type="http://schemas.openxmlformats.org/officeDocument/2006/relationships/image" Target="../media/image45.png"/><Relationship Id="rId10" Type="http://schemas.openxmlformats.org/officeDocument/2006/relationships/customXml" Target="../ink/ink24.xml"/><Relationship Id="rId19" Type="http://schemas.openxmlformats.org/officeDocument/2006/relationships/image" Target="../media/image30.png"/><Relationship Id="rId31" Type="http://schemas.openxmlformats.org/officeDocument/2006/relationships/image" Target="../media/image36.png"/><Relationship Id="rId44" Type="http://schemas.openxmlformats.org/officeDocument/2006/relationships/customXml" Target="../ink/ink41.xml"/><Relationship Id="rId4" Type="http://schemas.openxmlformats.org/officeDocument/2006/relationships/customXml" Target="../ink/ink21.xml"/><Relationship Id="rId9" Type="http://schemas.openxmlformats.org/officeDocument/2006/relationships/image" Target="../media/image25.png"/><Relationship Id="rId14" Type="http://schemas.openxmlformats.org/officeDocument/2006/relationships/customXml" Target="../ink/ink26.xml"/><Relationship Id="rId22" Type="http://schemas.openxmlformats.org/officeDocument/2006/relationships/customXml" Target="../ink/ink30.xml"/><Relationship Id="rId27" Type="http://schemas.openxmlformats.org/officeDocument/2006/relationships/image" Target="../media/image34.png"/><Relationship Id="rId30" Type="http://schemas.openxmlformats.org/officeDocument/2006/relationships/customXml" Target="../ink/ink34.xml"/><Relationship Id="rId35" Type="http://schemas.openxmlformats.org/officeDocument/2006/relationships/image" Target="../media/image38.png"/><Relationship Id="rId43" Type="http://schemas.openxmlformats.org/officeDocument/2006/relationships/image" Target="../media/image42.png"/><Relationship Id="rId48" Type="http://schemas.openxmlformats.org/officeDocument/2006/relationships/customXml" Target="../ink/ink43.xml"/><Relationship Id="rId8" Type="http://schemas.openxmlformats.org/officeDocument/2006/relationships/customXml" Target="../ink/ink23.xml"/><Relationship Id="rId3" Type="http://schemas.openxmlformats.org/officeDocument/2006/relationships/image" Target="../media/image22.png"/><Relationship Id="rId12" Type="http://schemas.openxmlformats.org/officeDocument/2006/relationships/customXml" Target="../ink/ink25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33" Type="http://schemas.openxmlformats.org/officeDocument/2006/relationships/image" Target="../media/image37.png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20" Type="http://schemas.openxmlformats.org/officeDocument/2006/relationships/customXml" Target="../ink/ink29.xml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customXml" Target="../ink/ink48.xml"/><Relationship Id="rId4" Type="http://schemas.openxmlformats.org/officeDocument/2006/relationships/customXml" Target="../ink/ink45.xml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56.png"/><Relationship Id="rId18" Type="http://schemas.openxmlformats.org/officeDocument/2006/relationships/customXml" Target="../ink/ink57.xml"/><Relationship Id="rId26" Type="http://schemas.openxmlformats.org/officeDocument/2006/relationships/customXml" Target="../ink/ink61.xml"/><Relationship Id="rId3" Type="http://schemas.openxmlformats.org/officeDocument/2006/relationships/image" Target="../media/image51.png"/><Relationship Id="rId21" Type="http://schemas.openxmlformats.org/officeDocument/2006/relationships/image" Target="../media/image60.png"/><Relationship Id="rId7" Type="http://schemas.openxmlformats.org/officeDocument/2006/relationships/image" Target="../media/image53.png"/><Relationship Id="rId12" Type="http://schemas.openxmlformats.org/officeDocument/2006/relationships/customXml" Target="../ink/ink54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11" Type="http://schemas.openxmlformats.org/officeDocument/2006/relationships/image" Target="../media/image55.png"/><Relationship Id="rId24" Type="http://schemas.openxmlformats.org/officeDocument/2006/relationships/customXml" Target="../ink/ink60.xml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62.xml"/><Relationship Id="rId10" Type="http://schemas.openxmlformats.org/officeDocument/2006/relationships/customXml" Target="../ink/ink53.xml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" Type="http://schemas.openxmlformats.org/officeDocument/2006/relationships/customXml" Target="../ink/ink50.xml"/><Relationship Id="rId9" Type="http://schemas.openxmlformats.org/officeDocument/2006/relationships/image" Target="../media/image54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63.png"/><Relationship Id="rId30" Type="http://schemas.openxmlformats.org/officeDocument/2006/relationships/customXml" Target="../ink/ink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13" Type="http://schemas.openxmlformats.org/officeDocument/2006/relationships/image" Target="../media/image72.png"/><Relationship Id="rId18" Type="http://schemas.openxmlformats.org/officeDocument/2006/relationships/customXml" Target="../ink/ink73.xml"/><Relationship Id="rId3" Type="http://schemas.openxmlformats.org/officeDocument/2006/relationships/image" Target="../media/image67.png"/><Relationship Id="rId21" Type="http://schemas.openxmlformats.org/officeDocument/2006/relationships/image" Target="../media/image76.png"/><Relationship Id="rId7" Type="http://schemas.openxmlformats.org/officeDocument/2006/relationships/image" Target="../media/image69.png"/><Relationship Id="rId12" Type="http://schemas.openxmlformats.org/officeDocument/2006/relationships/customXml" Target="../ink/ink70.xml"/><Relationship Id="rId17" Type="http://schemas.openxmlformats.org/officeDocument/2006/relationships/image" Target="../media/image74.png"/><Relationship Id="rId2" Type="http://schemas.openxmlformats.org/officeDocument/2006/relationships/customXml" Target="../ink/ink65.xml"/><Relationship Id="rId16" Type="http://schemas.openxmlformats.org/officeDocument/2006/relationships/customXml" Target="../ink/ink72.xml"/><Relationship Id="rId20" Type="http://schemas.openxmlformats.org/officeDocument/2006/relationships/customXml" Target="../ink/ink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.xml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5" Type="http://schemas.openxmlformats.org/officeDocument/2006/relationships/image" Target="../media/image73.png"/><Relationship Id="rId23" Type="http://schemas.openxmlformats.org/officeDocument/2006/relationships/image" Target="../media/image77.png"/><Relationship Id="rId10" Type="http://schemas.openxmlformats.org/officeDocument/2006/relationships/customXml" Target="../ink/ink69.xml"/><Relationship Id="rId19" Type="http://schemas.openxmlformats.org/officeDocument/2006/relationships/image" Target="../media/image75.png"/><Relationship Id="rId4" Type="http://schemas.openxmlformats.org/officeDocument/2006/relationships/customXml" Target="../ink/ink66.xml"/><Relationship Id="rId9" Type="http://schemas.openxmlformats.org/officeDocument/2006/relationships/image" Target="../media/image70.png"/><Relationship Id="rId14" Type="http://schemas.openxmlformats.org/officeDocument/2006/relationships/customXml" Target="../ink/ink71.xml"/><Relationship Id="rId22" Type="http://schemas.openxmlformats.org/officeDocument/2006/relationships/customXml" Target="../ink/ink7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7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png"/><Relationship Id="rId18" Type="http://schemas.openxmlformats.org/officeDocument/2006/relationships/customXml" Target="../ink/ink85.xml"/><Relationship Id="rId26" Type="http://schemas.openxmlformats.org/officeDocument/2006/relationships/customXml" Target="../ink/ink89.xml"/><Relationship Id="rId39" Type="http://schemas.openxmlformats.org/officeDocument/2006/relationships/image" Target="../media/image97.png"/><Relationship Id="rId21" Type="http://schemas.openxmlformats.org/officeDocument/2006/relationships/image" Target="../media/image88.png"/><Relationship Id="rId34" Type="http://schemas.openxmlformats.org/officeDocument/2006/relationships/customXml" Target="../ink/ink93.xml"/><Relationship Id="rId42" Type="http://schemas.openxmlformats.org/officeDocument/2006/relationships/customXml" Target="../ink/ink97.xml"/><Relationship Id="rId47" Type="http://schemas.openxmlformats.org/officeDocument/2006/relationships/image" Target="../media/image101.png"/><Relationship Id="rId50" Type="http://schemas.openxmlformats.org/officeDocument/2006/relationships/customXml" Target="../ink/ink101.xml"/><Relationship Id="rId55" Type="http://schemas.openxmlformats.org/officeDocument/2006/relationships/image" Target="../media/image105.png"/><Relationship Id="rId7" Type="http://schemas.openxmlformats.org/officeDocument/2006/relationships/image" Target="../media/image81.png"/><Relationship Id="rId2" Type="http://schemas.openxmlformats.org/officeDocument/2006/relationships/customXml" Target="../ink/ink77.xml"/><Relationship Id="rId16" Type="http://schemas.openxmlformats.org/officeDocument/2006/relationships/customXml" Target="../ink/ink84.xml"/><Relationship Id="rId29" Type="http://schemas.openxmlformats.org/officeDocument/2006/relationships/image" Target="../media/image92.png"/><Relationship Id="rId11" Type="http://schemas.openxmlformats.org/officeDocument/2006/relationships/image" Target="../media/image83.png"/><Relationship Id="rId24" Type="http://schemas.openxmlformats.org/officeDocument/2006/relationships/customXml" Target="../ink/ink88.xml"/><Relationship Id="rId32" Type="http://schemas.openxmlformats.org/officeDocument/2006/relationships/customXml" Target="../ink/ink92.xml"/><Relationship Id="rId37" Type="http://schemas.openxmlformats.org/officeDocument/2006/relationships/image" Target="../media/image96.png"/><Relationship Id="rId40" Type="http://schemas.openxmlformats.org/officeDocument/2006/relationships/customXml" Target="../ink/ink96.xml"/><Relationship Id="rId45" Type="http://schemas.openxmlformats.org/officeDocument/2006/relationships/image" Target="../media/image100.png"/><Relationship Id="rId53" Type="http://schemas.openxmlformats.org/officeDocument/2006/relationships/image" Target="../media/image104.png"/><Relationship Id="rId58" Type="http://schemas.openxmlformats.org/officeDocument/2006/relationships/customXml" Target="../ink/ink105.xml"/><Relationship Id="rId5" Type="http://schemas.openxmlformats.org/officeDocument/2006/relationships/image" Target="../media/image80.png"/><Relationship Id="rId61" Type="http://schemas.openxmlformats.org/officeDocument/2006/relationships/image" Target="../media/image108.png"/><Relationship Id="rId19" Type="http://schemas.openxmlformats.org/officeDocument/2006/relationships/image" Target="../media/image87.png"/><Relationship Id="rId14" Type="http://schemas.openxmlformats.org/officeDocument/2006/relationships/customXml" Target="../ink/ink83.xml"/><Relationship Id="rId22" Type="http://schemas.openxmlformats.org/officeDocument/2006/relationships/customXml" Target="../ink/ink87.xml"/><Relationship Id="rId27" Type="http://schemas.openxmlformats.org/officeDocument/2006/relationships/image" Target="../media/image91.png"/><Relationship Id="rId30" Type="http://schemas.openxmlformats.org/officeDocument/2006/relationships/customXml" Target="../ink/ink91.xml"/><Relationship Id="rId35" Type="http://schemas.openxmlformats.org/officeDocument/2006/relationships/image" Target="../media/image95.png"/><Relationship Id="rId43" Type="http://schemas.openxmlformats.org/officeDocument/2006/relationships/image" Target="../media/image99.png"/><Relationship Id="rId48" Type="http://schemas.openxmlformats.org/officeDocument/2006/relationships/customXml" Target="../ink/ink100.xml"/><Relationship Id="rId56" Type="http://schemas.openxmlformats.org/officeDocument/2006/relationships/customXml" Target="../ink/ink104.xml"/><Relationship Id="rId8" Type="http://schemas.openxmlformats.org/officeDocument/2006/relationships/customXml" Target="../ink/ink80.xml"/><Relationship Id="rId51" Type="http://schemas.openxmlformats.org/officeDocument/2006/relationships/image" Target="../media/image103.png"/><Relationship Id="rId3" Type="http://schemas.openxmlformats.org/officeDocument/2006/relationships/image" Target="../media/image79.png"/><Relationship Id="rId12" Type="http://schemas.openxmlformats.org/officeDocument/2006/relationships/customXml" Target="../ink/ink82.xml"/><Relationship Id="rId17" Type="http://schemas.openxmlformats.org/officeDocument/2006/relationships/image" Target="../media/image86.png"/><Relationship Id="rId25" Type="http://schemas.openxmlformats.org/officeDocument/2006/relationships/image" Target="../media/image90.png"/><Relationship Id="rId33" Type="http://schemas.openxmlformats.org/officeDocument/2006/relationships/image" Target="../media/image94.png"/><Relationship Id="rId38" Type="http://schemas.openxmlformats.org/officeDocument/2006/relationships/customXml" Target="../ink/ink95.xml"/><Relationship Id="rId46" Type="http://schemas.openxmlformats.org/officeDocument/2006/relationships/customXml" Target="../ink/ink99.xml"/><Relationship Id="rId59" Type="http://schemas.openxmlformats.org/officeDocument/2006/relationships/image" Target="../media/image107.png"/><Relationship Id="rId20" Type="http://schemas.openxmlformats.org/officeDocument/2006/relationships/customXml" Target="../ink/ink86.xml"/><Relationship Id="rId41" Type="http://schemas.openxmlformats.org/officeDocument/2006/relationships/image" Target="../media/image98.png"/><Relationship Id="rId54" Type="http://schemas.openxmlformats.org/officeDocument/2006/relationships/customXml" Target="../ink/ink1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9.xml"/><Relationship Id="rId15" Type="http://schemas.openxmlformats.org/officeDocument/2006/relationships/image" Target="../media/image85.png"/><Relationship Id="rId23" Type="http://schemas.openxmlformats.org/officeDocument/2006/relationships/image" Target="../media/image89.png"/><Relationship Id="rId28" Type="http://schemas.openxmlformats.org/officeDocument/2006/relationships/customXml" Target="../ink/ink90.xml"/><Relationship Id="rId36" Type="http://schemas.openxmlformats.org/officeDocument/2006/relationships/customXml" Target="../ink/ink94.xml"/><Relationship Id="rId49" Type="http://schemas.openxmlformats.org/officeDocument/2006/relationships/image" Target="../media/image102.png"/><Relationship Id="rId57" Type="http://schemas.openxmlformats.org/officeDocument/2006/relationships/image" Target="../media/image106.png"/><Relationship Id="rId10" Type="http://schemas.openxmlformats.org/officeDocument/2006/relationships/customXml" Target="../ink/ink81.xml"/><Relationship Id="rId31" Type="http://schemas.openxmlformats.org/officeDocument/2006/relationships/image" Target="../media/image93.png"/><Relationship Id="rId44" Type="http://schemas.openxmlformats.org/officeDocument/2006/relationships/customXml" Target="../ink/ink98.xml"/><Relationship Id="rId52" Type="http://schemas.openxmlformats.org/officeDocument/2006/relationships/customXml" Target="../ink/ink102.xml"/><Relationship Id="rId60" Type="http://schemas.openxmlformats.org/officeDocument/2006/relationships/customXml" Target="../ink/ink106.xml"/><Relationship Id="rId4" Type="http://schemas.openxmlformats.org/officeDocument/2006/relationships/customXml" Target="../ink/ink78.xml"/><Relationship Id="rId9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9.xml"/><Relationship Id="rId21" Type="http://schemas.openxmlformats.org/officeDocument/2006/relationships/image" Target="../media/image118.png"/><Relationship Id="rId34" Type="http://schemas.openxmlformats.org/officeDocument/2006/relationships/customXml" Target="../ink/ink123.xml"/><Relationship Id="rId42" Type="http://schemas.openxmlformats.org/officeDocument/2006/relationships/customXml" Target="../ink/ink127.xml"/><Relationship Id="rId47" Type="http://schemas.openxmlformats.org/officeDocument/2006/relationships/image" Target="../media/image131.png"/><Relationship Id="rId50" Type="http://schemas.openxmlformats.org/officeDocument/2006/relationships/customXml" Target="../ink/ink131.xml"/><Relationship Id="rId55" Type="http://schemas.openxmlformats.org/officeDocument/2006/relationships/image" Target="../media/image135.png"/><Relationship Id="rId63" Type="http://schemas.openxmlformats.org/officeDocument/2006/relationships/image" Target="../media/image139.png"/><Relationship Id="rId7" Type="http://schemas.openxmlformats.org/officeDocument/2006/relationships/image" Target="../media/image111.png"/><Relationship Id="rId2" Type="http://schemas.openxmlformats.org/officeDocument/2006/relationships/customXml" Target="../ink/ink107.xml"/><Relationship Id="rId16" Type="http://schemas.openxmlformats.org/officeDocument/2006/relationships/customXml" Target="../ink/ink114.xml"/><Relationship Id="rId29" Type="http://schemas.openxmlformats.org/officeDocument/2006/relationships/image" Target="../media/image122.png"/><Relationship Id="rId11" Type="http://schemas.openxmlformats.org/officeDocument/2006/relationships/image" Target="../media/image113.png"/><Relationship Id="rId24" Type="http://schemas.openxmlformats.org/officeDocument/2006/relationships/customXml" Target="../ink/ink118.xml"/><Relationship Id="rId32" Type="http://schemas.openxmlformats.org/officeDocument/2006/relationships/customXml" Target="../ink/ink122.xml"/><Relationship Id="rId37" Type="http://schemas.openxmlformats.org/officeDocument/2006/relationships/image" Target="../media/image126.png"/><Relationship Id="rId40" Type="http://schemas.openxmlformats.org/officeDocument/2006/relationships/customXml" Target="../ink/ink126.xml"/><Relationship Id="rId45" Type="http://schemas.openxmlformats.org/officeDocument/2006/relationships/image" Target="../media/image130.png"/><Relationship Id="rId53" Type="http://schemas.openxmlformats.org/officeDocument/2006/relationships/image" Target="../media/image134.png"/><Relationship Id="rId58" Type="http://schemas.openxmlformats.org/officeDocument/2006/relationships/customXml" Target="../ink/ink135.xml"/><Relationship Id="rId66" Type="http://schemas.openxmlformats.org/officeDocument/2006/relationships/customXml" Target="../ink/ink139.xml"/><Relationship Id="rId5" Type="http://schemas.openxmlformats.org/officeDocument/2006/relationships/image" Target="../media/image110.png"/><Relationship Id="rId61" Type="http://schemas.openxmlformats.org/officeDocument/2006/relationships/image" Target="../media/image138.png"/><Relationship Id="rId19" Type="http://schemas.openxmlformats.org/officeDocument/2006/relationships/image" Target="../media/image117.png"/><Relationship Id="rId14" Type="http://schemas.openxmlformats.org/officeDocument/2006/relationships/customXml" Target="../ink/ink113.xml"/><Relationship Id="rId22" Type="http://schemas.openxmlformats.org/officeDocument/2006/relationships/customXml" Target="../ink/ink117.xml"/><Relationship Id="rId27" Type="http://schemas.openxmlformats.org/officeDocument/2006/relationships/image" Target="../media/image121.png"/><Relationship Id="rId30" Type="http://schemas.openxmlformats.org/officeDocument/2006/relationships/customXml" Target="../ink/ink121.xml"/><Relationship Id="rId35" Type="http://schemas.openxmlformats.org/officeDocument/2006/relationships/image" Target="../media/image125.png"/><Relationship Id="rId43" Type="http://schemas.openxmlformats.org/officeDocument/2006/relationships/image" Target="../media/image129.png"/><Relationship Id="rId48" Type="http://schemas.openxmlformats.org/officeDocument/2006/relationships/customXml" Target="../ink/ink130.xml"/><Relationship Id="rId56" Type="http://schemas.openxmlformats.org/officeDocument/2006/relationships/customXml" Target="../ink/ink134.xml"/><Relationship Id="rId64" Type="http://schemas.openxmlformats.org/officeDocument/2006/relationships/customXml" Target="../ink/ink138.xml"/><Relationship Id="rId8" Type="http://schemas.openxmlformats.org/officeDocument/2006/relationships/customXml" Target="../ink/ink110.xml"/><Relationship Id="rId51" Type="http://schemas.openxmlformats.org/officeDocument/2006/relationships/image" Target="../media/image133.png"/><Relationship Id="rId3" Type="http://schemas.openxmlformats.org/officeDocument/2006/relationships/image" Target="../media/image109.png"/><Relationship Id="rId12" Type="http://schemas.openxmlformats.org/officeDocument/2006/relationships/customXml" Target="../ink/ink112.xml"/><Relationship Id="rId17" Type="http://schemas.openxmlformats.org/officeDocument/2006/relationships/image" Target="../media/image116.png"/><Relationship Id="rId25" Type="http://schemas.openxmlformats.org/officeDocument/2006/relationships/image" Target="../media/image120.png"/><Relationship Id="rId33" Type="http://schemas.openxmlformats.org/officeDocument/2006/relationships/image" Target="../media/image124.png"/><Relationship Id="rId38" Type="http://schemas.openxmlformats.org/officeDocument/2006/relationships/customXml" Target="../ink/ink125.xml"/><Relationship Id="rId46" Type="http://schemas.openxmlformats.org/officeDocument/2006/relationships/customXml" Target="../ink/ink129.xml"/><Relationship Id="rId59" Type="http://schemas.openxmlformats.org/officeDocument/2006/relationships/image" Target="../media/image137.png"/><Relationship Id="rId67" Type="http://schemas.openxmlformats.org/officeDocument/2006/relationships/image" Target="../media/image141.png"/><Relationship Id="rId20" Type="http://schemas.openxmlformats.org/officeDocument/2006/relationships/customXml" Target="../ink/ink116.xml"/><Relationship Id="rId41" Type="http://schemas.openxmlformats.org/officeDocument/2006/relationships/image" Target="../media/image128.png"/><Relationship Id="rId54" Type="http://schemas.openxmlformats.org/officeDocument/2006/relationships/customXml" Target="../ink/ink133.xml"/><Relationship Id="rId62" Type="http://schemas.openxmlformats.org/officeDocument/2006/relationships/customXml" Target="../ink/ink1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9.xml"/><Relationship Id="rId15" Type="http://schemas.openxmlformats.org/officeDocument/2006/relationships/image" Target="../media/image115.png"/><Relationship Id="rId23" Type="http://schemas.openxmlformats.org/officeDocument/2006/relationships/image" Target="../media/image119.png"/><Relationship Id="rId28" Type="http://schemas.openxmlformats.org/officeDocument/2006/relationships/customXml" Target="../ink/ink120.xml"/><Relationship Id="rId36" Type="http://schemas.openxmlformats.org/officeDocument/2006/relationships/customXml" Target="../ink/ink124.xml"/><Relationship Id="rId49" Type="http://schemas.openxmlformats.org/officeDocument/2006/relationships/image" Target="../media/image132.png"/><Relationship Id="rId57" Type="http://schemas.openxmlformats.org/officeDocument/2006/relationships/image" Target="../media/image136.png"/><Relationship Id="rId10" Type="http://schemas.openxmlformats.org/officeDocument/2006/relationships/customXml" Target="../ink/ink111.xml"/><Relationship Id="rId31" Type="http://schemas.openxmlformats.org/officeDocument/2006/relationships/image" Target="../media/image123.png"/><Relationship Id="rId44" Type="http://schemas.openxmlformats.org/officeDocument/2006/relationships/customXml" Target="../ink/ink128.xml"/><Relationship Id="rId52" Type="http://schemas.openxmlformats.org/officeDocument/2006/relationships/customXml" Target="../ink/ink132.xml"/><Relationship Id="rId60" Type="http://schemas.openxmlformats.org/officeDocument/2006/relationships/customXml" Target="../ink/ink136.xml"/><Relationship Id="rId65" Type="http://schemas.openxmlformats.org/officeDocument/2006/relationships/image" Target="../media/image140.png"/><Relationship Id="rId4" Type="http://schemas.openxmlformats.org/officeDocument/2006/relationships/customXml" Target="../ink/ink108.xml"/><Relationship Id="rId9" Type="http://schemas.openxmlformats.org/officeDocument/2006/relationships/image" Target="../media/image112.png"/><Relationship Id="rId13" Type="http://schemas.openxmlformats.org/officeDocument/2006/relationships/image" Target="../media/image114.png"/><Relationship Id="rId18" Type="http://schemas.openxmlformats.org/officeDocument/2006/relationships/customXml" Target="../ink/ink115.xml"/><Relationship Id="rId39" Type="http://schemas.openxmlformats.org/officeDocument/2006/relationships/image" Target="../media/image1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customXml" Target="../ink/ink1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customXml" Target="../ink/ink1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customXml" Target="../ink/ink14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customXml" Target="../ink/ink14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customXml" Target="../ink/ink1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png"/><Relationship Id="rId4" Type="http://schemas.openxmlformats.org/officeDocument/2006/relationships/customXml" Target="../ink/ink14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customXml" Target="../ink/ink14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customXml" Target="../ink/ink14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6C695-5885-A977-977F-CECEA30A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00D33C-7C3D-2944-CDF4-3DCD22EB8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dots and lines&#10;&#10;Description automatically generated">
            <a:extLst>
              <a:ext uri="{FF2B5EF4-FFF2-40B4-BE49-F238E27FC236}">
                <a16:creationId xmlns:a16="http://schemas.microsoft.com/office/drawing/2014/main" id="{95673AD3-0D0D-BE91-2602-6A2AA17027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3" b="20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AE6B6DB4-E044-2A56-171E-8A06616A6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E587D46D-DF4E-024C-8584-7416AC307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1C17D1-10F3-EEF4-4CA7-B0A87A5D8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65D9E-325E-35C0-4E66-02C63841C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8150952" cy="27221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  <a:t>QCML Course</a:t>
            </a:r>
            <a:b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  <a:t>Lab Session - 03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60A928-AD09-62C0-0396-A9C499E1C472}"/>
              </a:ext>
            </a:extLst>
          </p:cNvPr>
          <p:cNvSpPr txBox="1">
            <a:spLocks/>
          </p:cNvSpPr>
          <p:nvPr/>
        </p:nvSpPr>
        <p:spPr>
          <a:xfrm>
            <a:off x="858446" y="4603528"/>
            <a:ext cx="6379116" cy="14465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Bahnschrift" panose="020B0502040204020203" pitchFamily="34" charset="0"/>
              </a:rPr>
              <a:t>By Aniket</a:t>
            </a:r>
            <a:r>
              <a:rPr lang="en-US" sz="2800" dirty="0">
                <a:latin typeface="Bahnschrift" panose="020B0502040204020203" pitchFamily="34" charset="0"/>
              </a:rPr>
              <a:t>,</a:t>
            </a:r>
          </a:p>
          <a:p>
            <a:r>
              <a:rPr lang="en-US" sz="2800" dirty="0">
                <a:latin typeface="Bahnschrift" panose="020B0502040204020203" pitchFamily="34" charset="0"/>
              </a:rPr>
              <a:t>Indian Institute of Technology Delhi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pic>
        <p:nvPicPr>
          <p:cNvPr id="6" name="Picture 5" descr="A red and black logo&#10;&#10;Description automatically generated">
            <a:extLst>
              <a:ext uri="{FF2B5EF4-FFF2-40B4-BE49-F238E27FC236}">
                <a16:creationId xmlns:a16="http://schemas.microsoft.com/office/drawing/2014/main" id="{5E9F9800-E343-70C8-B34F-774A3ED30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04" y="453695"/>
            <a:ext cx="1508631" cy="150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38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E8E24-038E-48F8-AFE6-DEED3B9F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BF72A4-BBAE-7AA7-4509-F42D5E2A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97C17-61D8-81DA-B5F2-C89A24707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D3E39-B06B-21C6-BFE7-A718BE53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137484"/>
            <a:ext cx="8632640" cy="112834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What we have done 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6861F-8916-F4A6-93D7-96ED8B1DC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7" y="2487532"/>
            <a:ext cx="8400621" cy="29797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LAB–01: Installation Guide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LAB–02: Introduction to Quantum Gates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AEB93-E939-2D06-9F0A-35D325C2E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4934F5E-E11C-9F19-33C9-A0243DCF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3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18CB5-15F3-7309-D597-C6070ACC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137484"/>
            <a:ext cx="8632640" cy="112834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What we will do 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9978-002C-9BFE-1416-19A3FD3E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8" y="2487532"/>
            <a:ext cx="7335836" cy="29797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Making a measurement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Introduction to Quantum Circuits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0BFB0-77BD-F0F0-5DA6-9DED1E34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2F6CD4-0133-E173-E8A1-14D214BF7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E80B1-0644-A8B7-2C03-B1F0CCFB6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C2625-1929-16BA-E259-36984FB8F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D5AE15D-6565-C578-0344-D4120F1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5F08C6-2B35-E47D-9932-3DA23DCEE72B}"/>
                  </a:ext>
                </a:extLst>
              </p14:cNvPr>
              <p14:cNvContentPartPr/>
              <p14:nvPr/>
            </p14:nvContentPartPr>
            <p14:xfrm>
              <a:off x="251280" y="12240"/>
              <a:ext cx="11048400" cy="6007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5F08C6-2B35-E47D-9932-3DA23DCEE7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920" y="2880"/>
                <a:ext cx="11067120" cy="60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506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5123E-038B-A70B-87C7-0DCD2EFE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9D6D93-5A77-F79E-48F4-9E039F12A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4F80FF-55BE-84B8-67F6-8E73D4DB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AC92E-6B57-4FE8-D479-8C620C271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4D53AB80-000B-7FE7-FD83-65A64B732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73F017-9B93-AC7A-21F2-D05553B0456A}"/>
                  </a:ext>
                </a:extLst>
              </p14:cNvPr>
              <p14:cNvContentPartPr/>
              <p14:nvPr/>
            </p14:nvContentPartPr>
            <p14:xfrm>
              <a:off x="1033920" y="-238320"/>
              <a:ext cx="6649920" cy="658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73F017-9B93-AC7A-21F2-D05553B045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4560" y="-247680"/>
                <a:ext cx="6668640" cy="66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E122079-C241-8BD8-AB01-B4F0BD4F4B51}"/>
              </a:ext>
            </a:extLst>
          </p:cNvPr>
          <p:cNvGrpSpPr/>
          <p:nvPr/>
        </p:nvGrpSpPr>
        <p:grpSpPr>
          <a:xfrm>
            <a:off x="7960087" y="2378141"/>
            <a:ext cx="3767040" cy="1906200"/>
            <a:chOff x="7960087" y="2378141"/>
            <a:chExt cx="3767040" cy="19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32B109-E002-F806-EC9A-314D2DAD3CFA}"/>
                    </a:ext>
                  </a:extLst>
                </p14:cNvPr>
                <p14:cNvContentPartPr/>
                <p14:nvPr/>
              </p14:nvContentPartPr>
              <p14:xfrm>
                <a:off x="8565247" y="3124781"/>
                <a:ext cx="401040" cy="694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32B109-E002-F806-EC9A-314D2DAD3C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59127" y="3118661"/>
                  <a:ext cx="41328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8B9A17-09B5-EB99-D0C4-70589A254627}"/>
                    </a:ext>
                  </a:extLst>
                </p14:cNvPr>
                <p14:cNvContentPartPr/>
                <p14:nvPr/>
              </p14:nvContentPartPr>
              <p14:xfrm>
                <a:off x="9165367" y="3315221"/>
                <a:ext cx="337680" cy="86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8B9A17-09B5-EB99-D0C4-70589A2546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59247" y="3309101"/>
                  <a:ext cx="349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3A9FB8-34E6-7FC0-D7DE-75B35887E84B}"/>
                    </a:ext>
                  </a:extLst>
                </p14:cNvPr>
                <p14:cNvContentPartPr/>
                <p14:nvPr/>
              </p14:nvContentPartPr>
              <p14:xfrm>
                <a:off x="9054847" y="3412061"/>
                <a:ext cx="500760" cy="278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3A9FB8-34E6-7FC0-D7DE-75B35887E8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48727" y="3405941"/>
                  <a:ext cx="5130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C44E09-517B-EFA8-D44A-2C47DE8D8A7F}"/>
                    </a:ext>
                  </a:extLst>
                </p14:cNvPr>
                <p14:cNvContentPartPr/>
                <p14:nvPr/>
              </p14:nvContentPartPr>
              <p14:xfrm>
                <a:off x="9744247" y="3067181"/>
                <a:ext cx="129600" cy="541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C44E09-517B-EFA8-D44A-2C47DE8D8A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38127" y="3061061"/>
                  <a:ext cx="1418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C0FA85-7593-3D30-C757-BCDB8407E4DA}"/>
                    </a:ext>
                  </a:extLst>
                </p14:cNvPr>
                <p14:cNvContentPartPr/>
                <p14:nvPr/>
              </p14:nvContentPartPr>
              <p14:xfrm>
                <a:off x="10022887" y="3145301"/>
                <a:ext cx="224280" cy="226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C0FA85-7593-3D30-C757-BCDB8407E4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016767" y="3139181"/>
                  <a:ext cx="236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CCCD46-D174-CBE3-A1CF-B7AC33B818BE}"/>
                    </a:ext>
                  </a:extLst>
                </p14:cNvPr>
                <p14:cNvContentPartPr/>
                <p14:nvPr/>
              </p14:nvContentPartPr>
              <p14:xfrm>
                <a:off x="10228807" y="3066461"/>
                <a:ext cx="369720" cy="42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CCCD46-D174-CBE3-A1CF-B7AC33B818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22687" y="3060341"/>
                  <a:ext cx="3819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86DE0C-29D9-A5A9-90A3-3CF526C10635}"/>
                    </a:ext>
                  </a:extLst>
                </p14:cNvPr>
                <p14:cNvContentPartPr/>
                <p14:nvPr/>
              </p14:nvContentPartPr>
              <p14:xfrm>
                <a:off x="11040607" y="3058181"/>
                <a:ext cx="110520" cy="373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86DE0C-29D9-A5A9-90A3-3CF526C106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034487" y="3052061"/>
                  <a:ext cx="1227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4697099-C725-2B1A-7DB2-E79CCECF4E13}"/>
                    </a:ext>
                  </a:extLst>
                </p14:cNvPr>
                <p14:cNvContentPartPr/>
                <p14:nvPr/>
              </p14:nvContentPartPr>
              <p14:xfrm>
                <a:off x="10785727" y="3009581"/>
                <a:ext cx="471960" cy="28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4697099-C725-2B1A-7DB2-E79CCECF4E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779607" y="3003461"/>
                  <a:ext cx="4842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EB00A01-A8B4-C3D8-7DF1-26E5432779AC}"/>
                    </a:ext>
                  </a:extLst>
                </p14:cNvPr>
                <p14:cNvContentPartPr/>
                <p14:nvPr/>
              </p14:nvContentPartPr>
              <p14:xfrm>
                <a:off x="7960087" y="2378141"/>
                <a:ext cx="3767040" cy="1677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EB00A01-A8B4-C3D8-7DF1-26E5432779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53967" y="2372021"/>
                  <a:ext cx="3779280" cy="16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ABA382E-55B2-9C11-7834-6B405BFC837E}"/>
                    </a:ext>
                  </a:extLst>
                </p14:cNvPr>
                <p14:cNvContentPartPr/>
                <p14:nvPr/>
              </p14:nvContentPartPr>
              <p14:xfrm>
                <a:off x="8362567" y="3183461"/>
                <a:ext cx="289800" cy="49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ABA382E-55B2-9C11-7834-6B405BFC83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56447" y="3177341"/>
                  <a:ext cx="3020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0D60DD-CB17-F0B1-1A5A-94628EF2AE1A}"/>
                    </a:ext>
                  </a:extLst>
                </p14:cNvPr>
                <p14:cNvContentPartPr/>
                <p14:nvPr/>
              </p14:nvContentPartPr>
              <p14:xfrm>
                <a:off x="8330527" y="3743981"/>
                <a:ext cx="3022200" cy="442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0D60DD-CB17-F0B1-1A5A-94628EF2AE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24407" y="3737861"/>
                  <a:ext cx="30344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D55233-E8B3-3C05-43BE-909B03CE4EC6}"/>
                    </a:ext>
                  </a:extLst>
                </p14:cNvPr>
                <p14:cNvContentPartPr/>
                <p14:nvPr/>
              </p14:nvContentPartPr>
              <p14:xfrm>
                <a:off x="8502607" y="3842261"/>
                <a:ext cx="2609280" cy="442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D55233-E8B3-3C05-43BE-909B03CE4E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96487" y="3836141"/>
                  <a:ext cx="2621520" cy="45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A0194A5-1A6D-B2F9-DDD6-442C2D733B97}"/>
                  </a:ext>
                </a:extLst>
              </p14:cNvPr>
              <p14:cNvContentPartPr/>
              <p14:nvPr/>
            </p14:nvContentPartPr>
            <p14:xfrm>
              <a:off x="650160" y="-64440"/>
              <a:ext cx="10320480" cy="6088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A0194A5-1A6D-B2F9-DDD6-442C2D733B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0800" y="-73800"/>
                <a:ext cx="10339200" cy="610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411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867BD-E749-FD82-6B15-AC679E00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BE11C2-A0CF-222D-65D7-BB8B30F19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BEF200-DF20-34E2-B883-54DAEFCCF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20E13-71A3-3ACB-B988-6A6146AB3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95C76566-AAF8-CB9D-EE62-B911C9A4A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463C70-595B-4C9F-5AFD-2C3558BE31D8}"/>
                  </a:ext>
                </a:extLst>
              </p14:cNvPr>
              <p14:cNvContentPartPr/>
              <p14:nvPr/>
            </p14:nvContentPartPr>
            <p14:xfrm>
              <a:off x="969120" y="174960"/>
              <a:ext cx="9173520" cy="654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463C70-595B-4C9F-5AFD-2C3558BE31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9760" y="165600"/>
                <a:ext cx="9192240" cy="65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156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3D99A-F35B-9AD6-06D0-5EE995AE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94CD07-C181-6C03-7B2A-BF5A1CDE5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6E663-3F12-78FE-67DD-55E7A618B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44EEA0-88DE-ED77-3C73-6D2F1B5D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8BB00C9A-9881-FDD0-AA6B-06F28C122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A530DF-C405-1A98-CFCE-53C1F0FFC062}"/>
                  </a:ext>
                </a:extLst>
              </p14:cNvPr>
              <p14:cNvContentPartPr/>
              <p14:nvPr/>
            </p14:nvContentPartPr>
            <p14:xfrm>
              <a:off x="29160" y="55080"/>
              <a:ext cx="11982960" cy="660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A530DF-C405-1A98-CFCE-53C1F0FFC0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00" y="45720"/>
                <a:ext cx="12001680" cy="66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922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82DF7-1A5A-395D-A1FF-C3C30A58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653453-6DBE-A735-7A6A-4BCE0939D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1A5B7-D7E7-D7A6-E518-201A990A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DA191-D5A4-E7BA-749F-82A460CE0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597CC1C3-43DE-A42D-CF10-25CB0B458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FE55B2-10C2-D39C-3133-CBE1ABE47CBD}"/>
                  </a:ext>
                </a:extLst>
              </p14:cNvPr>
              <p14:cNvContentPartPr/>
              <p14:nvPr/>
            </p14:nvContentPartPr>
            <p14:xfrm>
              <a:off x="0" y="-57600"/>
              <a:ext cx="12121200" cy="663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FE55B2-10C2-D39C-3133-CBE1ABE47C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-66960"/>
                <a:ext cx="12139920" cy="66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811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878B2-43C3-978A-0A2F-F89A219B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6E4280-AE66-AD1A-6FBC-56FF8266B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D85923-57FD-2EEC-3816-9BDB50807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14EB31-005D-0A01-BC1A-7C2BA51F3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774518BD-B130-B2D2-1E38-BC4F3FF77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0AB274-950E-1719-F138-3FD72E894605}"/>
                  </a:ext>
                </a:extLst>
              </p14:cNvPr>
              <p14:cNvContentPartPr/>
              <p14:nvPr/>
            </p14:nvContentPartPr>
            <p14:xfrm>
              <a:off x="1314360" y="189360"/>
              <a:ext cx="4924080" cy="550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0AB274-950E-1719-F138-3FD72E8946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5000" y="180000"/>
                <a:ext cx="4942800" cy="55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880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10916-E11D-BC72-16FD-3B214EA0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6521E8-BBB7-3C1D-73D7-04B5E5C8A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431BDC-432D-4622-B455-FD20364EF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A2068-2877-33A4-158F-4ADB0B3D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32E5E9FA-715C-8454-8C71-3E8A628AC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C87F35-5ADC-72A9-43BE-7E79A94EF046}"/>
                  </a:ext>
                </a:extLst>
              </p14:cNvPr>
              <p14:cNvContentPartPr/>
              <p14:nvPr/>
            </p14:nvContentPartPr>
            <p14:xfrm>
              <a:off x="430560" y="38160"/>
              <a:ext cx="7081920" cy="6298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C87F35-5ADC-72A9-43BE-7E79A94EF0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200" y="28800"/>
                <a:ext cx="7100640" cy="63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2D887ED-4A93-0089-7256-4A67ABB79116}"/>
              </a:ext>
            </a:extLst>
          </p:cNvPr>
          <p:cNvGrpSpPr/>
          <p:nvPr/>
        </p:nvGrpSpPr>
        <p:grpSpPr>
          <a:xfrm>
            <a:off x="2823247" y="709181"/>
            <a:ext cx="7726320" cy="3071520"/>
            <a:chOff x="2823247" y="709181"/>
            <a:chExt cx="7726320" cy="30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DDF969-FF57-314C-B675-FD7A8536CDCF}"/>
                    </a:ext>
                  </a:extLst>
                </p14:cNvPr>
                <p14:cNvContentPartPr/>
                <p14:nvPr/>
              </p14:nvContentPartPr>
              <p14:xfrm>
                <a:off x="2823247" y="709181"/>
                <a:ext cx="1240200" cy="2492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DDF969-FF57-314C-B675-FD7A8536CD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17127" y="703061"/>
                  <a:ext cx="1252440" cy="25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4885DC-DA9E-0977-6A21-782BC3132A52}"/>
                    </a:ext>
                  </a:extLst>
                </p14:cNvPr>
                <p14:cNvContentPartPr/>
                <p14:nvPr/>
              </p14:nvContentPartPr>
              <p14:xfrm>
                <a:off x="3518047" y="3180941"/>
                <a:ext cx="275760" cy="43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4885DC-DA9E-0977-6A21-782BC3132A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11927" y="3174821"/>
                  <a:ext cx="2880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7E98F3-5F0E-FD75-260A-042D7FF141BD}"/>
                    </a:ext>
                  </a:extLst>
                </p14:cNvPr>
                <p14:cNvContentPartPr/>
                <p14:nvPr/>
              </p14:nvContentPartPr>
              <p14:xfrm>
                <a:off x="3827287" y="3185981"/>
                <a:ext cx="153360" cy="30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7E98F3-5F0E-FD75-260A-042D7FF141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21167" y="3179861"/>
                  <a:ext cx="165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9C0923-5415-22BD-270E-2AFFD434BE9F}"/>
                    </a:ext>
                  </a:extLst>
                </p14:cNvPr>
                <p14:cNvContentPartPr/>
                <p14:nvPr/>
              </p14:nvContentPartPr>
              <p14:xfrm>
                <a:off x="4074247" y="3136661"/>
                <a:ext cx="423000" cy="491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9C0923-5415-22BD-270E-2AFFD434BE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68127" y="3130541"/>
                  <a:ext cx="4352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17FE6A-FBE5-FB0D-E87D-2762B45781BA}"/>
                    </a:ext>
                  </a:extLst>
                </p14:cNvPr>
                <p14:cNvContentPartPr/>
                <p14:nvPr/>
              </p14:nvContentPartPr>
              <p14:xfrm>
                <a:off x="4395367" y="2886461"/>
                <a:ext cx="20880" cy="2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17FE6A-FBE5-FB0D-E87D-2762B45781B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89247" y="2880341"/>
                  <a:ext cx="3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FF9D68-3578-1775-7AB2-E544ACE23E18}"/>
                    </a:ext>
                  </a:extLst>
                </p14:cNvPr>
                <p14:cNvContentPartPr/>
                <p14:nvPr/>
              </p14:nvContentPartPr>
              <p14:xfrm>
                <a:off x="4667167" y="3057821"/>
                <a:ext cx="153720" cy="312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FF9D68-3578-1775-7AB2-E544ACE23E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61047" y="3051701"/>
                  <a:ext cx="1659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2911427-31E2-5C5A-8F5D-92FC56CF978E}"/>
                    </a:ext>
                  </a:extLst>
                </p14:cNvPr>
                <p14:cNvContentPartPr/>
                <p14:nvPr/>
              </p14:nvContentPartPr>
              <p14:xfrm>
                <a:off x="4936447" y="2846141"/>
                <a:ext cx="71280" cy="506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2911427-31E2-5C5A-8F5D-92FC56CF97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30327" y="2840021"/>
                  <a:ext cx="835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CDFAD43-A351-9BE4-31C6-2D6CD12FC752}"/>
                    </a:ext>
                  </a:extLst>
                </p14:cNvPr>
                <p14:cNvContentPartPr/>
                <p14:nvPr/>
              </p14:nvContentPartPr>
              <p14:xfrm>
                <a:off x="4919887" y="3038381"/>
                <a:ext cx="326520" cy="131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CDFAD43-A351-9BE4-31C6-2D6CD12FC7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13767" y="3032261"/>
                  <a:ext cx="338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F3C621-C26F-6E73-889E-13BFA1FE6DF1}"/>
                    </a:ext>
                  </a:extLst>
                </p14:cNvPr>
                <p14:cNvContentPartPr/>
                <p14:nvPr/>
              </p14:nvContentPartPr>
              <p14:xfrm>
                <a:off x="5225167" y="3017141"/>
                <a:ext cx="441720" cy="27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EF3C621-C26F-6E73-889E-13BFA1FE6D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19047" y="3011021"/>
                  <a:ext cx="453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F66FF9-4461-D4F4-C2D1-D1338EFB1AE8}"/>
                    </a:ext>
                  </a:extLst>
                </p14:cNvPr>
                <p14:cNvContentPartPr/>
                <p14:nvPr/>
              </p14:nvContentPartPr>
              <p14:xfrm>
                <a:off x="5719807" y="2941541"/>
                <a:ext cx="130680" cy="257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F66FF9-4461-D4F4-C2D1-D1338EFB1AE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3687" y="2935421"/>
                  <a:ext cx="142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0697A1-5856-0D2C-35B6-F72A72D26E41}"/>
                    </a:ext>
                  </a:extLst>
                </p14:cNvPr>
                <p14:cNvContentPartPr/>
                <p14:nvPr/>
              </p14:nvContentPartPr>
              <p14:xfrm>
                <a:off x="5879647" y="2963861"/>
                <a:ext cx="270000" cy="254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60697A1-5856-0D2C-35B6-F72A72D26E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73527" y="2957741"/>
                  <a:ext cx="2822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7AA954-E9EF-71DA-B10C-108FB1C954B8}"/>
                    </a:ext>
                  </a:extLst>
                </p14:cNvPr>
                <p14:cNvContentPartPr/>
                <p14:nvPr/>
              </p14:nvContentPartPr>
              <p14:xfrm>
                <a:off x="3660607" y="3260861"/>
                <a:ext cx="2501280" cy="519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7AA954-E9EF-71DA-B10C-108FB1C954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54487" y="3254741"/>
                  <a:ext cx="25135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7F8D7B-73B4-AED9-5934-17BA10EE4239}"/>
                    </a:ext>
                  </a:extLst>
                </p14:cNvPr>
                <p14:cNvContentPartPr/>
                <p14:nvPr/>
              </p14:nvContentPartPr>
              <p14:xfrm>
                <a:off x="6818167" y="2351861"/>
                <a:ext cx="1186560" cy="627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7F8D7B-73B4-AED9-5934-17BA10EE42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12047" y="2345741"/>
                  <a:ext cx="119880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C45E68-DFBF-A637-9250-4CA41D90506D}"/>
                    </a:ext>
                  </a:extLst>
                </p14:cNvPr>
                <p14:cNvContentPartPr/>
                <p14:nvPr/>
              </p14:nvContentPartPr>
              <p14:xfrm>
                <a:off x="8380927" y="2732741"/>
                <a:ext cx="416880" cy="356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C45E68-DFBF-A637-9250-4CA41D9050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74807" y="2726621"/>
                  <a:ext cx="4291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D0A725-78F9-BB6D-170D-71D7A928C44D}"/>
                    </a:ext>
                  </a:extLst>
                </p14:cNvPr>
                <p14:cNvContentPartPr/>
                <p14:nvPr/>
              </p14:nvContentPartPr>
              <p14:xfrm>
                <a:off x="8599087" y="2560661"/>
                <a:ext cx="11520" cy="29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D0A725-78F9-BB6D-170D-71D7A928C4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92967" y="2554541"/>
                  <a:ext cx="23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F7630E-8CDB-2551-9B09-8E88415C607A}"/>
                    </a:ext>
                  </a:extLst>
                </p14:cNvPr>
                <p14:cNvContentPartPr/>
                <p14:nvPr/>
              </p14:nvContentPartPr>
              <p14:xfrm>
                <a:off x="8819407" y="2784581"/>
                <a:ext cx="224640" cy="228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F7630E-8CDB-2551-9B09-8E88415C607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13287" y="2778461"/>
                  <a:ext cx="236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EAE2F9-591B-01B4-678E-30253C0BBD46}"/>
                    </a:ext>
                  </a:extLst>
                </p14:cNvPr>
                <p14:cNvContentPartPr/>
                <p14:nvPr/>
              </p14:nvContentPartPr>
              <p14:xfrm>
                <a:off x="9104527" y="2709701"/>
                <a:ext cx="692280" cy="320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EAE2F9-591B-01B4-678E-30253C0BBD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98407" y="2703581"/>
                  <a:ext cx="704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A618A7C-B210-ACC5-F929-8FB7661400D3}"/>
                    </a:ext>
                  </a:extLst>
                </p14:cNvPr>
                <p14:cNvContentPartPr/>
                <p14:nvPr/>
              </p14:nvContentPartPr>
              <p14:xfrm>
                <a:off x="9678727" y="2428541"/>
                <a:ext cx="25920" cy="4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A618A7C-B210-ACC5-F929-8FB7661400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72607" y="2422421"/>
                  <a:ext cx="38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E0574F-8E0B-EF13-F2A0-CB147B34699A}"/>
                    </a:ext>
                  </a:extLst>
                </p14:cNvPr>
                <p14:cNvContentPartPr/>
                <p14:nvPr/>
              </p14:nvContentPartPr>
              <p14:xfrm>
                <a:off x="9954127" y="2334221"/>
                <a:ext cx="49320" cy="413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E0574F-8E0B-EF13-F2A0-CB147B3469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48007" y="2328101"/>
                  <a:ext cx="615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32420D-B97D-B49A-0766-67C31CC936C3}"/>
                    </a:ext>
                  </a:extLst>
                </p14:cNvPr>
                <p14:cNvContentPartPr/>
                <p14:nvPr/>
              </p14:nvContentPartPr>
              <p14:xfrm>
                <a:off x="9811567" y="2499461"/>
                <a:ext cx="239040" cy="69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32420D-B97D-B49A-0766-67C31CC936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05447" y="2493341"/>
                  <a:ext cx="251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F6D192-AFCF-D43B-6555-5357DD8B8F7A}"/>
                    </a:ext>
                  </a:extLst>
                </p14:cNvPr>
                <p14:cNvContentPartPr/>
                <p14:nvPr/>
              </p14:nvContentPartPr>
              <p14:xfrm>
                <a:off x="10006327" y="2390381"/>
                <a:ext cx="411480" cy="412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F6D192-AFCF-D43B-6555-5357DD8B8F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00207" y="2384261"/>
                  <a:ext cx="4237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F182A7-03B0-38BD-A76D-7E42B1057302}"/>
                    </a:ext>
                  </a:extLst>
                </p14:cNvPr>
                <p14:cNvContentPartPr/>
                <p14:nvPr/>
              </p14:nvContentPartPr>
              <p14:xfrm>
                <a:off x="8491807" y="2933261"/>
                <a:ext cx="2057760" cy="37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F182A7-03B0-38BD-A76D-7E42B10573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85687" y="2927141"/>
                  <a:ext cx="2070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85E15D6-C6E8-24B5-FAC4-AB9E9A254E04}"/>
                    </a:ext>
                  </a:extLst>
                </p14:cNvPr>
                <p14:cNvContentPartPr/>
                <p14:nvPr/>
              </p14:nvContentPartPr>
              <p14:xfrm>
                <a:off x="8376967" y="3021821"/>
                <a:ext cx="2122920" cy="405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85E15D6-C6E8-24B5-FAC4-AB9E9A254E0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70847" y="3015701"/>
                  <a:ext cx="2135160" cy="41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095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26278-44F2-3F7B-5DB8-586575293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D79508-68D0-DA94-6190-A5D7786DD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D133D9-7FE5-8036-FC72-E5B0BAE4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A8824E-F0BE-B07A-1B84-017FF6819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4B386524-A6A5-7A15-77E1-91B6B73A8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6645BD-A30A-0DB6-5FE6-D10F0FA89258}"/>
                  </a:ext>
                </a:extLst>
              </p14:cNvPr>
              <p14:cNvContentPartPr/>
              <p14:nvPr/>
            </p14:nvContentPartPr>
            <p14:xfrm>
              <a:off x="1227960" y="110520"/>
              <a:ext cx="7896240" cy="506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6645BD-A30A-0DB6-5FE6-D10F0FA892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8600" y="101160"/>
                <a:ext cx="7914960" cy="508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3787EB4-E80E-97B8-80F7-E20261504DA4}"/>
              </a:ext>
            </a:extLst>
          </p:cNvPr>
          <p:cNvGrpSpPr/>
          <p:nvPr/>
        </p:nvGrpSpPr>
        <p:grpSpPr>
          <a:xfrm>
            <a:off x="847207" y="1280861"/>
            <a:ext cx="4659120" cy="4513680"/>
            <a:chOff x="847207" y="1280861"/>
            <a:chExt cx="4659120" cy="451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037E87D-F0CD-662A-FBC7-BD67A634E160}"/>
                    </a:ext>
                  </a:extLst>
                </p14:cNvPr>
                <p14:cNvContentPartPr/>
                <p14:nvPr/>
              </p14:nvContentPartPr>
              <p14:xfrm>
                <a:off x="847207" y="1280861"/>
                <a:ext cx="1106280" cy="3684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037E87D-F0CD-662A-FBC7-BD67A634E1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1087" y="1274741"/>
                  <a:ext cx="1118520" cy="36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41D408-C9A2-06C7-5671-2E79960AF7FE}"/>
                    </a:ext>
                  </a:extLst>
                </p14:cNvPr>
                <p14:cNvContentPartPr/>
                <p14:nvPr/>
              </p14:nvContentPartPr>
              <p14:xfrm>
                <a:off x="2633167" y="4737221"/>
                <a:ext cx="2873160" cy="105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41D408-C9A2-06C7-5671-2E79960AF7F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27047" y="4731101"/>
                  <a:ext cx="2885400" cy="10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412D73D-7092-CB18-D0C2-6582692CB39B}"/>
                  </a:ext>
                </a:extLst>
              </p14:cNvPr>
              <p14:cNvContentPartPr/>
              <p14:nvPr/>
            </p14:nvContentPartPr>
            <p14:xfrm>
              <a:off x="1044487" y="5076701"/>
              <a:ext cx="752760" cy="586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412D73D-7092-CB18-D0C2-6582692CB3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8367" y="5070581"/>
                <a:ext cx="76500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3E979C-9F27-CA9A-8C8D-F0976F819542}"/>
                  </a:ext>
                </a:extLst>
              </p14:cNvPr>
              <p14:cNvContentPartPr/>
              <p14:nvPr/>
            </p14:nvContentPartPr>
            <p14:xfrm>
              <a:off x="3095407" y="4810661"/>
              <a:ext cx="3348000" cy="615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3E979C-9F27-CA9A-8C8D-F0976F8195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9287" y="4804541"/>
                <a:ext cx="3360240" cy="62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075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F2EE3-DBD7-0025-D808-53A84D10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9E25DB-6682-5C5E-0E14-E9EFC5019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CA48B-5E86-9182-8150-24D6578D1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2AD819-857A-FA92-5136-54BA17495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7149A2A6-5E14-4042-F6B8-4AF98B46E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4969CC-86F8-9140-A696-6CC970A63256}"/>
                  </a:ext>
                </a:extLst>
              </p14:cNvPr>
              <p14:cNvContentPartPr/>
              <p14:nvPr/>
            </p14:nvContentPartPr>
            <p14:xfrm>
              <a:off x="524520" y="25920"/>
              <a:ext cx="9331200" cy="667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4969CC-86F8-9140-A696-6CC970A632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160" y="16560"/>
                <a:ext cx="9349920" cy="669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3DBF37F-36B7-EF0E-0BAC-41BEFC359E8A}"/>
              </a:ext>
            </a:extLst>
          </p:cNvPr>
          <p:cNvGrpSpPr/>
          <p:nvPr/>
        </p:nvGrpSpPr>
        <p:grpSpPr>
          <a:xfrm>
            <a:off x="8897887" y="3503861"/>
            <a:ext cx="2663280" cy="1960200"/>
            <a:chOff x="8897887" y="3503861"/>
            <a:chExt cx="2663280" cy="19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9B4C70-45D0-C1DF-C59C-CE1C70F85F75}"/>
                    </a:ext>
                  </a:extLst>
                </p14:cNvPr>
                <p14:cNvContentPartPr/>
                <p14:nvPr/>
              </p14:nvContentPartPr>
              <p14:xfrm>
                <a:off x="10157887" y="3731741"/>
                <a:ext cx="222480" cy="844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9B4C70-45D0-C1DF-C59C-CE1C70F85F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51767" y="3725621"/>
                  <a:ext cx="23472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864B465-B35D-9EF3-8723-16A2C0E6BC71}"/>
                    </a:ext>
                  </a:extLst>
                </p14:cNvPr>
                <p14:cNvContentPartPr/>
                <p14:nvPr/>
              </p14:nvContentPartPr>
              <p14:xfrm>
                <a:off x="10385407" y="3873221"/>
                <a:ext cx="176400" cy="46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864B465-B35D-9EF3-8723-16A2C0E6BC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79287" y="3867101"/>
                  <a:ext cx="1886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EE9165-789C-8EFD-D643-D5EB9F56D05C}"/>
                    </a:ext>
                  </a:extLst>
                </p14:cNvPr>
                <p14:cNvContentPartPr/>
                <p14:nvPr/>
              </p14:nvContentPartPr>
              <p14:xfrm>
                <a:off x="10773487" y="3854141"/>
                <a:ext cx="272520" cy="381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EE9165-789C-8EFD-D643-D5EB9F56D0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67367" y="3848021"/>
                  <a:ext cx="2847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71ACD0-3DA7-97D7-A0BF-660F01BF0231}"/>
                    </a:ext>
                  </a:extLst>
                </p14:cNvPr>
                <p14:cNvContentPartPr/>
                <p14:nvPr/>
              </p14:nvContentPartPr>
              <p14:xfrm>
                <a:off x="11131687" y="3503861"/>
                <a:ext cx="429480" cy="610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71ACD0-3DA7-97D7-A0BF-660F01BF0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25567" y="3497741"/>
                  <a:ext cx="4417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B6DA68B-9DB8-60F7-C77C-16033ED4D9E0}"/>
                    </a:ext>
                  </a:extLst>
                </p14:cNvPr>
                <p14:cNvContentPartPr/>
                <p14:nvPr/>
              </p14:nvContentPartPr>
              <p14:xfrm>
                <a:off x="10155727" y="4378301"/>
                <a:ext cx="1304280" cy="454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B6DA68B-9DB8-60F7-C77C-16033ED4D9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49607" y="4372181"/>
                  <a:ext cx="131652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BFFAB8-6545-8832-D2C6-E116916547D6}"/>
                    </a:ext>
                  </a:extLst>
                </p14:cNvPr>
                <p14:cNvContentPartPr/>
                <p14:nvPr/>
              </p14:nvContentPartPr>
              <p14:xfrm>
                <a:off x="10172287" y="4567661"/>
                <a:ext cx="1145520" cy="46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BFFAB8-6545-8832-D2C6-E116916547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66167" y="4561541"/>
                  <a:ext cx="11577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EC0D62-31A5-A9B9-155C-B11EF4D44A8D}"/>
                    </a:ext>
                  </a:extLst>
                </p14:cNvPr>
                <p14:cNvContentPartPr/>
                <p14:nvPr/>
              </p14:nvContentPartPr>
              <p14:xfrm>
                <a:off x="9085807" y="4337621"/>
                <a:ext cx="74520" cy="660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EC0D62-31A5-A9B9-155C-B11EF4D44A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79687" y="4331501"/>
                  <a:ext cx="8676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6E6DF5-E61F-2BD4-13E1-D5EBC8C076A1}"/>
                    </a:ext>
                  </a:extLst>
                </p14:cNvPr>
                <p14:cNvContentPartPr/>
                <p14:nvPr/>
              </p14:nvContentPartPr>
              <p14:xfrm>
                <a:off x="9250687" y="4499621"/>
                <a:ext cx="267840" cy="262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6E6DF5-E61F-2BD4-13E1-D5EBC8C076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44567" y="4493501"/>
                  <a:ext cx="2800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7DA673-BFEC-714D-FC0E-E7D89C4C99ED}"/>
                    </a:ext>
                  </a:extLst>
                </p14:cNvPr>
                <p14:cNvContentPartPr/>
                <p14:nvPr/>
              </p14:nvContentPartPr>
              <p14:xfrm>
                <a:off x="9678007" y="4418981"/>
                <a:ext cx="134640" cy="274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7DA673-BFEC-714D-FC0E-E7D89C4C99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71887" y="4412861"/>
                  <a:ext cx="146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856F1F-41AD-81DB-8311-A06225AEF0CE}"/>
                    </a:ext>
                  </a:extLst>
                </p14:cNvPr>
                <p14:cNvContentPartPr/>
                <p14:nvPr/>
              </p14:nvContentPartPr>
              <p14:xfrm>
                <a:off x="10008487" y="4184261"/>
                <a:ext cx="78840" cy="378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856F1F-41AD-81DB-8311-A06225AEF0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02367" y="4178141"/>
                  <a:ext cx="910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A2384A-BC7A-2C09-D8E0-3A2FC42FA6BF}"/>
                    </a:ext>
                  </a:extLst>
                </p14:cNvPr>
                <p14:cNvContentPartPr/>
                <p14:nvPr/>
              </p14:nvContentPartPr>
              <p14:xfrm>
                <a:off x="9835687" y="4314941"/>
                <a:ext cx="56880" cy="5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A2384A-BC7A-2C09-D8E0-3A2FC42FA6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29567" y="4308821"/>
                  <a:ext cx="691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896F95-A576-2871-91F0-4D73606EFD80}"/>
                    </a:ext>
                  </a:extLst>
                </p14:cNvPr>
                <p14:cNvContentPartPr/>
                <p14:nvPr/>
              </p14:nvContentPartPr>
              <p14:xfrm>
                <a:off x="10186687" y="4512581"/>
                <a:ext cx="20160" cy="1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896F95-A576-2871-91F0-4D73606EFD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80567" y="4506461"/>
                  <a:ext cx="32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021E97-B286-8BE9-5EBB-F5F6A18C55CA}"/>
                    </a:ext>
                  </a:extLst>
                </p14:cNvPr>
                <p14:cNvContentPartPr/>
                <p14:nvPr/>
              </p14:nvContentPartPr>
              <p14:xfrm>
                <a:off x="8932447" y="4735781"/>
                <a:ext cx="1239120" cy="526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021E97-B286-8BE9-5EBB-F5F6A18C55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26327" y="4729661"/>
                  <a:ext cx="1251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46684A-325F-810A-1B7C-6DDC3407974E}"/>
                    </a:ext>
                  </a:extLst>
                </p14:cNvPr>
                <p14:cNvContentPartPr/>
                <p14:nvPr/>
              </p14:nvContentPartPr>
              <p14:xfrm>
                <a:off x="8897887" y="4933061"/>
                <a:ext cx="1042200" cy="53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46684A-325F-810A-1B7C-6DDC340797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91767" y="4926941"/>
                  <a:ext cx="1054440" cy="543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9417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97ABF-3F28-A5D5-4D2A-C6278C4B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132F0C-D4E8-1441-8AB4-DD25AF20D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2C3B45-6A91-E0A9-162E-4A7DEC128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BB1BC-8B2D-B9C7-3AE7-4815FB07E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6124211-C527-EBA3-4C1D-13D723E2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C7E8A3-ED35-B343-D6AC-B70C7EAF906A}"/>
                  </a:ext>
                </a:extLst>
              </p14:cNvPr>
              <p14:cNvContentPartPr/>
              <p14:nvPr/>
            </p14:nvContentPartPr>
            <p14:xfrm>
              <a:off x="571680" y="328320"/>
              <a:ext cx="9431280" cy="505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C7E8A3-ED35-B343-D6AC-B70C7EAF90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320" y="318960"/>
                <a:ext cx="9450000" cy="50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127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07852-34AF-69A5-379A-2287AB08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519BA9-A476-EFE6-5E09-82C066B5A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61CA6-8EEE-420D-59D4-4F1A1ABB7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CAE72-91DA-AC24-488A-C7B959603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CE3A742-2D3F-9F4B-3301-83756DE0B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B2CDC6-AA00-D52B-3BD7-4FDF3B3E6B84}"/>
                  </a:ext>
                </a:extLst>
              </p14:cNvPr>
              <p14:cNvContentPartPr/>
              <p14:nvPr/>
            </p14:nvContentPartPr>
            <p14:xfrm>
              <a:off x="657720" y="405000"/>
              <a:ext cx="11490120" cy="6195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B2CDC6-AA00-D52B-3BD7-4FDF3B3E6B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360" y="395640"/>
                <a:ext cx="11508840" cy="621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99A2494-605F-30CC-BECC-F4A9C1DC3872}"/>
              </a:ext>
            </a:extLst>
          </p:cNvPr>
          <p:cNvGrpSpPr/>
          <p:nvPr/>
        </p:nvGrpSpPr>
        <p:grpSpPr>
          <a:xfrm>
            <a:off x="8086087" y="5835941"/>
            <a:ext cx="3626640" cy="1058760"/>
            <a:chOff x="8086087" y="5835941"/>
            <a:chExt cx="3626640" cy="10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490C77-9A64-6734-0445-F4F0A3D6448D}"/>
                    </a:ext>
                  </a:extLst>
                </p14:cNvPr>
                <p14:cNvContentPartPr/>
                <p14:nvPr/>
              </p14:nvContentPartPr>
              <p14:xfrm>
                <a:off x="8177527" y="6196661"/>
                <a:ext cx="103320" cy="622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490C77-9A64-6734-0445-F4F0A3D644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71407" y="6190541"/>
                  <a:ext cx="1155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3E4C1F0-F5CD-FB9D-D978-EA4C82933FE4}"/>
                    </a:ext>
                  </a:extLst>
                </p14:cNvPr>
                <p14:cNvContentPartPr/>
                <p14:nvPr/>
              </p14:nvContentPartPr>
              <p14:xfrm>
                <a:off x="8086087" y="6039701"/>
                <a:ext cx="326520" cy="524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3E4C1F0-F5CD-FB9D-D978-EA4C82933F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79967" y="6033581"/>
                  <a:ext cx="3387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7D7778A-5806-6F46-F8B2-CDD394E9112A}"/>
                    </a:ext>
                  </a:extLst>
                </p14:cNvPr>
                <p14:cNvContentPartPr/>
                <p14:nvPr/>
              </p14:nvContentPartPr>
              <p14:xfrm>
                <a:off x="8559487" y="6316541"/>
                <a:ext cx="378720" cy="54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7D7778A-5806-6F46-F8B2-CDD394E911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53367" y="6310421"/>
                  <a:ext cx="390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7AFFCF2-8BA5-B812-32F6-32EF79133EF0}"/>
                    </a:ext>
                  </a:extLst>
                </p14:cNvPr>
                <p14:cNvContentPartPr/>
                <p14:nvPr/>
              </p14:nvContentPartPr>
              <p14:xfrm>
                <a:off x="8590447" y="6452621"/>
                <a:ext cx="368640" cy="13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7AFFCF2-8BA5-B812-32F6-32EF79133E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84327" y="6446501"/>
                  <a:ext cx="380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A705C2-059F-3121-0909-D3A7F611D597}"/>
                    </a:ext>
                  </a:extLst>
                </p14:cNvPr>
                <p14:cNvContentPartPr/>
                <p14:nvPr/>
              </p14:nvContentPartPr>
              <p14:xfrm>
                <a:off x="9250687" y="6116741"/>
                <a:ext cx="197640" cy="777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A705C2-059F-3121-0909-D3A7F611D5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44567" y="6110621"/>
                  <a:ext cx="20988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2DDB57-4FA7-1AD2-F801-00C0F0A96573}"/>
                    </a:ext>
                  </a:extLst>
                </p14:cNvPr>
                <p14:cNvContentPartPr/>
                <p14:nvPr/>
              </p14:nvContentPartPr>
              <p14:xfrm>
                <a:off x="9315127" y="5835941"/>
                <a:ext cx="2397600" cy="289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2DDB57-4FA7-1AD2-F801-00C0F0A9657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09007" y="5829821"/>
                  <a:ext cx="2409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A619B8-D4A3-1FCA-F8EE-557CB14EA07F}"/>
                    </a:ext>
                  </a:extLst>
                </p14:cNvPr>
                <p14:cNvContentPartPr/>
                <p14:nvPr/>
              </p14:nvContentPartPr>
              <p14:xfrm>
                <a:off x="9810127" y="6202781"/>
                <a:ext cx="58320" cy="461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A619B8-D4A3-1FCA-F8EE-557CB14EA0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04007" y="6196661"/>
                  <a:ext cx="705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2A15AB2-7A32-1C41-52F1-E3FFEE15D09E}"/>
                    </a:ext>
                  </a:extLst>
                </p14:cNvPr>
                <p14:cNvContentPartPr/>
                <p14:nvPr/>
              </p14:nvContentPartPr>
              <p14:xfrm>
                <a:off x="10041607" y="6439661"/>
                <a:ext cx="457200" cy="45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2A15AB2-7A32-1C41-52F1-E3FFEE15D0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35487" y="6433541"/>
                  <a:ext cx="4694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7655DF-661E-A93E-922E-56972B81D5B2}"/>
                    </a:ext>
                  </a:extLst>
                </p14:cNvPr>
                <p14:cNvContentPartPr/>
                <p14:nvPr/>
              </p14:nvContentPartPr>
              <p14:xfrm>
                <a:off x="10761247" y="6027461"/>
                <a:ext cx="522000" cy="524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7655DF-661E-A93E-922E-56972B81D5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5127" y="6021341"/>
                  <a:ext cx="53424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5A42AD-3F3E-C403-AB61-D1C1DF2F2FA7}"/>
                    </a:ext>
                  </a:extLst>
                </p14:cNvPr>
                <p14:cNvContentPartPr/>
                <p14:nvPr/>
              </p14:nvContentPartPr>
              <p14:xfrm>
                <a:off x="11417887" y="5975261"/>
                <a:ext cx="198360" cy="340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5A42AD-3F3E-C403-AB61-D1C1DF2F2F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11767" y="5969141"/>
                  <a:ext cx="210600" cy="35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119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D5F22-FD99-79A3-83EF-58FBD790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75EA70-562B-12B0-96B4-C834B943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CFAE2-5257-1868-DBCA-EE53AEC24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9071D-57AB-8A14-D013-58D9BB0D8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1B2B9C7B-697C-9FA0-9560-27921DBC0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395E3C-9176-07F2-BA98-15E232574859}"/>
                  </a:ext>
                </a:extLst>
              </p14:cNvPr>
              <p14:cNvContentPartPr/>
              <p14:nvPr/>
            </p14:nvContentPartPr>
            <p14:xfrm>
              <a:off x="398880" y="-71280"/>
              <a:ext cx="11792160" cy="656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395E3C-9176-07F2-BA98-15E2325748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520" y="-80640"/>
                <a:ext cx="11810880" cy="658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0269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60A2B-63D1-FB00-0E3F-E4140FA3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EF3B26-8CA0-E96B-BEB0-73390156D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DD7DE-AAFD-67FF-C6F9-BDC4FA01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0C322-35F5-1270-CA81-D12B223D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180DAA8-8023-4A8C-535C-D159E6C6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B55461-3AB8-E95A-894D-AB83274E5D13}"/>
                  </a:ext>
                </a:extLst>
              </p14:cNvPr>
              <p14:cNvContentPartPr/>
              <p14:nvPr/>
            </p14:nvContentPartPr>
            <p14:xfrm>
              <a:off x="151200" y="121680"/>
              <a:ext cx="11685600" cy="663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B55461-3AB8-E95A-894D-AB83274E5D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840" y="112320"/>
                <a:ext cx="11704320" cy="66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2059C08-82A2-6908-3EBD-26B49414247F}"/>
                  </a:ext>
                </a:extLst>
              </p14:cNvPr>
              <p14:cNvContentPartPr/>
              <p14:nvPr/>
            </p14:nvContentPartPr>
            <p14:xfrm>
              <a:off x="6702247" y="4005701"/>
              <a:ext cx="5165280" cy="1702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2059C08-82A2-6908-3EBD-26B4941424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96127" y="3999581"/>
                <a:ext cx="5177520" cy="171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203616DE-5259-D588-49F4-820C59B50328}"/>
              </a:ext>
            </a:extLst>
          </p:cNvPr>
          <p:cNvGrpSpPr/>
          <p:nvPr/>
        </p:nvGrpSpPr>
        <p:grpSpPr>
          <a:xfrm>
            <a:off x="7393447" y="4423661"/>
            <a:ext cx="4606560" cy="2457000"/>
            <a:chOff x="7393447" y="4423661"/>
            <a:chExt cx="4606560" cy="24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A07A7D-FB08-0F03-91DA-A397BFDFD312}"/>
                    </a:ext>
                  </a:extLst>
                </p14:cNvPr>
                <p14:cNvContentPartPr/>
                <p14:nvPr/>
              </p14:nvContentPartPr>
              <p14:xfrm>
                <a:off x="7697287" y="6152381"/>
                <a:ext cx="105120" cy="595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A07A7D-FB08-0F03-91DA-A397BFDFD3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91167" y="6146261"/>
                  <a:ext cx="1173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C47029-1F71-31F7-1906-04340E2BC005}"/>
                    </a:ext>
                  </a:extLst>
                </p14:cNvPr>
                <p14:cNvContentPartPr/>
                <p14:nvPr/>
              </p14:nvContentPartPr>
              <p14:xfrm>
                <a:off x="8009047" y="6370541"/>
                <a:ext cx="211680" cy="20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C47029-1F71-31F7-1906-04340E2BC0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02927" y="6364421"/>
                  <a:ext cx="223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C227952-8236-8B6C-684B-FB59F34F3A9D}"/>
                    </a:ext>
                  </a:extLst>
                </p14:cNvPr>
                <p14:cNvContentPartPr/>
                <p14:nvPr/>
              </p14:nvContentPartPr>
              <p14:xfrm>
                <a:off x="8238727" y="6129701"/>
                <a:ext cx="224280" cy="53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C227952-8236-8B6C-684B-FB59F34F3A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32607" y="6123581"/>
                  <a:ext cx="23652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59637D-6AAC-05D5-2254-D1E2B9A2F1E6}"/>
                    </a:ext>
                  </a:extLst>
                </p14:cNvPr>
                <p14:cNvContentPartPr/>
                <p14:nvPr/>
              </p14:nvContentPartPr>
              <p14:xfrm>
                <a:off x="8925247" y="6208541"/>
                <a:ext cx="231480" cy="406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59637D-6AAC-05D5-2254-D1E2B9A2F1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19127" y="6202421"/>
                  <a:ext cx="2437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52566AF-ED4D-69A2-F298-087E59423C46}"/>
                    </a:ext>
                  </a:extLst>
                </p14:cNvPr>
                <p14:cNvContentPartPr/>
                <p14:nvPr/>
              </p14:nvContentPartPr>
              <p14:xfrm>
                <a:off x="8914807" y="6315821"/>
                <a:ext cx="285480" cy="195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52566AF-ED4D-69A2-F298-087E59423C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08687" y="6309701"/>
                  <a:ext cx="297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09A600E-BF47-696D-5456-5FE70001ABEA}"/>
                    </a:ext>
                  </a:extLst>
                </p14:cNvPr>
                <p14:cNvContentPartPr/>
                <p14:nvPr/>
              </p14:nvContentPartPr>
              <p14:xfrm>
                <a:off x="8731207" y="6109181"/>
                <a:ext cx="554760" cy="57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09A600E-BF47-696D-5456-5FE70001AB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5087" y="6103061"/>
                  <a:ext cx="56700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7A4941-AF3F-7B49-A600-C8AFA9CFACB9}"/>
                    </a:ext>
                  </a:extLst>
                </p14:cNvPr>
                <p14:cNvContentPartPr/>
                <p14:nvPr/>
              </p14:nvContentPartPr>
              <p14:xfrm>
                <a:off x="9584047" y="6026381"/>
                <a:ext cx="308520" cy="59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7A4941-AF3F-7B49-A600-C8AFA9CFAC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7927" y="6020261"/>
                  <a:ext cx="32076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0F468D2-F5A7-CEBB-2736-37D5BD64D8B6}"/>
                    </a:ext>
                  </a:extLst>
                </p14:cNvPr>
                <p14:cNvContentPartPr/>
                <p14:nvPr/>
              </p14:nvContentPartPr>
              <p14:xfrm>
                <a:off x="9915967" y="6212501"/>
                <a:ext cx="67320" cy="443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0F468D2-F5A7-CEBB-2736-37D5BD64D8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09847" y="6206381"/>
                  <a:ext cx="795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094E8B0-852A-D185-4DB0-49BDCE6C3BC5}"/>
                    </a:ext>
                  </a:extLst>
                </p14:cNvPr>
                <p14:cNvContentPartPr/>
                <p14:nvPr/>
              </p14:nvContentPartPr>
              <p14:xfrm>
                <a:off x="10054207" y="6271541"/>
                <a:ext cx="225000" cy="241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094E8B0-852A-D185-4DB0-49BDCE6C3B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48087" y="6265421"/>
                  <a:ext cx="237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61727D-2A55-B7F6-CBFC-4E3BB98517E9}"/>
                    </a:ext>
                  </a:extLst>
                </p14:cNvPr>
                <p14:cNvContentPartPr/>
                <p14:nvPr/>
              </p14:nvContentPartPr>
              <p14:xfrm>
                <a:off x="10261567" y="6125741"/>
                <a:ext cx="178920" cy="539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61727D-2A55-B7F6-CBFC-4E3BB98517E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55447" y="6119621"/>
                  <a:ext cx="1911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559660-AEB2-5904-ACA8-3BE34FBFED11}"/>
                    </a:ext>
                  </a:extLst>
                </p14:cNvPr>
                <p14:cNvContentPartPr/>
                <p14:nvPr/>
              </p14:nvContentPartPr>
              <p14:xfrm>
                <a:off x="10612567" y="6396461"/>
                <a:ext cx="410400" cy="55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559660-AEB2-5904-ACA8-3BE34FBFED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06447" y="6390341"/>
                  <a:ext cx="422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18EC84-0658-19B2-7C12-E71AD8B2E085}"/>
                    </a:ext>
                  </a:extLst>
                </p14:cNvPr>
                <p14:cNvContentPartPr/>
                <p14:nvPr/>
              </p14:nvContentPartPr>
              <p14:xfrm>
                <a:off x="10769527" y="6202061"/>
                <a:ext cx="160560" cy="402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18EC84-0658-19B2-7C12-E71AD8B2E0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763407" y="6195941"/>
                  <a:ext cx="1728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2792DA-0283-54E9-62BC-8863BC009E78}"/>
                    </a:ext>
                  </a:extLst>
                </p14:cNvPr>
                <p14:cNvContentPartPr/>
                <p14:nvPr/>
              </p14:nvContentPartPr>
              <p14:xfrm>
                <a:off x="11215567" y="6198821"/>
                <a:ext cx="65880" cy="383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2792DA-0283-54E9-62BC-8863BC009E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209447" y="6192701"/>
                  <a:ext cx="781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40117A-7F55-3A94-8B9C-3C4F28310271}"/>
                    </a:ext>
                  </a:extLst>
                </p14:cNvPr>
                <p14:cNvContentPartPr/>
                <p14:nvPr/>
              </p14:nvContentPartPr>
              <p14:xfrm>
                <a:off x="11441287" y="6224381"/>
                <a:ext cx="55440" cy="274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40117A-7F55-3A94-8B9C-3C4F283102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435167" y="6218261"/>
                  <a:ext cx="67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9665BEF-AE72-6032-2BC0-A6E7F1ACB266}"/>
                    </a:ext>
                  </a:extLst>
                </p14:cNvPr>
                <p14:cNvContentPartPr/>
                <p14:nvPr/>
              </p14:nvContentPartPr>
              <p14:xfrm>
                <a:off x="11531287" y="6147701"/>
                <a:ext cx="151200" cy="338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9665BEF-AE72-6032-2BC0-A6E7F1ACB2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25167" y="6141581"/>
                  <a:ext cx="1634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42A8B0F-0FE7-E8C6-4558-4FEBA96FDD6D}"/>
                    </a:ext>
                  </a:extLst>
                </p14:cNvPr>
                <p14:cNvContentPartPr/>
                <p14:nvPr/>
              </p14:nvContentPartPr>
              <p14:xfrm>
                <a:off x="11816047" y="5840981"/>
                <a:ext cx="183960" cy="753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42A8B0F-0FE7-E8C6-4558-4FEBA96FDD6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09927" y="5834861"/>
                  <a:ext cx="19620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0174826-C034-1D4A-DF6A-8DFE83E0DC04}"/>
                    </a:ext>
                  </a:extLst>
                </p14:cNvPr>
                <p14:cNvContentPartPr/>
                <p14:nvPr/>
              </p14:nvContentPartPr>
              <p14:xfrm>
                <a:off x="7664887" y="4710581"/>
                <a:ext cx="136080" cy="796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0174826-C034-1D4A-DF6A-8DFE83E0DC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58767" y="4704461"/>
                  <a:ext cx="14832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76AE20-7C24-781E-7805-EBCC73344F4B}"/>
                    </a:ext>
                  </a:extLst>
                </p14:cNvPr>
                <p14:cNvContentPartPr/>
                <p14:nvPr/>
              </p14:nvContentPartPr>
              <p14:xfrm>
                <a:off x="7920847" y="4835141"/>
                <a:ext cx="232920" cy="294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76AE20-7C24-781E-7805-EBCC73344F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14727" y="4829021"/>
                  <a:ext cx="245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6EDD70B-B46D-4F33-9E8C-207959603C1E}"/>
                    </a:ext>
                  </a:extLst>
                </p14:cNvPr>
                <p14:cNvContentPartPr/>
                <p14:nvPr/>
              </p14:nvContentPartPr>
              <p14:xfrm>
                <a:off x="8320087" y="4844501"/>
                <a:ext cx="147240" cy="243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6EDD70B-B46D-4F33-9E8C-207959603C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13967" y="4838381"/>
                  <a:ext cx="159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244A74-1295-B3BD-91D1-4C4A6683AB16}"/>
                    </a:ext>
                  </a:extLst>
                </p14:cNvPr>
                <p14:cNvContentPartPr/>
                <p14:nvPr/>
              </p14:nvContentPartPr>
              <p14:xfrm>
                <a:off x="8528167" y="4612661"/>
                <a:ext cx="140400" cy="624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244A74-1295-B3BD-91D1-4C4A6683AB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22047" y="4606541"/>
                  <a:ext cx="15264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888998-BDA4-9787-8C55-79FC38BFC44C}"/>
                    </a:ext>
                  </a:extLst>
                </p14:cNvPr>
                <p14:cNvContentPartPr/>
                <p14:nvPr/>
              </p14:nvContentPartPr>
              <p14:xfrm>
                <a:off x="8900047" y="4849181"/>
                <a:ext cx="524880" cy="20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888998-BDA4-9787-8C55-79FC38BFC4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93927" y="4843061"/>
                  <a:ext cx="537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D89131A-8522-556D-D88F-6E5E5EA16132}"/>
                    </a:ext>
                  </a:extLst>
                </p14:cNvPr>
                <p14:cNvContentPartPr/>
                <p14:nvPr/>
              </p14:nvContentPartPr>
              <p14:xfrm>
                <a:off x="9131527" y="4733621"/>
                <a:ext cx="161640" cy="536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D89131A-8522-556D-D88F-6E5E5EA161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5407" y="4727501"/>
                  <a:ext cx="1738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48044A-EE10-6F4D-7915-E37214596796}"/>
                    </a:ext>
                  </a:extLst>
                </p14:cNvPr>
                <p14:cNvContentPartPr/>
                <p14:nvPr/>
              </p14:nvContentPartPr>
              <p14:xfrm>
                <a:off x="9766207" y="4668101"/>
                <a:ext cx="62280" cy="406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48044A-EE10-6F4D-7915-E3721459679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60087" y="4661981"/>
                  <a:ext cx="745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936365-78EC-8065-6FE8-2EE2006566BE}"/>
                    </a:ext>
                  </a:extLst>
                </p14:cNvPr>
                <p14:cNvContentPartPr/>
                <p14:nvPr/>
              </p14:nvContentPartPr>
              <p14:xfrm>
                <a:off x="10003807" y="4748741"/>
                <a:ext cx="270720" cy="182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936365-78EC-8065-6FE8-2EE2006566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97687" y="4742621"/>
                  <a:ext cx="282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60FD03-C4BC-923D-88EB-F2489CC61BAC}"/>
                    </a:ext>
                  </a:extLst>
                </p14:cNvPr>
                <p14:cNvContentPartPr/>
                <p14:nvPr/>
              </p14:nvContentPartPr>
              <p14:xfrm>
                <a:off x="10563967" y="4659821"/>
                <a:ext cx="12600" cy="263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60FD03-C4BC-923D-88EB-F2489CC61B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57847" y="4653701"/>
                  <a:ext cx="248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C74B1D-2302-074C-0108-1AEF7073D322}"/>
                    </a:ext>
                  </a:extLst>
                </p14:cNvPr>
                <p14:cNvContentPartPr/>
                <p14:nvPr/>
              </p14:nvContentPartPr>
              <p14:xfrm>
                <a:off x="10814887" y="4423661"/>
                <a:ext cx="195120" cy="498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C74B1D-2302-074C-0108-1AEF7073D32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08767" y="4417541"/>
                  <a:ext cx="2073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BACE5D-1C28-E0EA-47A2-36E1F10956DC}"/>
                    </a:ext>
                  </a:extLst>
                </p14:cNvPr>
                <p14:cNvContentPartPr/>
                <p14:nvPr/>
              </p14:nvContentPartPr>
              <p14:xfrm>
                <a:off x="7818247" y="5429861"/>
                <a:ext cx="290160" cy="162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BACE5D-1C28-E0EA-47A2-36E1F10956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12127" y="5423741"/>
                  <a:ext cx="302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AE99EA1-8AFF-DC4E-3D1B-B41DA5870DD2}"/>
                    </a:ext>
                  </a:extLst>
                </p14:cNvPr>
                <p14:cNvContentPartPr/>
                <p14:nvPr/>
              </p14:nvContentPartPr>
              <p14:xfrm>
                <a:off x="7393447" y="5708501"/>
                <a:ext cx="2161080" cy="1172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AE99EA1-8AFF-DC4E-3D1B-B41DA5870D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87327" y="5702381"/>
                  <a:ext cx="2173320" cy="118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87634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88E9C-706E-CF64-F4DE-D928334F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06DBDA-4F41-8D6B-EA86-B03BEAB28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87828D-7B7D-8512-8E48-49FECD6AF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E4672-BB10-A739-5092-B248FADE2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EE6A920C-CA3D-CFB5-EAA1-4FA473E02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E1A5F2-F7DF-21AD-8072-171DA98B11CB}"/>
                  </a:ext>
                </a:extLst>
              </p14:cNvPr>
              <p14:cNvContentPartPr/>
              <p14:nvPr/>
            </p14:nvContentPartPr>
            <p14:xfrm>
              <a:off x="1482120" y="203040"/>
              <a:ext cx="5946480" cy="625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E1A5F2-F7DF-21AD-8072-171DA98B11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2760" y="193680"/>
                <a:ext cx="5965200" cy="62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A6EFE1-3DA0-3F5B-E72B-8020BD30998D}"/>
                  </a:ext>
                </a:extLst>
              </p14:cNvPr>
              <p14:cNvContentPartPr/>
              <p14:nvPr/>
            </p14:nvContentPartPr>
            <p14:xfrm>
              <a:off x="1846927" y="59021"/>
              <a:ext cx="6939720" cy="1614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A6EFE1-3DA0-3F5B-E72B-8020BD3099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0807" y="52901"/>
                <a:ext cx="6951960" cy="162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FA763238-314B-7B22-3709-7E85C75F2B2C}"/>
              </a:ext>
            </a:extLst>
          </p:cNvPr>
          <p:cNvGrpSpPr/>
          <p:nvPr/>
        </p:nvGrpSpPr>
        <p:grpSpPr>
          <a:xfrm>
            <a:off x="1124407" y="-393139"/>
            <a:ext cx="9567000" cy="7126200"/>
            <a:chOff x="1124407" y="-393139"/>
            <a:chExt cx="9567000" cy="712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7E2F107-878A-EE12-9A2B-8F7FD8420A5A}"/>
                    </a:ext>
                  </a:extLst>
                </p14:cNvPr>
                <p14:cNvContentPartPr/>
                <p14:nvPr/>
              </p14:nvContentPartPr>
              <p14:xfrm>
                <a:off x="2170927" y="1136861"/>
                <a:ext cx="5546160" cy="56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7E2F107-878A-EE12-9A2B-8F7FD8420A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64807" y="1130741"/>
                  <a:ext cx="55584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E23A39-A803-E782-39C0-C2052E0238B1}"/>
                    </a:ext>
                  </a:extLst>
                </p14:cNvPr>
                <p14:cNvContentPartPr/>
                <p14:nvPr/>
              </p14:nvContentPartPr>
              <p14:xfrm>
                <a:off x="2845567" y="2645981"/>
                <a:ext cx="4461480" cy="465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E23A39-A803-E782-39C0-C2052E0238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9447" y="2639861"/>
                  <a:ext cx="4473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D6DA9C-453C-4D44-224D-829663D1D5C6}"/>
                    </a:ext>
                  </a:extLst>
                </p14:cNvPr>
                <p14:cNvContentPartPr/>
                <p14:nvPr/>
              </p14:nvContentPartPr>
              <p14:xfrm>
                <a:off x="1124407" y="-393139"/>
                <a:ext cx="7611120" cy="3450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D6DA9C-453C-4D44-224D-829663D1D5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8287" y="-399259"/>
                  <a:ext cx="7623360" cy="34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F3F2D1-8C0D-9EB1-F502-403340E994CD}"/>
                    </a:ext>
                  </a:extLst>
                </p14:cNvPr>
                <p14:cNvContentPartPr/>
                <p14:nvPr/>
              </p14:nvContentPartPr>
              <p14:xfrm>
                <a:off x="5999887" y="3432941"/>
                <a:ext cx="162360" cy="1027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F3F2D1-8C0D-9EB1-F502-403340E994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93767" y="3426821"/>
                  <a:ext cx="174600" cy="10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1CB4CD-48DF-880E-C463-5BAB7E5006D0}"/>
                    </a:ext>
                  </a:extLst>
                </p14:cNvPr>
                <p14:cNvContentPartPr/>
                <p14:nvPr/>
              </p14:nvContentPartPr>
              <p14:xfrm>
                <a:off x="6409567" y="3651461"/>
                <a:ext cx="166320" cy="34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1CB4CD-48DF-880E-C463-5BAB7E5006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03447" y="3645341"/>
                  <a:ext cx="1785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73CDB5B-EC38-7495-CD1B-B6FA2BA57295}"/>
                    </a:ext>
                  </a:extLst>
                </p14:cNvPr>
                <p14:cNvContentPartPr/>
                <p14:nvPr/>
              </p14:nvContentPartPr>
              <p14:xfrm>
                <a:off x="6866047" y="3650381"/>
                <a:ext cx="248040" cy="30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73CDB5B-EC38-7495-CD1B-B6FA2BA572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59927" y="3644261"/>
                  <a:ext cx="260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C2DF39-D179-DB94-EED9-C1473180C928}"/>
                    </a:ext>
                  </a:extLst>
                </p14:cNvPr>
                <p14:cNvContentPartPr/>
                <p14:nvPr/>
              </p14:nvContentPartPr>
              <p14:xfrm>
                <a:off x="7160887" y="3391541"/>
                <a:ext cx="434160" cy="707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C2DF39-D179-DB94-EED9-C1473180C9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54767" y="3385421"/>
                  <a:ext cx="4464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C2EB63-4012-7A52-9797-B45F262F136B}"/>
                    </a:ext>
                  </a:extLst>
                </p14:cNvPr>
                <p14:cNvContentPartPr/>
                <p14:nvPr/>
              </p14:nvContentPartPr>
              <p14:xfrm>
                <a:off x="7986007" y="3818141"/>
                <a:ext cx="553680" cy="31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C2EB63-4012-7A52-9797-B45F262F13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79887" y="3812021"/>
                  <a:ext cx="565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D78174-FBB8-77CF-51C6-27E863F3B5CD}"/>
                    </a:ext>
                  </a:extLst>
                </p14:cNvPr>
                <p14:cNvContentPartPr/>
                <p14:nvPr/>
              </p14:nvContentPartPr>
              <p14:xfrm>
                <a:off x="9007327" y="3310181"/>
                <a:ext cx="85680" cy="636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D78174-FBB8-77CF-51C6-27E863F3B5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01207" y="3304061"/>
                  <a:ext cx="9792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47030F-F1A7-A77B-A8E6-591061EECAF4}"/>
                    </a:ext>
                  </a:extLst>
                </p14:cNvPr>
                <p14:cNvContentPartPr/>
                <p14:nvPr/>
              </p14:nvContentPartPr>
              <p14:xfrm>
                <a:off x="9418807" y="3441221"/>
                <a:ext cx="151200" cy="393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47030F-F1A7-A77B-A8E6-591061EECA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12687" y="3435101"/>
                  <a:ext cx="1634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F7C19E-4706-5380-E9DA-6E89BCAFC681}"/>
                    </a:ext>
                  </a:extLst>
                </p14:cNvPr>
                <p14:cNvContentPartPr/>
                <p14:nvPr/>
              </p14:nvContentPartPr>
              <p14:xfrm>
                <a:off x="9804727" y="3471821"/>
                <a:ext cx="58320" cy="304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F7C19E-4706-5380-E9DA-6E89BCAFC6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98607" y="3465701"/>
                  <a:ext cx="70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F37256-D031-BB8A-E33E-C258F97FAD94}"/>
                    </a:ext>
                  </a:extLst>
                </p14:cNvPr>
                <p14:cNvContentPartPr/>
                <p14:nvPr/>
              </p14:nvContentPartPr>
              <p14:xfrm>
                <a:off x="10152127" y="3219461"/>
                <a:ext cx="371880" cy="673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F37256-D031-BB8A-E33E-C258F97FAD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46007" y="3213341"/>
                  <a:ext cx="3841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8D26D7-B27B-69E2-6980-8F8FA247F708}"/>
                    </a:ext>
                  </a:extLst>
                </p14:cNvPr>
                <p14:cNvContentPartPr/>
                <p14:nvPr/>
              </p14:nvContentPartPr>
              <p14:xfrm>
                <a:off x="5556727" y="4367501"/>
                <a:ext cx="5134680" cy="453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8D26D7-B27B-69E2-6980-8F8FA247F7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50607" y="4361381"/>
                  <a:ext cx="51469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85938F-D0A1-6885-4F2E-D481DDE5A3F0}"/>
                    </a:ext>
                  </a:extLst>
                </p14:cNvPr>
                <p14:cNvContentPartPr/>
                <p14:nvPr/>
              </p14:nvContentPartPr>
              <p14:xfrm>
                <a:off x="6252607" y="4973741"/>
                <a:ext cx="85680" cy="908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85938F-D0A1-6885-4F2E-D481DDE5A3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46487" y="4967621"/>
                  <a:ext cx="979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4EFE23-268F-854D-7287-54C0A3C1F09C}"/>
                    </a:ext>
                  </a:extLst>
                </p14:cNvPr>
                <p14:cNvContentPartPr/>
                <p14:nvPr/>
              </p14:nvContentPartPr>
              <p14:xfrm>
                <a:off x="6729607" y="5078861"/>
                <a:ext cx="102240" cy="537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4EFE23-268F-854D-7287-54C0A3C1F0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23487" y="5072741"/>
                  <a:ext cx="11448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DE7E3C-B47E-0062-9077-9D64A5B1F582}"/>
                    </a:ext>
                  </a:extLst>
                </p14:cNvPr>
                <p14:cNvContentPartPr/>
                <p14:nvPr/>
              </p14:nvContentPartPr>
              <p14:xfrm>
                <a:off x="7100767" y="5180741"/>
                <a:ext cx="185040" cy="307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DE7E3C-B47E-0062-9077-9D64A5B1F5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94647" y="5174621"/>
                  <a:ext cx="1972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F44C8AD-FFEB-ADCA-F4E1-6F1BDA5B5F7E}"/>
                    </a:ext>
                  </a:extLst>
                </p14:cNvPr>
                <p14:cNvContentPartPr/>
                <p14:nvPr/>
              </p14:nvContentPartPr>
              <p14:xfrm>
                <a:off x="7557247" y="4878341"/>
                <a:ext cx="201960" cy="690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F44C8AD-FFEB-ADCA-F4E1-6F1BDA5B5F7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51127" y="4872221"/>
                  <a:ext cx="21420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981AE6-6875-077A-9117-9407A57BC606}"/>
                    </a:ext>
                  </a:extLst>
                </p14:cNvPr>
                <p14:cNvContentPartPr/>
                <p14:nvPr/>
              </p14:nvContentPartPr>
              <p14:xfrm>
                <a:off x="8113447" y="5239421"/>
                <a:ext cx="606600" cy="85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981AE6-6875-077A-9117-9407A57BC6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07327" y="5233301"/>
                  <a:ext cx="618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C07C93-31CE-6087-141C-8ABF3732F051}"/>
                    </a:ext>
                  </a:extLst>
                </p14:cNvPr>
                <p14:cNvContentPartPr/>
                <p14:nvPr/>
              </p14:nvContentPartPr>
              <p14:xfrm>
                <a:off x="9149167" y="4774661"/>
                <a:ext cx="35280" cy="645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C07C93-31CE-6087-141C-8ABF3732F0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43047" y="4768541"/>
                  <a:ext cx="4752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7EEF8B-DFD5-F269-863F-C9E9F8DA6D31}"/>
                    </a:ext>
                  </a:extLst>
                </p14:cNvPr>
                <p14:cNvContentPartPr/>
                <p14:nvPr/>
              </p14:nvContentPartPr>
              <p14:xfrm>
                <a:off x="9646327" y="4951421"/>
                <a:ext cx="200160" cy="311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7EEF8B-DFD5-F269-863F-C9E9F8DA6D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40207" y="4945301"/>
                  <a:ext cx="212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D6BA2FA-2067-88A9-8FB8-664BA156DBC6}"/>
                    </a:ext>
                  </a:extLst>
                </p14:cNvPr>
                <p14:cNvContentPartPr/>
                <p14:nvPr/>
              </p14:nvContentPartPr>
              <p14:xfrm>
                <a:off x="10088407" y="4908941"/>
                <a:ext cx="66240" cy="328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D6BA2FA-2067-88A9-8FB8-664BA156DB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2287" y="4902821"/>
                  <a:ext cx="784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55563F-AF38-5821-C318-99E39E84BC71}"/>
                    </a:ext>
                  </a:extLst>
                </p14:cNvPr>
                <p14:cNvContentPartPr/>
                <p14:nvPr/>
              </p14:nvContentPartPr>
              <p14:xfrm>
                <a:off x="10279567" y="4659821"/>
                <a:ext cx="377280" cy="655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55563F-AF38-5821-C318-99E39E84BC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73447" y="4653701"/>
                  <a:ext cx="38952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C20BC2D-4B01-E39D-71C1-B2D324B1C20A}"/>
                    </a:ext>
                  </a:extLst>
                </p14:cNvPr>
                <p14:cNvContentPartPr/>
                <p14:nvPr/>
              </p14:nvContentPartPr>
              <p14:xfrm>
                <a:off x="6245047" y="6006221"/>
                <a:ext cx="124200" cy="710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C20BC2D-4B01-E39D-71C1-B2D324B1C2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38927" y="6000101"/>
                  <a:ext cx="13644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F91FF9-F049-459E-5319-EE579640D565}"/>
                    </a:ext>
                  </a:extLst>
                </p14:cNvPr>
                <p14:cNvContentPartPr/>
                <p14:nvPr/>
              </p14:nvContentPartPr>
              <p14:xfrm>
                <a:off x="6643567" y="6350741"/>
                <a:ext cx="279360" cy="216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F91FF9-F049-459E-5319-EE579640D5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37447" y="6344621"/>
                  <a:ext cx="291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1A013B-51C9-5250-9C37-75B74B3D7303}"/>
                    </a:ext>
                  </a:extLst>
                </p14:cNvPr>
                <p14:cNvContentPartPr/>
                <p14:nvPr/>
              </p14:nvContentPartPr>
              <p14:xfrm>
                <a:off x="7377967" y="6087221"/>
                <a:ext cx="80280" cy="54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1A013B-51C9-5250-9C37-75B74B3D730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71847" y="6081101"/>
                  <a:ext cx="925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AFDB400-3F2A-E575-1B28-296D356D150C}"/>
                    </a:ext>
                  </a:extLst>
                </p14:cNvPr>
                <p14:cNvContentPartPr/>
                <p14:nvPr/>
              </p14:nvContentPartPr>
              <p14:xfrm>
                <a:off x="7561567" y="5867261"/>
                <a:ext cx="376920" cy="86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AFDB400-3F2A-E575-1B28-296D356D15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55447" y="5861141"/>
                  <a:ext cx="38916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7A5F23-0F47-207D-84BC-3EBA9BF389E8}"/>
                    </a:ext>
                  </a:extLst>
                </p14:cNvPr>
                <p14:cNvContentPartPr/>
                <p14:nvPr/>
              </p14:nvContentPartPr>
              <p14:xfrm>
                <a:off x="8333767" y="6425261"/>
                <a:ext cx="428400" cy="106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7A5F23-0F47-207D-84BC-3EBA9BF389E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27647" y="6419141"/>
                  <a:ext cx="440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2D3223E-7D3A-6D70-91FF-C02CB59E8B9D}"/>
                    </a:ext>
                  </a:extLst>
                </p14:cNvPr>
                <p14:cNvContentPartPr/>
                <p14:nvPr/>
              </p14:nvContentPartPr>
              <p14:xfrm>
                <a:off x="9204247" y="5999741"/>
                <a:ext cx="83520" cy="698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2D3223E-7D3A-6D70-91FF-C02CB59E8B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98127" y="5993621"/>
                  <a:ext cx="9576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3DCE6D-4078-1F3A-B9F6-DDFFA41CE99D}"/>
                    </a:ext>
                  </a:extLst>
                </p14:cNvPr>
                <p14:cNvContentPartPr/>
                <p14:nvPr/>
              </p14:nvContentPartPr>
              <p14:xfrm>
                <a:off x="9689887" y="6170021"/>
                <a:ext cx="40320" cy="381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3DCE6D-4078-1F3A-B9F6-DDFFA41CE99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83767" y="6163901"/>
                  <a:ext cx="525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BE90D4-2A37-1B76-0B25-2323FB391DA1}"/>
                    </a:ext>
                  </a:extLst>
                </p14:cNvPr>
                <p14:cNvContentPartPr/>
                <p14:nvPr/>
              </p14:nvContentPartPr>
              <p14:xfrm>
                <a:off x="10027567" y="6260021"/>
                <a:ext cx="108720" cy="81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BE90D4-2A37-1B76-0B25-2323FB391D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21447" y="6253901"/>
                  <a:ext cx="120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31F46B-9AFA-CB24-8CF9-6578F43AF580}"/>
                    </a:ext>
                  </a:extLst>
                </p14:cNvPr>
                <p14:cNvContentPartPr/>
                <p14:nvPr/>
              </p14:nvContentPartPr>
              <p14:xfrm>
                <a:off x="10360207" y="5895341"/>
                <a:ext cx="240480" cy="556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31F46B-9AFA-CB24-8CF9-6578F43AF58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54087" y="5889221"/>
                  <a:ext cx="252720" cy="56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4598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AB9CF-6353-F504-5B50-976EA48D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84932C-BF3F-B2A8-2D48-3B1A8085E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1D0EFB-AFAB-4F0F-29EB-2B0C5FB87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FB771F-F564-483F-6661-4CEF2D33A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FA6E7BB5-0B63-ED91-942D-2DA4CF8E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9D5A77-9F57-F529-ECBB-1064DB170656}"/>
                  </a:ext>
                </a:extLst>
              </p14:cNvPr>
              <p14:cNvContentPartPr/>
              <p14:nvPr/>
            </p14:nvContentPartPr>
            <p14:xfrm>
              <a:off x="394920" y="-169560"/>
              <a:ext cx="11269080" cy="633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9D5A77-9F57-F529-ECBB-1064DB1706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560" y="-178920"/>
                <a:ext cx="11287800" cy="63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911EA6-E31F-C2DA-EF4F-66DE275F1430}"/>
                  </a:ext>
                </a:extLst>
              </p14:cNvPr>
              <p14:cNvContentPartPr/>
              <p14:nvPr/>
            </p14:nvContentPartPr>
            <p14:xfrm>
              <a:off x="5683807" y="5668181"/>
              <a:ext cx="3152880" cy="169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911EA6-E31F-C2DA-EF4F-66DE275F14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7687" y="5662061"/>
                <a:ext cx="3165120" cy="18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64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41EE4-86BC-7420-6697-77F1A04A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9BC209-2325-133F-6E61-5DF7A9B1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3607BC-BDFC-358A-B2CE-4B694DB42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3F325-79FA-6E55-D822-A9DA1C32E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D78ABB74-F0C6-00D5-3C38-76697738E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38C716-F6BF-C1E2-94D2-A9DF78F6A1A6}"/>
                  </a:ext>
                </a:extLst>
              </p14:cNvPr>
              <p14:cNvContentPartPr/>
              <p14:nvPr/>
            </p14:nvContentPartPr>
            <p14:xfrm>
              <a:off x="1061640" y="32760"/>
              <a:ext cx="10443600" cy="657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38C716-F6BF-C1E2-94D2-A9DF78F6A1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2280" y="23400"/>
                <a:ext cx="10462320" cy="65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0647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E7A20-EFE4-F67D-1E32-CE0CEB31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D299E9-70EB-17F6-6B1A-829349230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FD9C7-3B05-BB34-8EEA-0286EC4BF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19DA39-6667-2D1C-A4E6-A8A859D79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B3165C3-962C-9B07-5E3D-08F85B1B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862899-0EB6-FE26-8316-81EF90F62402}"/>
                  </a:ext>
                </a:extLst>
              </p14:cNvPr>
              <p14:cNvContentPartPr/>
              <p14:nvPr/>
            </p14:nvContentPartPr>
            <p14:xfrm>
              <a:off x="1104840" y="170280"/>
              <a:ext cx="8651520" cy="488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862899-0EB6-FE26-8316-81EF90F624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5480" y="160920"/>
                <a:ext cx="8670240" cy="49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5625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A9E8E-34EF-A5E5-6F88-3BC071AD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BF77AB-0F97-557A-C5D7-C5FDA7210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29B83-0BF1-14CC-8AC0-BB0AC630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89A02D-E7B6-A251-D6CC-87DE58D44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A917EF8-9CDB-F5B2-6B60-46F4B2B2D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1E27A7-FF4A-D084-238A-FCD3982399E6}"/>
                  </a:ext>
                </a:extLst>
              </p14:cNvPr>
              <p14:cNvContentPartPr/>
              <p14:nvPr/>
            </p14:nvContentPartPr>
            <p14:xfrm>
              <a:off x="1517760" y="-105120"/>
              <a:ext cx="8430480" cy="195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1E27A7-FF4A-D084-238A-FCD3982399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8400" y="-114480"/>
                <a:ext cx="8449200" cy="19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2313B6-6C28-3C25-FE0C-D72705162DEC}"/>
                  </a:ext>
                </a:extLst>
              </p14:cNvPr>
              <p14:cNvContentPartPr/>
              <p14:nvPr/>
            </p14:nvContentPartPr>
            <p14:xfrm>
              <a:off x="972720" y="1905480"/>
              <a:ext cx="11218320" cy="4822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2313B6-6C28-3C25-FE0C-D72705162D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360" y="1896120"/>
                <a:ext cx="11237040" cy="484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2091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ECA2F-FE87-7ADA-EC84-25BBA1CB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F8A01C-1E48-558A-C1FA-4185FA47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984B1C-3E56-FDF9-5BEF-4E5252556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0E7A3-986B-05B9-6BDB-CB278109B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8E48A8A8-9213-EF9B-DBFB-BFAFCC9D3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4FEB65-B0FF-BB80-E5FA-0276B9325180}"/>
                  </a:ext>
                </a:extLst>
              </p14:cNvPr>
              <p14:cNvContentPartPr/>
              <p14:nvPr/>
            </p14:nvContentPartPr>
            <p14:xfrm>
              <a:off x="1607760" y="121680"/>
              <a:ext cx="10522440" cy="654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4FEB65-B0FF-BB80-E5FA-0276B9325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8400" y="112320"/>
                <a:ext cx="10541160" cy="65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7263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DA435-F54B-A530-937C-28B914E2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AEFCB4-A370-44F6-F67F-6ECD06293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E9B02-7A58-92CE-99F9-84E57E8AB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87FB8B-E6BF-A820-E4A9-8AA25F7F5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4E916311-D96B-6F88-41EC-6DF4332EF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F90B738-D10A-3C81-111B-E8B5FCBFA6B4}"/>
                  </a:ext>
                </a:extLst>
              </p14:cNvPr>
              <p14:cNvContentPartPr/>
              <p14:nvPr/>
            </p14:nvContentPartPr>
            <p14:xfrm>
              <a:off x="1830240" y="-19440"/>
              <a:ext cx="9660960" cy="587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F90B738-D10A-3C81-111B-E8B5FCBFA6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0880" y="-28800"/>
                <a:ext cx="9679680" cy="589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5371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CBAB7-3C2A-AB08-C975-02B40993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0F8C99-C49B-2E5A-8014-ADD87754D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C3E7D-2288-EC25-E755-BEC653591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706AD-4F14-1BF6-62FD-85AF3D1C0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2C266A6B-9ABE-6CA3-6F73-165B84DAF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53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996B9-3FEA-1A0F-3D7C-0FD522F2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AB5AE1-AA28-F60A-7B64-8C641C393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D01C86-1677-ECCE-4125-98023FD2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BF487B-C7BA-E339-DE1B-E1B13C9F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76CD485-4EB0-9008-7771-62A00BC9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4433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AnalogousFromLightSeedLeftStep">
      <a:dk1>
        <a:srgbClr val="000000"/>
      </a:dk1>
      <a:lt1>
        <a:srgbClr val="FFFFFF"/>
      </a:lt1>
      <a:dk2>
        <a:srgbClr val="213B32"/>
      </a:dk2>
      <a:lt2>
        <a:srgbClr val="E8E5E2"/>
      </a:lt2>
      <a:accent1>
        <a:srgbClr val="81A6C7"/>
      </a:accent1>
      <a:accent2>
        <a:srgbClr val="6CAEB2"/>
      </a:accent2>
      <a:accent3>
        <a:srgbClr val="78AD9A"/>
      </a:accent3>
      <a:accent4>
        <a:srgbClr val="6BB07B"/>
      </a:accent4>
      <a:accent5>
        <a:srgbClr val="83AD79"/>
      </a:accent5>
      <a:accent6>
        <a:srgbClr val="91AA68"/>
      </a:accent6>
      <a:hlink>
        <a:srgbClr val="9F7C5D"/>
      </a:hlink>
      <a:folHlink>
        <a:srgbClr val="7F7F7F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B2F7BD-E3B0-43B6-A38D-BD1A5B9CD80F}">
  <we:reference id="78f4d70e-fb8b-4f8d-b284-0a2e60aeef37" version="3.4.3.0" store="EXCatalog" storeType="EXCatalog"/>
  <we:alternateReferences>
    <we:reference id="WA104380955" version="3.4.3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2623</TotalTime>
  <Words>53</Words>
  <Application>Microsoft Office PowerPoint</Application>
  <PresentationFormat>Widescreen</PresentationFormat>
  <Paragraphs>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Arial</vt:lpstr>
      <vt:lpstr>Avenir Next</vt:lpstr>
      <vt:lpstr>Bahnschrift</vt:lpstr>
      <vt:lpstr>Seaford Display</vt:lpstr>
      <vt:lpstr>System Font Regular</vt:lpstr>
      <vt:lpstr>Tenorite</vt:lpstr>
      <vt:lpstr>Wingdings</vt:lpstr>
      <vt:lpstr>MadridVTI</vt:lpstr>
      <vt:lpstr>QCML Course Lab Session - 03</vt:lpstr>
      <vt:lpstr>What we have done so far…</vt:lpstr>
      <vt:lpstr>What we will do today…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QCML - 03 Last Lab Recap</dc:title>
  <dc:creator>Aniket</dc:creator>
  <cp:lastModifiedBy>Monika Kumari</cp:lastModifiedBy>
  <cp:revision>84</cp:revision>
  <dcterms:created xsi:type="dcterms:W3CDTF">2024-01-02T12:55:24Z</dcterms:created>
  <dcterms:modified xsi:type="dcterms:W3CDTF">2025-08-31T08:06:58Z</dcterms:modified>
</cp:coreProperties>
</file>