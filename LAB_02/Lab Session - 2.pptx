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67" r:id="rId3"/>
    <p:sldId id="261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86" autoAdjust="0"/>
    <p:restoredTop sz="95226" autoAdjust="0"/>
  </p:normalViewPr>
  <p:slideViewPr>
    <p:cSldViewPr snapToGrid="0">
      <p:cViewPr>
        <p:scale>
          <a:sx n="69" d="100"/>
          <a:sy n="69" d="100"/>
        </p:scale>
        <p:origin x="580" y="5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ket" userId="14f4e196-1baf-463d-9497-dd9f6f8ad29f" providerId="ADAL" clId="{339D30AE-F946-4D5B-B1C3-1A11A33FB806}"/>
    <pc:docChg chg="custSel addSld delSld modSld">
      <pc:chgData name="Aniket" userId="14f4e196-1baf-463d-9497-dd9f6f8ad29f" providerId="ADAL" clId="{339D30AE-F946-4D5B-B1C3-1A11A33FB806}" dt="2024-02-02T06:01:57.567" v="388" actId="20577"/>
      <pc:docMkLst>
        <pc:docMk/>
      </pc:docMkLst>
      <pc:sldChg chg="modSp mod">
        <pc:chgData name="Aniket" userId="14f4e196-1baf-463d-9497-dd9f6f8ad29f" providerId="ADAL" clId="{339D30AE-F946-4D5B-B1C3-1A11A33FB806}" dt="2024-02-02T05:22:21.436" v="8" actId="20577"/>
        <pc:sldMkLst>
          <pc:docMk/>
          <pc:sldMk cId="3064293210" sldId="256"/>
        </pc:sldMkLst>
        <pc:spChg chg="mod">
          <ac:chgData name="Aniket" userId="14f4e196-1baf-463d-9497-dd9f6f8ad29f" providerId="ADAL" clId="{339D30AE-F946-4D5B-B1C3-1A11A33FB806}" dt="2024-02-02T05:21:38.293" v="1" actId="20577"/>
          <ac:spMkLst>
            <pc:docMk/>
            <pc:sldMk cId="3064293210" sldId="256"/>
            <ac:spMk id="2" creationId="{39A6118B-08DE-69A5-FE48-1BFA7A072BE5}"/>
          </ac:spMkLst>
        </pc:spChg>
        <pc:spChg chg="mod">
          <ac:chgData name="Aniket" userId="14f4e196-1baf-463d-9497-dd9f6f8ad29f" providerId="ADAL" clId="{339D30AE-F946-4D5B-B1C3-1A11A33FB806}" dt="2024-02-02T05:22:21.436" v="8" actId="20577"/>
          <ac:spMkLst>
            <pc:docMk/>
            <pc:sldMk cId="3064293210" sldId="256"/>
            <ac:spMk id="4" creationId="{D5EB4AD0-2382-8DF0-E75C-DA9F2153396B}"/>
          </ac:spMkLst>
        </pc:spChg>
      </pc:sldChg>
      <pc:sldChg chg="modSp mod">
        <pc:chgData name="Aniket" userId="14f4e196-1baf-463d-9497-dd9f6f8ad29f" providerId="ADAL" clId="{339D30AE-F946-4D5B-B1C3-1A11A33FB806}" dt="2024-02-02T05:24:11.623" v="254" actId="20577"/>
        <pc:sldMkLst>
          <pc:docMk/>
          <pc:sldMk cId="2430313862" sldId="257"/>
        </pc:sldMkLst>
        <pc:spChg chg="mod">
          <ac:chgData name="Aniket" userId="14f4e196-1baf-463d-9497-dd9f6f8ad29f" providerId="ADAL" clId="{339D30AE-F946-4D5B-B1C3-1A11A33FB806}" dt="2024-02-02T05:23:06.138" v="80" actId="5793"/>
          <ac:spMkLst>
            <pc:docMk/>
            <pc:sldMk cId="2430313862" sldId="257"/>
            <ac:spMk id="2" creationId="{E6318CB5-15F3-7309-D597-C6070ACC831E}"/>
          </ac:spMkLst>
        </pc:spChg>
        <pc:spChg chg="mod">
          <ac:chgData name="Aniket" userId="14f4e196-1baf-463d-9497-dd9f6f8ad29f" providerId="ADAL" clId="{339D30AE-F946-4D5B-B1C3-1A11A33FB806}" dt="2024-02-02T05:24:11.623" v="254" actId="20577"/>
          <ac:spMkLst>
            <pc:docMk/>
            <pc:sldMk cId="2430313862" sldId="257"/>
            <ac:spMk id="3" creationId="{88DB9978-002C-9BFE-1416-19A3FD3E0906}"/>
          </ac:spMkLst>
        </pc:spChg>
      </pc:sldChg>
      <pc:sldChg chg="del">
        <pc:chgData name="Aniket" userId="14f4e196-1baf-463d-9497-dd9f6f8ad29f" providerId="ADAL" clId="{339D30AE-F946-4D5B-B1C3-1A11A33FB806}" dt="2024-02-02T05:24:20.258" v="255" actId="47"/>
        <pc:sldMkLst>
          <pc:docMk/>
          <pc:sldMk cId="1277299088" sldId="258"/>
        </pc:sldMkLst>
      </pc:sldChg>
      <pc:sldChg chg="del">
        <pc:chgData name="Aniket" userId="14f4e196-1baf-463d-9497-dd9f6f8ad29f" providerId="ADAL" clId="{339D30AE-F946-4D5B-B1C3-1A11A33FB806}" dt="2024-02-02T05:24:21.508" v="256" actId="47"/>
        <pc:sldMkLst>
          <pc:docMk/>
          <pc:sldMk cId="3466009385" sldId="259"/>
        </pc:sldMkLst>
      </pc:sldChg>
      <pc:sldChg chg="del">
        <pc:chgData name="Aniket" userId="14f4e196-1baf-463d-9497-dd9f6f8ad29f" providerId="ADAL" clId="{339D30AE-F946-4D5B-B1C3-1A11A33FB806}" dt="2024-02-02T05:24:22.312" v="257" actId="47"/>
        <pc:sldMkLst>
          <pc:docMk/>
          <pc:sldMk cId="1224333378" sldId="260"/>
        </pc:sldMkLst>
      </pc:sldChg>
      <pc:sldChg chg="modSp mod">
        <pc:chgData name="Aniket" userId="14f4e196-1baf-463d-9497-dd9f6f8ad29f" providerId="ADAL" clId="{339D30AE-F946-4D5B-B1C3-1A11A33FB806}" dt="2024-02-02T06:01:57.567" v="388" actId="20577"/>
        <pc:sldMkLst>
          <pc:docMk/>
          <pc:sldMk cId="2318630039" sldId="261"/>
        </pc:sldMkLst>
        <pc:spChg chg="mod">
          <ac:chgData name="Aniket" userId="14f4e196-1baf-463d-9497-dd9f6f8ad29f" providerId="ADAL" clId="{339D30AE-F946-4D5B-B1C3-1A11A33FB806}" dt="2024-02-02T05:24:47.889" v="288" actId="5793"/>
          <ac:spMkLst>
            <pc:docMk/>
            <pc:sldMk cId="2318630039" sldId="261"/>
            <ac:spMk id="2" creationId="{E6318CB5-15F3-7309-D597-C6070ACC831E}"/>
          </ac:spMkLst>
        </pc:spChg>
        <pc:spChg chg="mod">
          <ac:chgData name="Aniket" userId="14f4e196-1baf-463d-9497-dd9f6f8ad29f" providerId="ADAL" clId="{339D30AE-F946-4D5B-B1C3-1A11A33FB806}" dt="2024-02-02T06:01:57.567" v="388" actId="20577"/>
          <ac:spMkLst>
            <pc:docMk/>
            <pc:sldMk cId="2318630039" sldId="261"/>
            <ac:spMk id="3" creationId="{88DB9978-002C-9BFE-1416-19A3FD3E0906}"/>
          </ac:spMkLst>
        </pc:spChg>
      </pc:sldChg>
      <pc:sldChg chg="del">
        <pc:chgData name="Aniket" userId="14f4e196-1baf-463d-9497-dd9f6f8ad29f" providerId="ADAL" clId="{339D30AE-F946-4D5B-B1C3-1A11A33FB806}" dt="2024-02-02T05:24:23.186" v="258" actId="47"/>
        <pc:sldMkLst>
          <pc:docMk/>
          <pc:sldMk cId="1144399454" sldId="263"/>
        </pc:sldMkLst>
      </pc:sldChg>
      <pc:sldChg chg="add">
        <pc:chgData name="Aniket" userId="14f4e196-1baf-463d-9497-dd9f6f8ad29f" providerId="ADAL" clId="{339D30AE-F946-4D5B-B1C3-1A11A33FB806}" dt="2024-02-02T05:24:27.603" v="259" actId="2890"/>
        <pc:sldMkLst>
          <pc:docMk/>
          <pc:sldMk cId="1649318740" sldId="263"/>
        </pc:sldMkLst>
      </pc:sldChg>
    </pc:docChg>
  </pc:docChgLst>
  <pc:docChgLst>
    <pc:chgData name="Aniket" userId="14f4e196-1baf-463d-9497-dd9f6f8ad29f" providerId="ADAL" clId="{C5E0844A-3C42-482F-979E-78A4914AEEE1}"/>
    <pc:docChg chg="undo custSel addSld modSld">
      <pc:chgData name="Aniket" userId="14f4e196-1baf-463d-9497-dd9f6f8ad29f" providerId="ADAL" clId="{C5E0844A-3C42-482F-979E-78A4914AEEE1}" dt="2024-03-23T14:34:54.908" v="366" actId="2890"/>
      <pc:docMkLst>
        <pc:docMk/>
      </pc:docMkLst>
      <pc:sldChg chg="modSp mod">
        <pc:chgData name="Aniket" userId="14f4e196-1baf-463d-9497-dd9f6f8ad29f" providerId="ADAL" clId="{C5E0844A-3C42-482F-979E-78A4914AEEE1}" dt="2024-03-23T06:37:51.902" v="76" actId="20577"/>
        <pc:sldMkLst>
          <pc:docMk/>
          <pc:sldMk cId="3064293210" sldId="256"/>
        </pc:sldMkLst>
        <pc:spChg chg="mod">
          <ac:chgData name="Aniket" userId="14f4e196-1baf-463d-9497-dd9f6f8ad29f" providerId="ADAL" clId="{C5E0844A-3C42-482F-979E-78A4914AEEE1}" dt="2024-03-23T06:37:26.699" v="15" actId="27636"/>
          <ac:spMkLst>
            <pc:docMk/>
            <pc:sldMk cId="3064293210" sldId="256"/>
            <ac:spMk id="2" creationId="{39A6118B-08DE-69A5-FE48-1BFA7A072BE5}"/>
          </ac:spMkLst>
        </pc:spChg>
        <pc:spChg chg="mod">
          <ac:chgData name="Aniket" userId="14f4e196-1baf-463d-9497-dd9f6f8ad29f" providerId="ADAL" clId="{C5E0844A-3C42-482F-979E-78A4914AEEE1}" dt="2024-03-23T06:37:51.902" v="76" actId="20577"/>
          <ac:spMkLst>
            <pc:docMk/>
            <pc:sldMk cId="3064293210" sldId="256"/>
            <ac:spMk id="4" creationId="{D5EB4AD0-2382-8DF0-E75C-DA9F2153396B}"/>
          </ac:spMkLst>
        </pc:spChg>
      </pc:sldChg>
      <pc:sldChg chg="modSp mod">
        <pc:chgData name="Aniket" userId="14f4e196-1baf-463d-9497-dd9f6f8ad29f" providerId="ADAL" clId="{C5E0844A-3C42-482F-979E-78A4914AEEE1}" dt="2024-03-23T06:38:04.027" v="84" actId="20577"/>
        <pc:sldMkLst>
          <pc:docMk/>
          <pc:sldMk cId="2318630039" sldId="261"/>
        </pc:sldMkLst>
        <pc:spChg chg="mod">
          <ac:chgData name="Aniket" userId="14f4e196-1baf-463d-9497-dd9f6f8ad29f" providerId="ADAL" clId="{C5E0844A-3C42-482F-979E-78A4914AEEE1}" dt="2024-03-23T06:38:04.027" v="84" actId="20577"/>
          <ac:spMkLst>
            <pc:docMk/>
            <pc:sldMk cId="2318630039" sldId="261"/>
            <ac:spMk id="3" creationId="{88DB9978-002C-9BFE-1416-19A3FD3E0906}"/>
          </ac:spMkLst>
        </pc:spChg>
      </pc:sldChg>
      <pc:sldChg chg="addSp">
        <pc:chgData name="Aniket" userId="14f4e196-1baf-463d-9497-dd9f6f8ad29f" providerId="ADAL" clId="{C5E0844A-3C42-482F-979E-78A4914AEEE1}" dt="2024-03-23T14:34:35.997" v="362"/>
        <pc:sldMkLst>
          <pc:docMk/>
          <pc:sldMk cId="3126681752" sldId="262"/>
        </pc:sldMkLst>
        <pc:inkChg chg="add">
          <ac:chgData name="Aniket" userId="14f4e196-1baf-463d-9497-dd9f6f8ad29f" providerId="ADAL" clId="{C5E0844A-3C42-482F-979E-78A4914AEEE1}" dt="2024-03-23T14:34:35.997" v="362"/>
          <ac:inkMkLst>
            <pc:docMk/>
            <pc:sldMk cId="3126681752" sldId="262"/>
            <ac:inkMk id="2" creationId="{EBDDB1E3-1F03-71D1-BE4B-9D8CC4DAE29B}"/>
          </ac:inkMkLst>
        </pc:inkChg>
      </pc:sldChg>
      <pc:sldChg chg="modSp add mod">
        <pc:chgData name="Aniket" userId="14f4e196-1baf-463d-9497-dd9f6f8ad29f" providerId="ADAL" clId="{C5E0844A-3C42-482F-979E-78A4914AEEE1}" dt="2024-03-23T13:14:47.952" v="361" actId="6549"/>
        <pc:sldMkLst>
          <pc:docMk/>
          <pc:sldMk cId="587902310" sldId="263"/>
        </pc:sldMkLst>
        <pc:spChg chg="mod">
          <ac:chgData name="Aniket" userId="14f4e196-1baf-463d-9497-dd9f6f8ad29f" providerId="ADAL" clId="{C5E0844A-3C42-482F-979E-78A4914AEEE1}" dt="2024-03-23T13:14:47.952" v="361" actId="6549"/>
          <ac:spMkLst>
            <pc:docMk/>
            <pc:sldMk cId="587902310" sldId="263"/>
            <ac:spMk id="2" creationId="{654F7DAD-5772-7DFA-392F-1B1009998ACD}"/>
          </ac:spMkLst>
        </pc:spChg>
        <pc:spChg chg="mod">
          <ac:chgData name="Aniket" userId="14f4e196-1baf-463d-9497-dd9f6f8ad29f" providerId="ADAL" clId="{C5E0844A-3C42-482F-979E-78A4914AEEE1}" dt="2024-03-23T13:14:41.120" v="347" actId="20577"/>
          <ac:spMkLst>
            <pc:docMk/>
            <pc:sldMk cId="587902310" sldId="263"/>
            <ac:spMk id="3" creationId="{ABE7D0D2-3343-ACAC-DA60-F1A74D17EA8B}"/>
          </ac:spMkLst>
        </pc:spChg>
      </pc:sldChg>
      <pc:sldChg chg="delSp add mod">
        <pc:chgData name="Aniket" userId="14f4e196-1baf-463d-9497-dd9f6f8ad29f" providerId="ADAL" clId="{C5E0844A-3C42-482F-979E-78A4914AEEE1}" dt="2024-03-23T14:34:52.562" v="364" actId="478"/>
        <pc:sldMkLst>
          <pc:docMk/>
          <pc:sldMk cId="3235061480" sldId="264"/>
        </pc:sldMkLst>
        <pc:inkChg chg="del">
          <ac:chgData name="Aniket" userId="14f4e196-1baf-463d-9497-dd9f6f8ad29f" providerId="ADAL" clId="{C5E0844A-3C42-482F-979E-78A4914AEEE1}" dt="2024-03-23T14:34:52.562" v="364" actId="478"/>
          <ac:inkMkLst>
            <pc:docMk/>
            <pc:sldMk cId="3235061480" sldId="264"/>
            <ac:inkMk id="2" creationId="{F7C14846-4686-183C-196B-6CF907D8E32B}"/>
          </ac:inkMkLst>
        </pc:inkChg>
      </pc:sldChg>
      <pc:sldChg chg="add">
        <pc:chgData name="Aniket" userId="14f4e196-1baf-463d-9497-dd9f6f8ad29f" providerId="ADAL" clId="{C5E0844A-3C42-482F-979E-78A4914AEEE1}" dt="2024-03-23T14:34:54.700" v="365" actId="2890"/>
        <pc:sldMkLst>
          <pc:docMk/>
          <pc:sldMk cId="1443221750" sldId="265"/>
        </pc:sldMkLst>
      </pc:sldChg>
      <pc:sldChg chg="add">
        <pc:chgData name="Aniket" userId="14f4e196-1baf-463d-9497-dd9f6f8ad29f" providerId="ADAL" clId="{C5E0844A-3C42-482F-979E-78A4914AEEE1}" dt="2024-03-23T14:34:54.908" v="366" actId="2890"/>
        <pc:sldMkLst>
          <pc:docMk/>
          <pc:sldMk cId="2640938809" sldId="266"/>
        </pc:sldMkLst>
      </pc:sldChg>
    </pc:docChg>
  </pc:docChgLst>
  <pc:docChgLst>
    <pc:chgData name="Aniket" userId="14f4e196-1baf-463d-9497-dd9f6f8ad29f" providerId="ADAL" clId="{CE29791C-127D-4DD3-B6BB-3476E8A78742}"/>
    <pc:docChg chg="addSld delSld modSld sldOrd">
      <pc:chgData name="Aniket" userId="14f4e196-1baf-463d-9497-dd9f6f8ad29f" providerId="ADAL" clId="{CE29791C-127D-4DD3-B6BB-3476E8A78742}" dt="2024-04-10T20:23:36.060" v="199" actId="20577"/>
      <pc:docMkLst>
        <pc:docMk/>
      </pc:docMkLst>
      <pc:sldChg chg="modSp mod">
        <pc:chgData name="Aniket" userId="14f4e196-1baf-463d-9497-dd9f6f8ad29f" providerId="ADAL" clId="{CE29791C-127D-4DD3-B6BB-3476E8A78742}" dt="2024-04-10T20:21:57.201" v="6" actId="20577"/>
        <pc:sldMkLst>
          <pc:docMk/>
          <pc:sldMk cId="3064293210" sldId="256"/>
        </pc:sldMkLst>
        <pc:spChg chg="mod">
          <ac:chgData name="Aniket" userId="14f4e196-1baf-463d-9497-dd9f6f8ad29f" providerId="ADAL" clId="{CE29791C-127D-4DD3-B6BB-3476E8A78742}" dt="2024-04-10T20:21:52.786" v="5" actId="20577"/>
          <ac:spMkLst>
            <pc:docMk/>
            <pc:sldMk cId="3064293210" sldId="256"/>
            <ac:spMk id="2" creationId="{39A6118B-08DE-69A5-FE48-1BFA7A072BE5}"/>
          </ac:spMkLst>
        </pc:spChg>
        <pc:spChg chg="mod">
          <ac:chgData name="Aniket" userId="14f4e196-1baf-463d-9497-dd9f6f8ad29f" providerId="ADAL" clId="{CE29791C-127D-4DD3-B6BB-3476E8A78742}" dt="2024-04-10T20:21:57.201" v="6" actId="20577"/>
          <ac:spMkLst>
            <pc:docMk/>
            <pc:sldMk cId="3064293210" sldId="256"/>
            <ac:spMk id="4" creationId="{D5EB4AD0-2382-8DF0-E75C-DA9F2153396B}"/>
          </ac:spMkLst>
        </pc:spChg>
      </pc:sldChg>
      <pc:sldChg chg="modSp mod">
        <pc:chgData name="Aniket" userId="14f4e196-1baf-463d-9497-dd9f6f8ad29f" providerId="ADAL" clId="{CE29791C-127D-4DD3-B6BB-3476E8A78742}" dt="2024-04-10T20:23:21.483" v="197" actId="20577"/>
        <pc:sldMkLst>
          <pc:docMk/>
          <pc:sldMk cId="2318630039" sldId="261"/>
        </pc:sldMkLst>
        <pc:spChg chg="mod">
          <ac:chgData name="Aniket" userId="14f4e196-1baf-463d-9497-dd9f6f8ad29f" providerId="ADAL" clId="{CE29791C-127D-4DD3-B6BB-3476E8A78742}" dt="2024-04-10T20:23:21.483" v="197" actId="20577"/>
          <ac:spMkLst>
            <pc:docMk/>
            <pc:sldMk cId="2318630039" sldId="261"/>
            <ac:spMk id="3" creationId="{88DB9978-002C-9BFE-1416-19A3FD3E0906}"/>
          </ac:spMkLst>
        </pc:spChg>
      </pc:sldChg>
      <pc:sldChg chg="del">
        <pc:chgData name="Aniket" userId="14f4e196-1baf-463d-9497-dd9f6f8ad29f" providerId="ADAL" clId="{CE29791C-127D-4DD3-B6BB-3476E8A78742}" dt="2024-04-10T20:22:05.560" v="7" actId="2696"/>
        <pc:sldMkLst>
          <pc:docMk/>
          <pc:sldMk cId="3126681752" sldId="262"/>
        </pc:sldMkLst>
      </pc:sldChg>
      <pc:sldChg chg="del">
        <pc:chgData name="Aniket" userId="14f4e196-1baf-463d-9497-dd9f6f8ad29f" providerId="ADAL" clId="{CE29791C-127D-4DD3-B6BB-3476E8A78742}" dt="2024-04-10T20:22:13.286" v="8" actId="47"/>
        <pc:sldMkLst>
          <pc:docMk/>
          <pc:sldMk cId="587902310" sldId="263"/>
        </pc:sldMkLst>
      </pc:sldChg>
      <pc:sldChg chg="modSp add mod ord">
        <pc:chgData name="Aniket" userId="14f4e196-1baf-463d-9497-dd9f6f8ad29f" providerId="ADAL" clId="{CE29791C-127D-4DD3-B6BB-3476E8A78742}" dt="2024-04-10T20:23:36.060" v="199" actId="20577"/>
        <pc:sldMkLst>
          <pc:docMk/>
          <pc:sldMk cId="1773163903" sldId="267"/>
        </pc:sldMkLst>
        <pc:spChg chg="mod">
          <ac:chgData name="Aniket" userId="14f4e196-1baf-463d-9497-dd9f6f8ad29f" providerId="ADAL" clId="{CE29791C-127D-4DD3-B6BB-3476E8A78742}" dt="2024-04-10T20:22:26.152" v="24" actId="20577"/>
          <ac:spMkLst>
            <pc:docMk/>
            <pc:sldMk cId="1773163903" sldId="267"/>
            <ac:spMk id="2" creationId="{ED8D3E39-B06B-21C6-BFE7-A718BE532C74}"/>
          </ac:spMkLst>
        </pc:spChg>
        <pc:spChg chg="mod">
          <ac:chgData name="Aniket" userId="14f4e196-1baf-463d-9497-dd9f6f8ad29f" providerId="ADAL" clId="{CE29791C-127D-4DD3-B6BB-3476E8A78742}" dt="2024-04-10T20:23:36.060" v="199" actId="20577"/>
          <ac:spMkLst>
            <pc:docMk/>
            <pc:sldMk cId="1773163903" sldId="267"/>
            <ac:spMk id="3" creationId="{3EC6861F-8916-F4A6-93D7-96ED8B1DCD7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6:03:28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3440 5186 79 0,'0'0'39'0,"-11"75"-36"0,11-56 40 16,11 16-43-16,-1-1 1 0,11 10 0 15,8 3 0-15,9 13-1 16,-6 12 0-16,7 19 1 15,0 12 1-15,-11 17-1 16,-7 36 0-16,-7 20 0 16,0 34 0-16,-14 6-1 15,4 20 1-15,-4-8 1 16,7 11 0-16,-4-10 1 16,5 0 0-16,2-13 0 15,1-12 0-15,-8 12 0 16,4 1 0-16,-7-10-2 15,-7 9 1-15,-3-6-2 16,-4-6 1-16,-8-3-1 16,5-23 0-16,-12-18 0 15,8-12 0-15,4-17 0 16,6-12 1-16,11-21-1 16,7-17 0-16,4-15 0 15,-1-6 0-15,-6-13 0 0,3-3 1 16,0-7-1-16,-4-9 0 15,5 4 0-15,2-7 0 16,1-9 0-16,6-4 0 16,15-3 0-16,7-5 0 15,14-4-1-15,24 0 1 16,5-7-1-16,16 4 1 16,1-3-1-16,14-3 0 15,14-1 0-15,11-2 1 0,13-7-1 16,26 0 1-16,17-9-1 15,21-1 1-15,4-5 0 16,20 6 0-16,12 0 0 16,6 2 0-16,12 1 0 15,9 7 0-15,5-4 0 16,16-7 0-16,8-8-2 16,11-7 0-16,10-3 0 15,7-10 0-15,11-2-1 16,3 5 1-16,-3-2 0 15,-1 12 0-15,-6 10 2 16,-14 9 0-16,-8 18 0 16,-6 4 0-16,-1 6 1 15,1 7 1-15,-8-1 0 16,7 7 0-16,8-1 0 16,-4-2 0-16,0-7 0 15,-11 1 0-15,-3-11-2 0,-11 8 1 16,-24-4-1-16,-22 3 1 15,-20 3 0-15,-15 0 0 16,-18 10 0-16,-17 3 0 16,-14 3 0-16,0 0 1 15,-11 0-1-15,-39-7 0 16,36 4 0-16,-8-6 0 16,-6-10-1-16,-11-10 1 15,-4-14-1-15,-10-20 0 16,-14-19 0-16,-11-24 1 15,-14-26 0-15,-4-31 0 16,-13-26 0-16,-4-24 1 0,-4-25-1 16,-10-26 0-16,3-12-1 15,-3-15 1-15,3 2-2 16,4-21 0-16,-4 9 0 16,-3-4 0-16,-11 23 0 15,-7 12 0-15,-10 23 0 16,-11 27 1-16,-11 26 0 15,-7 12 0-15,1 18 0 16,-1 20 0-16,-3 9 0 16,3 22 0-16,4 4 0 15,3 14 0-15,-3 11 0 16,-7 12 0-16,-18 6 0 16,-14 12 0-16,-32 7-1 0,25 10 1 15,-84 8 0 1,-22 4 0-16,-25 0-1 15,-17 0 1-15,-18-13 0 0,-14 7 0 16,-14-13-1-16,-14 9 0 16,-18-12 0-16,-3 9 1 15,-8-5-1-15,-10 5 1 16,-7 3-1-16,-17-2 1 16,-26-4 0-16,-20 9 0 15,-25-2 0-15,-8 2 0 0,-17-5 0 16,1 9 0-16,-8-4-1 15,7 20 1 1,14-20-1-16,7 4 1 0,14 9-1 16,15-9 1-16,3-1 0 15,18 1 0-15,-1-3 0 16,4-1 0-16,22 1 0 16,-1-4 1-16,11 10-1 15,0 3 1-15,7 3-1 16,14 7 0-16,3-1-1 15,22 13 1-15,32-6-1 16,13-7 1-16,26 1-1 16,20 2 1-16,33-9 0 15,20-9 0-15,18-6 0 16,11-4 0-16,27 0 0 16,12 4 1-16,21 2-1 15,3 1 0-15,14 9-1 16,11 0 0-16,0 9 0 15,14 13 0-15,-4 22-1 0,11 19 1 16,11 31 0-16,10 59 0 16,14 51-5-16,7 41 1 15,11 50-1-15,4 15 1 16</inkml:trace>
  <inkml:trace contextRef="#ctx0" brushRef="#br0" timeOffset="3914.95">1108 12574 90 0,'39'-6'45'0,"3"9"-46"0,-25 0 46 0,8 3-46 15,21 4 1-15,14-1-1 16,11 1 1-16,6-7 0 16,8-6 0-16,24 0 0 15,1-1 0-15,17-2 0 16,10 0 1-16,4 0 0 16,11-10 1-16,24 0-1 15,4-6 0-15,7-9 0 16,14 9 1-16,0-6-2 15,25 0 0-15,-4 2-1 16,15 1 1-16,-4 3-1 16,10-3 0-16,0 0-1 15,8 0 0-15,3 0 0 0,3 3 0 16,-3-9-1-16,-3 15 1 16,-8 0 0-16,1 13 0 15,-8 6 1-15,1 7 1 16,-1-4 0-16,11 7 1 15,-11-7-1-15,8 0 1 16,3-3-1-16,3 4 1 16,8-14-1-16,6 7 1 15,4-9-1-15,4 3 0 16,-4-1 0-16,-10 4 1 0,3 6-1 16,-7 0 1-16,-7-3-1 15,-1 0 0-15,-2 0 0 16,6 4 1-16,4-4 0 15,-3 3 0-15,6 3 0 16,-3 0 1-16,-7 7 0 16,0-1 0-16,-3 7 0 15,-8 9 0-15,-7-3-1 16,-6 10 1-16,-5-7-1 16,-6-3 0-16,0 0 0 15,-15-3 0-15,4-6 0 16,-7 6 1-16,0-9 0 15,-3-4 1-15,-4 7-1 16,-7-13 1-16,-11-3-1 16,-7-7 1-16,-3-8-2 15,-4-1 1-15,-7-6-2 16,-6 3 0-16,-1-6 0 0,-11 3 1 16,1 0-2-16,-4-3 1 15,-4 6 0-15,-6 4 0 16,-15-1-1-16,-7-3 1 15,-7 0-1-15,-3-6 0 16,-11-9 1-16,-7-1 0 16,-3-5 0-16,-4-14 0 15,-7-2 0-15,-4-4 1 16,-3 1 0-16,-4-4 0 16,0 10-1-16,-10-4 1 0,-4 7-1 15,-3 0 1-15,-4-10-1 16,-7-6 0-16,-7-9 0 15,-7-16 0-15,0 0 0 16,-10 4 0-16,-8 5 0 16,-6-3 0-16,-8 13 0 15,-14 6 1-15,-21 13-1 16,-18 12 0-16,-10 7 0 16,-14 9 0-16,-15 6-1 15,-13 6 1-15,-5-2-1 16,-9 2 0-16,-15 1 0 15,-7-1 1-15,-10 0 0 16,-11 4 0-16,-4 3 0 16,-14 3 0-16,-17 3-1 15,-14 9 1-15,-11 7 0 16,-7-1 0-16,-11 4 0 16,0 3 0-16,1-12 0 15,-12-4 0-15,8-12-1 0,0-10 1 16,-7-3-1-16,-11-3 1 15,-3 0-1-15,-8 3 1 16,-10 16-1-16,0 3 1 16,-10 10 0-16,-1 8 0 15,-6 1-1-15,-1 16 1 16,-3-13-1-16,7 0 1 16,0-3-1-16,3-4 0 15,11-9 1-15,0-2 0 0,7 2 0 16,-7-3 0-16,4 3 0 15,7 7 0-15,-8-1 0 16,11 13 0-16,-7-3 0 16,11-3 0-16,3-6 0 15,7 2 0-15,4-5-1 16,4-4 1-16,-8-3-1 16,18-6 1-16,-4-6-1 15,11 12 1-15,-7 0-2 16,21 0 1-16,7 3 0 15,4-2 1-15,17-8-1 16,28 1 1-16,1-12 0 16,14-1 1-16,24 0 0 15,11 7 0-15,10-4 0 16,11 7 0-16,4 12 0 16,17 13 0-16,18 9-1 15,-7 10 1-15,17 15-2 0,4 22 1 16,14 10-1-16,14 12 1 15,8 10-1-15,13 3 1 16,4 3-1-16,7 0 1 16,7-13 0-16,7 6 1 15,4 7 0-15,-1 7 1 16,4-1 0-16,11 0 0 16,7 0 0-16,17-3 1 0,32-12-2 15,39-10 0-15,57-16-7 16,55-34 1-16,75-41-1 15,53-50 1-15</inkml:trace>
  <inkml:trace contextRef="#ctx0" brushRef="#br0" timeOffset="5740.46">18373 4948 97 0,'-4'-10'48'0,"-6"-2"-43"0,6 15 49 16,1 13-54-16,-5-1 1 16,1 20-1-16,-3 31 1 15,3 3-1-15,3 9 0 16,4 7 1-16,4 6 1 16,3 3-2-16,3-6 1 15,1-10-1-15,3-18 0 16,0-13 0-16,14-13 0 0,8-24 0 15,-1-26 0-15,11-28 1 16,3-28 0-16,1-16 0 16,-5-22 0-16,-2-6 0 15,-11 7 0-15,-8-4-1 16,-13 6 1-16,-11 7-1 16,-11 2 1-16,-13 11-1 15,-12 21 1-15,-13 6-1 16,-8 19 0-16,-3 10 0 15,-7 28 0-15,-10 47-1 16,-1 37 1-16,1 35-1 16,-1 54 0-16,11 30-1 15,32 11 1-15,24-26 0 16,25-29 0-16,25-33 0 16,25-42 1-16,20-28 0 15,19-40 0-15,16-51 2 16,5-43 0-16,-1-32 0 15,-10-44 0-15,-17-18-1 0,-22-1 1 16,-32 19-2-16,-39 13 0 16,-34 28-1-16,-36 31 0 15,-43 29-11-15,-31 37 1 16,-18 38-1-16,-20 25 1 16</inkml:trace>
  <inkml:trace contextRef="#ctx0" brushRef="#br0" timeOffset="6679.64">18584 10492 110 0,'11'-3'55'0,"0"-13"-87"0,-4 1 80 16,3-4-50-16,8-3 1 15,3 0 0-15,4 0 0 0,3 3 3 16,0 6 1-16,0 4-1 16,-7 6 1-16,-3 12 1 15,-7 16 0-15,-11 19 1 16,-7 16 0-16,-7 9-2 16,-1-3 0-16,1-4-2 15,0-11 0-15,4-7-2 16,10-10 0-16,7-6-1 15,7-6 0-15,10-3-1 16,8 3 0-16,14 0 0 16,7 0 1-16,3-3 0 15,-3-7 1-15,4-9 1 16,3-12 0-16,0-16 1 16,3-19 1-16,1-25-1 15,6-28 1-15,1 0-1 16,-8-1 0-16,-3-8-1 15,-10 9 1-15,-19 15-1 16,-16 7 0-16,-19 9 1 0,-24 13 0 16,-25 12 0-16,-21 13 0 15,-21 6 0-15,-22 12 1 16,-6 17-1-16,-4 8 0 16,0 13-1-16,-4 16 0 15,15 25-1-15,13 22 1 16,22 25-1-16,32 22 0 15,31 3 0-15,36 0 0 16,28-15-1-16,28-26 1 16,21-21 0-16,18-35 1 0,7-32 1 15,18-37 1-15,3-22 1 16,-4-38 1-16,-3-21 0 16,-17-23 1-16,-19-12-2 15,-23-3 0-15,-26 6-3 16,-31 12 1-16,-40 10-13 15,-45 10 1-15,-53 12-3 16,-70 12 1-16</inkml:trace>
  <inkml:trace contextRef="#ctx0" brushRef="#br0" timeOffset="134902.71">4265 7074 34 0,'11'-3'17'0,"-8"-3"-16"0,-3 6 17 16,4-4-17-16,-1 4 0 15,4-3 5-15,4 0 0 16,-8 3-4-16,4 0 1 16,4 0 5-16,0-3 0 15,6 0 0-15,-6 6 1 16,10-3-2-16,-3-3 1 0,3 0-4 16,0 3 1-16,7 0-2 15,-7-3 0-15,8 3-1 16,-5 0 1-16,12-4-1 15,-1 1 0-15,4 3 0 16,-1-3 0-16,8 3 0 16,-10 3 1-16,9 0-2 15,-6 4 1-15,11-4-1 16,-1 3 1-16,0 0-1 16,11-2 0-16,0 2 0 15,0 0 1-15,4 0 0 16,3 1 0-16,-4-4 0 15,8-6 1-15,-1 3-1 16,15-3 0-16,-11-4-1 16,4 4 0-16,-1-3-1 15,-6 0 1-15,-4 6-1 16,4 0 1-16,10-4-1 0,7 4 0 16,-7-6 0-16,-3 0 0 15,10-4 0-15,-7 4 1 16,11 0-1-16,-1 0 1 15,-6-4-1-15,0 4 1 16,-1-3-1-16,1-1 1 16,0 1-1-16,-1 9 0 15,1 0 0-15,0 0 0 16,-8-7 0-16,1 7 0 16,3-3 0-16,-3 3 0 0,6 0 0 15,-6 0 0-15,3-3 0 16,-7 3 0-16,-3-6 0 15,-1 9 1-15,1-9-1 16,-1 3 0-16,-2 3 0 16,-1 0 1-16,-4 3-1 15,-3 0 0-15,0 0 0 16,0 0 1-16,-7-3-1 16,7 0 1-16,3-3-1 15,8 3 1-15,-4-3-1 16,-4 0 1-16,1-7-1 15,-4 4 1-15,7 3-1 16,-4-3 0-16,4 6 0 16,11 0 0-16,0 0 0 15,3-3 0-15,0 3 0 16,-7-7 0-16,4 7 0 16,6-3 1-16,1 6-1 0,-4-6 1 15,0-3-1 1,4-10 0-16,0 1 0 0,10 5 1 15,-3 1-1-15,-1-4 0 16,-2 1 0-16,2 9 0 16,4-1 0-16,-3 11 1 15,0 5-1-15,0 4 0 16,-4-7 0-16,0 1 0 16,7-7 0-16,1 0 0 15,2-3 0-15,5-3 0 0,-1-3 0 16,7 2 0-16,4 4 0 15,4 4 0-15,-5-1 0 16,8 3 0-16,-3 0 0 16,6 4 0-16,1-1 0 15,-1 0 0-15,1 1 0 16,6 2 1-16,4-2-1 16,4-7 0-16,3 3 0 15,4 0 1-15,6-2-1 16,8-1 1-16,0 0-1 15,0 0 0-15,-8-3 0 16,-3 0 1-16,-3 0-1 16,0-6 0-16,-11 3-1 15,0 3 1-15,-4 0 0 16,1 0 0-16,-8-7 0 16,1 4 0-16,-4 3 0 15,0 6 0-15,-7-6 0 0,-8 0 0 16,-2-6 0-16,-4 6 1 15,-4 3-1-15,-7-6 0 16,-7 0 0-16,0-3 0 16,-3-7 0-16,-8-9 0 15,1 7 0-15,-8-4 0 16,-3-3 0-16,-7 0 0 16,-7 3 0-16,-7-3 0 15,-4 0 0-15,1 0 0 0,-8-6 0 16,0 3 0-16,-3-6 0 15,-4-4 0-15,-3 1 0 16,-8 2 0-16,-3-9 0 16,-10 7 0-16,-8-1-1 15,-3-2 1-15,-4 2 0 16,-6-9 0-16,-5 4 0 16,-6-4 0-16,0 0 0 15,-4 6 0-15,-7-2 0 16,-3 2 0-16,-8 3 0 15,-10 4 0-15,-10 0 0 16,-1 2 0-16,-10-2 0 16,-4 9 0-16,-3-9 0 15,-7 3 0-15,-8 2 0 16,1-5 1-16,0 9-1 16,-8-9 0-16,-10 3 0 15,7 6 0-15,-10-7 0 0,-8 4 1 16,-10 7-1-16,-4 2 0 15,-7 3 0-15,-10 1 0 16,7 2 0-16,-4 1 0 16,-7 3 0-16,11 3 0 15,-4-10 0-15,-3 7 1 16,10-4-1-16,0-2 0 31,-105-7 0-31,17 3 0 16,21 7-1-16,14 3 1 0,4 6 0 15,14 0 0-15,14 3-1 16,-3 0 1-16,10 0 0 16,11 3 0-16,3-6-1 15,-7 3 1-15,4-6 0 16,-1 6 0-16,-2-3 0 16,9 4 0-16,5-4-1 15,10 3 1-15,0 6-1 16,7-3 1-16,3 1-1 15,11 2 0-15,4-3 0 16,3-3 0-16,0 4 0 16,7 2 1-16,4-3-1 15,10 1 1-15,4-1 0 16,3 0 0-16,0 4-1 16,8-7 1-16,6 6 0 15,4 1 0-15,4 5-1 0,3 10 1 16,0-3 0-16,0 3 0 15,7-3 0-15,-7 0 0 16,0-9 0-16,0 6 0 16,11-4 0-16,-1 7 0 15,1-3 0-15,7 0 0 16,3-3 0-16,7 2 0 16,0 4 0-16,8 0 0 15,-5 6 0-15,8 1 0 16,0-4 0-16,3 3 1 15,4 0-1-15,4 7 0 0,3-1 0 16,0-6 1-16,7 7-1 16,-4-7 0-16,4 10 0 15,4-4 1-15,3-9-1 16,-4 4 0-16,4-1 0 16,4-3 1-16,3-3-1 15,3-3 0-15,1-4 0 16,10 4 0-16,-3-3 1 15,10 0 0-15,1-1-1 16,6 4 0-16,0 3 0 16,-6-3 1-16,-1 0-1 15,4 3 0-15,-4-4 0 16,0 1 1-16,4 0-1 16,0-3 0-16,3-1 0 15,4-2 0-15,0-1 0 16,10 1 1-16,-6 3-1 15,-8-1 0-15,4 4 0 0,0-3 0 16,0-4 0-16,-4-2 0 16,4 5 0-16,3-2 0 15,8-7 0-15,6 4 1 16,8-1-1-16,-8 1 0 16,1-4 0-16,-4 0 0 15,-4 0 0-15,-3-3 0 16,3 7 0-16,1-1 0 15,3-6 0-15,0 4 0 0,3-4 0 16,1 0 0-16,-1-3 0 16,-3 3 1-16,7-6-1 15,4 0 0-15,7 6 0 16,-4-3 0-16,0 0 0 16,3-3 0-16,-3-3 0 15,7-1 1-15,8-2-1 16,2 3 0-16,8-7 0 15,-4 1 0-15,8 2 0 16,3 1 0-16,-1 6 0 16,1 6 0-16,-7-3 0 15,0-3 0-15,3 3 0 16,4 0 0-16,0 0 0 16,0-10 0-16,3-2 0 15,7 2 0-15,1 1 0 16,-1 6 0-16,-6 0 0 15,6-7 0-15,-7 10 0 0,8 6 0 16,-4 1 0-16,-8-7 0 16,8 12 0-16,-7-6 0 15,0 1 0-15,-4-1 0 16,4 0 0-16,-11-6 0 16,1-3 0-16,-5 3 1 15,1 3-1-15,0 0 0 16,0 4 0-16,-11-10 0 15,3 3 0-15,5 3 0 16,2 3 0-16,1 0 1 0,0 1-1 16,-1-11 0-16,1 4 0 15,0-3 1-15,0 0-1 16,3 6 0-16,-7 0 0 16,-3-6 0-16,3 3 0 15,0 0 0-15,4 3 0 16,0 1 0-16,-1-4 0 15,-2-7 1-15,2 1-1 16,-3 3 0-16,-3 3 0 16,-4 0 0-16,-3 3 0 15,-8-3 0-15,-3-6 0 16,-7 6 0-16,-3-3 0 16,-4-4 1-16,0 1-1 15,-4 0 0-15,0-7 0 16,1-6 0-16,-1 7 0 15,-3-4 1-15,0 4-1 16,-7-1 0-16,0 4 0 0,-8-1 0 16,-6 1 0-16,3-1 1 15,-3-2-1-15,0-1 1 16,-4-2-1-16,0 5 1 16,4-9-1-16,-4 1 1 15,0-7-1-15,0 6 1 16,-3 3-1-16,-4-3 1 15,-4 4-1-15,-6-4 0 0,-4 6 0 16,-4 1 1-16,-6 2-1 16,-11-2 1-16,-4-1-1 15,-3-3 1-15,0 1 0 16,-1-10 0-16,-2 0-1 16,-1-4 0-16,0-2 0 15,4-3 0-15,0-1-1 16,-4 1 0-16,-3 5 0 15,-8 4 1-15,1 0 0 16,-11 0 0-16,-7 0-1 16,-7-3 1-16,0 0 0 15,-4-1 0-15,1-2 0 16,-1 0 1-16,1-1-1 16,-8 4 0-16,-3-3 0 15,-11-7 0-15,-6 4 0 16,-5 5 0-16,-6-2-1 15,-8 3 1-15,-13 0 0 16,-1 6 0-16,-10-3-1 16,-3 6 1-16,-4 3-1 0,-1 0 1 15,-6 1 0-15,-11 2 1 16,4 1-1-16,-7 5 0 16,-8-5 0-16,8 9 0 15,-7-4 0-15,-4 4 1 16,7 0-1-16,-4-3 0 15,1 3 0-15,14-7 0 16,-1 4 0-16,-6 3 0 0,10-10-1 16,1 10 1-16,-8-6 0 15,4 6 0-15,-1 6 0 16,-6-6 0-16,10 3 0 16,4 3 0-16,3 0-1 15,8 6 1-15,3-2-1 16,3 2 1-16,11 0 0 15,7 1 0-15,-3-4 0 16,6 0 0-16,4 4-1 16,11-4 1-16,3 3 0 15,7 1 0-15,-3-1 0 16,3 1 0-16,4-1 0 16,4 4 0-16,9-1-1 15,1 4 1-15,0 9 0 16,-3 0 0-16,3-6-1 15,3 3 1-15,1 3 0 16,-1 3 0-16,7 3 0 16,5-2 0-16,-1 2-1 0,0 0 1 15,7-9 0-15,3 7 0 16,1-1 0-16,3-6 0 16,7 3-1-16,-3-3 1 15,3 3 0-15,4 0 0 16,0 0 0-16,6 0 0 15,-6 6 0-15,10-2 0 16,4 2 0-16,4 0 0 0,6 1-1 16,0-1 1-16,1 0 0 15,6-5 0-15,4-1 0 16,0 0 0-16,4-3 0 16,-1 6 0-16,4 0 0 15,4-3 0-15,3 3 0 16,4-6 0-16,3-6 0 15,7 3 0-15,11 3 0 16,0 0 0-16,-4 0 0 16,4 0 0-16,0 12 0 15,-4-9 0-15,0-3 0 16,-3 0 0-16,0 0-1 16,-4-6 1-16,4 6-3 15,-1-3 0-15,5-1-1 16,-8 4 1-16</inkml:trace>
  <inkml:trace contextRef="#ctx0" brushRef="#br0" timeOffset="-182933.17">4466 9216 52 0,'-21'-10'26'0,"-11"26"-23"15,25-10 26-15,-3 7-28 16,-1-1 0-16,4 1 1 16,3-1 1-16,-3-2-2 15,4 2 0-15,13 1 4 16,1-1 1-16,7 1 0 15,6-7 1-15,12 1-1 16,9 5 0-16,19-6-2 0,0 4 1 16,6-4-3-16,8 7 0 15,3-10-1-15,25 3 0 16,-4 0-1-16,7-6 1 16,8 3 0-16,24-3 0 15,-11-3 0-15,1 3 0 16,-1-3 0-16,15 9 0 15,-11-6 1-15,-3 7 0 16,-1-4 0-16,15 3 0 16,-15 0 0-16,8-6 0 15,3 0-1-15,14-6 0 0,-3 3-1 16,0 3 1-16,6-3-1 16,-6 3 1-16,-11 3-1 15,-3 3 1-15,-8 4-1 16,1 2 1-16,3-2 0 15,-11-4 1-15,4-6-1 16,11-3 0-16,-4-7 0 16,11-5 1-16,-8-10-1 15,11-1 0-15,-3-2 0 16,-14 3 0-16,-11-3-1 16,-1 0 0-16,-6-1 0 15,-14-2 1-15,-7-3-1 16,-7-10 0-16,-4-3 0 15,-7-3 1-15,-4-7-1 16,-13 10 0-16,-11-6 0 16,-8 6 1-16,-13 3-1 15,-11 3 1-15,-14 0 0 16,-14 7 0-16,-11-1 0 0,-6 1 0 16,-15 6 0-16,-11-10 0 15,-20 0-1-15,-8 1 1 16,-7 2-1-16,-6 7 0 15,-15-3 0-15,-25 6 0 16,1 6 0-16,-22-3 0 16,-14 9 0-16,-3 4 0 15,-15 3 0-15,-3 9 0 0,-4-6-1 16,1 3 1-16,-1-4 0 16,11-8 1-16,4-7-1 15,7 0 0-15,3-3-1 16,-14 0 1-16,10 7 0 15,1 5 0-15,-11-2 0 16,7 12 0-16,0 0-1 16,-7 3 1-16,11 3 0 15,13 0 0-15,-2-2 0 16,20-1 0-16,7 3 0 16,18 0 0-16,1 7 0 15,2-1 0-15,8 7-1 16,-1 3 1-16,19 6 0 15,10 7 0-15,3 12-1 16,11-3 1-16,14-4 0 16,-7 1 0-16,18-9 0 15,3-4 0-15,4 0 0 0,-1-3 0 16,1-3 0-16,10 6 0 16,-3-3-1-16,0 4 1 15,10 5 0-15,8 1 0 16,6 5 0-16,15 4 0 15,3 0-1-15,11 0 1 16,6-6 0-16,8-10 0 16,-7-3 0-16,7-3 1 15,10-6-1-15,4-1 0 16,14 1 0-16,4 3 0 0,6-4 0 16,-3 4 1-16,11 0-3 15,24 3 1-15,4 3-19 16,14 6 1-16,-7-9-1 15,18-28 1-15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6:56:36.7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9352 9702 101 0,'-77'-119'50'0,"-61"-48"-50"0,96 133 56 0,-18-10-56 15,-29 6 0-15,-31-2 0 16,-10 2 0-16,-36 4 0 16,-17 5 0-16,-8 7 0 15,-13-3 0-15,3 10 0 16,-22 5 1-16,-2 13 0 16,-5 13 0-16,-17 15-1 15,7 13 1-15,-21 10 0 16,4 5 0-16,-11 16-1 15,28 13 1-15,3 3 0 16,29-12 1-16,35-7-1 16,15-7 0-16,20-8 0 15,25 3 0-15,7 5-1 16,25-2 1-16,28 6-1 16,25 0 0-16,21 3 0 15,25-6 0-15,20 0 0 16,22 0 0-16,39 9 0 15,14-6 0-15,42 0 0 16,29-13 0-16,13-2 0 0,29-10 0 16,3-10 0-16,25-3 1 15,-3-9-1-15,13-6 0 16,-2-10 0-16,-5 4 1 16,1-16-1-16,-1 9 0 15,-6-13 0-15,-8-5 1 16,-10-4-1-16,-18-16 1 15,-7-2 0-15,-24-4 1 0,-22-9-2 16,-17 0 1 0,-22-7 0-16,-21-9 1 0,-24-28-1 15,-18-12 0-15,-21-17-1 16,-32-27 1-16,-21 5 0 16,-36 7 0-16,-27 16-6 15,-33 28 1-15,-24 28-16 16,-28 29 1-16,7 24-1 15,17 1 0-15</inkml:trace>
  <inkml:trace contextRef="#ctx0" brushRef="#br0" timeOffset="371.29">9705 9984 102 0,'-102'-13'51'0,"20"39"-67"0,65-11 83 16,-1 17-67-16,4 11 0 0,7 8-1 15,14-4 0-15,18-10 1 16,31-8 1-16,36-20 1 16,56-31 0-16,57-38 1 15,59-34 0-15,54-12 1 16,10-20 1-16,-4 13-5 15,-34 26 1-15,-33 18-3 16,-45 12 0-16</inkml:trace>
  <inkml:trace contextRef="#ctx0" brushRef="#br0" timeOffset="711.24">10643 8899 88 0,'-70'0'44'0,"20"16"-27"0,50-13 30 15,11 0-46-15,24-3 1 0,39 0-1 16,32-9 0-16,53-17-5 16,42-17 1-16,35-11 1 15,29-37 0-15</inkml:trace>
  <inkml:trace contextRef="#ctx0" brushRef="#br0" timeOffset="1677.23">13243 7419 91 0,'0'-110'45'0,"-39"22"-39"16,29 70 44-16,-15-8-49 15,-21 5 0-15,-28-8 0 16,-28 10 0-16,-50-9-2 16,-31 9 0-16,-54-9 1 15,-41 6 0-15,-40-3-1 16,-35-3 1-16,-38-3-1 15,-8 9 0-15,-6 0 0 16,-1 9 1-16,-14-9 0 16,4 7 0-16,3 8 0 15,14 17 0-15,-3 5 0 0,11 10 1 16,20 13 0-16,-6 3 0 16,27-4-1-16,22 7 1 15,18-6-1-15,24 0 0 16,50 6 0-16,35 3 0 15,28 3 0-15,14 3 0 16,32 7 0-16,25 2 0 16,31 14-1-16,22-7 1 0,42 9 0 15,35 13 0-15,25-6-1 16,53-4 1-16,28-12 0 16,53-3 0-1,328-22 0 1,-32-19 1-16,-24-13-1 15,3-2 0-15,0-10 0 16,7 0 1-16,-3-3-1 16,10 0 0-16,-28-4 0 15,0 10 0-15,-10 7 0 16,-18-1 0-16,-36 4 0 16,-21-1 0-16,-31-5 0 15,-25-1 1-15,-42-19 0 16,-43-9 0-16,-39-34 1 15,-20-16 0-15,-40-10 0 16,-28-5 0-16,-35-17 0 16,-21-12 1-16,-21 13-2 15,-11 8 0-15,-11 20-8 0,-3 12 0 16,0 7 0-16,-4 12 1 16</inkml:trace>
  <inkml:trace contextRef="#ctx0" brushRef="#br0" timeOffset="1960.9">12929 7711 104 0,'4'-35'52'0,"81"38"-59"0,-64 13 65 0,7 15-58 15,-3 32 0-15,-1 9 0 16,-17 10 0-16,-7 18 0 16,-3 10 0-16,3-16 0 15,25-19 0-15,45-40 0 16,92-48 0-16,135-62-19 16,144-66 1-16,84-48-1 15,1-55 1-15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6:03:55.4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5563 570 81 0,'-31'-25'40'0,"-47"35"-34"0,53 5 41 0,-24 23-46 16,-18 25 1-16,-7 34-1 15,-11 66 1-15,-3 31-3 16,-4 57 1-16,4 28 1 16,24-6 0-16,33-22 0 15,31-19 0-15,24-53 1 16,26-38 0-16,27-34 0 16,22-54 1-16,21-53 0 15,28-41 0-15,22-37-1 16,3-57 0-16,17-19-1 15,8-40 0-15,-11-4-1 16,0-6 0-16,-25 4-1 16,-21 21 1-16,-25 10-1 15,-31 24 1-15,-29 14 0 16,-17 24 0-16,-28 16 0 0,-18 28 1 16,-29 23-1-16,-20 46 1 15,-22 28 0-15,-13 48 1 16,-19 53-1-16,-6 37 0 15,7 57-1-15,6 38 1 16,22-4-1-16,21 0 1 16,21-27-1-16,32-33 1 15,25-36-1-15,24-32 1 16,32-41 0-16,15-35 0 16,27-34-1-16,29-31 1 15,-1-41 0-15,19-25 0 0,2-16-1 16,-9-19 1-16,-8-27-1 15,-7-4 0-15,-14 9 0 16,-25-12 1-16,-24 12-1 16,-29 13 0-16,-17 19 0 15,-39 16 1-15,-21 18 0 16,-18 22 0-16,-18 32-1 16,-17 37 1-16,-14 41-1 15,-4 19 1-15,4 37-1 16,7 13 0-16,14 0 0 15,24-9 0-15,15-13 0 16,24-19 0-16,18-19 0 16,22-43 0-16,20-26 0 15,22-18 0-15,17-26 0 16,10-27 1-16,5-20-1 16,10 4 1-16,-4-1-1 15,-3 7 1-15,-14 16-1 16,-15 12 0-16,-17 12 0 0,-7 20 0 15,-14 6 1-15,-11 24 0 16,-10 26 0-16,-15 19 0 16,-10 15 0-16,-7 4 0 15,-7 9-5-15,-7 12 1 16,0-12-17-16,6-9 1 16,1-19-1-16,11-13 1 15</inkml:trace>
  <inkml:trace contextRef="#ctx0" brushRef="#br0" timeOffset="309.83">9394 1771 94 0,'-17'-40'47'0,"-43"24"-55"16,39 16 73-16,-18-6-65 15,-10 6 1-15,-8 6 0 16,1 13 1-16,-4 9-3 16,0 22 1-16,10 7 1 15,1 12 1-15,21 6-1 16,10 28 1-16,11-6 0 16,7-9 0-16,3 3 0 15,1-16 1-15,0-12-1 0,-1-13 0 16,-3-6-3-16,-3-19 1 15,-5-6-10-15,-2-19 1 16,-15-12-1-16,1-1 1 16</inkml:trace>
  <inkml:trace contextRef="#ctx0" brushRef="#br0" timeOffset="667.5">9779 1865 95 0,'71'-18'47'0,"6"-42"-47"0,-56 44 56 0,1 4-55 16,6-7 0-16,-7 3 0 15,-3 1 1-15,-8 2-1 16,-6-3 0-16,-8 7 1 16,-6 6 1-16,-5-3-1 15,1 12 1-15,0 13-1 16,4 25 0-16,3 12-1 15,3 13 0-15,4 3-1 16,4 0 1-16,-1 7 0 16,-3-7 0-16,-3 0-1 15,-4-9 1-15,-15-10 0 16,-6-6 0-16,-14-19-1 16,-4-6 0-16,0-19-3 15,4-3 0-15,3-12-9 16,11-10 0-16,10 0-13 0,11-6 0 15,25 3 0-15,13-10 1 16</inkml:trace>
  <inkml:trace contextRef="#ctx0" brushRef="#br0" timeOffset="916.21">10619 1890 104 0,'-4'29'52'0,"-10"15"-73"0,7-32 106 0,0 13-84 15,-7 3 0-15,0 10 0 16,0 12 0-16,-1 7-2 16,1 12 1-16,4 0 0 15,-1 3 1-15,1-9-5 16,6-7 0-16,1-6-15 16,3-9 0-16,3-16 0 15,15-19 0-15</inkml:trace>
  <inkml:trace contextRef="#ctx0" brushRef="#br0" timeOffset="1183.4">10915 1320 100 0,'-14'-60'50'0,"-36"-9"-59"15,33 57 84-15,-11-4-74 0,-11 7 0 16,-11 9 0-16,-3 9 0 16,4 16-3-16,10 3 1 15,8 7-1-15,16-10 1 16,15-6-1-16,15-10 1 16,13-6 0-16,7-3 0 15,4-3 0-15,0-3 1 16,-8 3-14-16,-6-4 0 0,-4 4 0 15,-7 13 1-15</inkml:trace>
  <inkml:trace contextRef="#ctx0" brushRef="#br0" timeOffset="1960.98">11261 1709 115 0,'-4'6'57'0,"-52"72"-74"16,35-59 93-16,-8 16-82 16,-6 8 0-16,0 5-3 15,-1 14 1-15,1 1 10 16,7 15 1-16,7 4-7 16,17-4 0-16,11-12 4 15,22 3 0-15,16-16 3 16,29-15 0-16,22-13 0 15,17-22 1-15,21-12-1 0,0-19 1 16,0-23-3-16,-7-5 1 16,-11-16-2-16,-17 3 0 15,-11-6 0-15,-24-13 0 16,-22-6 0-16,-17 12 0 16,-18 7 1-16,-18 12 0 15,-13 13 0-15,-19 22 0 16,-10 18 0-16,-10 14 0 15,-8 27-1-15,1 22 1 0,3 1-2 16,14 8 1-16,14 1 0 16,18 0 0-16,21-7 0 15,17-6 0-15,26-6 0 16,17-16 0-16,21-15 0 16,7-4 1-16,4 7-1 15,-1 9 1-15,-6 3-1 16,-11 7 0-16,-3 3-1 15,-11-4 1-15,-4-6-1 16,1-12 0-16,-1-16 0 16,4-9 0-16,0-10 0 15,-4-16 0-15,4-9 0 16,-3-3 1-16,-4-6 0 16,0-16 1-16,3-38 0 15,8-2 0-15,-1-7-1 16,8-22 1-16,3 3-1 15,-7 6 1-15,-7 13 0 16,-11 3 1-16,-10 13 0 0,-14 3 0 16,-8 15-1-16,-10 13 1 15,-7 22-1-15,-7 13 1 16,-7 24-2-16,-10 35 1 16,-8 32-1-16,-7 43 0 15,-7 38 0-15,0 10 0 16,7 21-1-16,4-9 1 15,14-19-3-15,14-22 1 16,7-15-24-16,11-35 0 0,6-22 0 16,22-35 0-16</inkml:trace>
  <inkml:trace contextRef="#ctx0" brushRef="#br0" timeOffset="2802.1">14531 1426 97 0,'-14'-22'48'0,"21"10"-41"16,0 15 49-16,0-6-55 15,7 12 0-15,7 1 0 0,0 15 0 16,4 12-2-16,0 7 1 16,3 3 0-16,0 25 1 15,-3 7-2-15,3-1 1 16,-3-6-1-16,0 1 0 15,-4-11 1-15,0-8 1 16,0-11 1-16,0-17 0 16,7-8 1-16,4-8 1 15,0-20-1-15,7-15 1 0,3-19-2 16,0-15 1-16,4-7-2 16,-3-6 0-16,2 0-3 15,-2 3 0-15,-8 12-8 16,-10 4 1-16,-8 9-1 15,1 0 0-15</inkml:trace>
  <inkml:trace contextRef="#ctx0" brushRef="#br0" timeOffset="3111.8">16309 1473 106 0,'25'0'53'0,"-29"-28"-54"16,-6 19 66-16,-8-4-65 16,-10 4 0-16,-11 6 0 15,-3 3 1-15,-1 9-2 0,4 7 1 16,1 12 0-16,9 25 0 16,8 19-1-16,7 16 1 15,3 9 0-15,1 7 1 16,-8 9 0-16,-6 3 1 15,-8-16 0-15,-7-12 1 16,-17-10-1-16,-11-21 1 16,0-20-5-16,-4-15 0 0,4-22-16 15,18-18 1-15,17-17-1 16,32-9 1-16</inkml:trace>
  <inkml:trace contextRef="#ctx0" brushRef="#br0" timeOffset="3551.74">17731 752 111 0,'49'-119'55'0,"-21"56"-65"16,-31 54 89-16,-11 3-79 16,-15 6 0-16,-17 15-2 15,-24 42 1-15,-18 21 1 0,-15 19 0 16,1 48-1-16,10 8 0 16,15 23 0-16,24-13 0 15,21-13 1-15,29-21 0 16,20-16-1-16,29-35 1 15,21-24 0-15,18-32 0 16,7-26 1-16,10-30 0 16,4-29 0-16,-8-18 1 15,-9-26-1-15,-15-18 0 16,-18-7 0-16,-6 13 0 0,-19 15-4 16,-13 4 1-16,-18 22-9 15,-21 12 0-15,-15 25 0 16,-16 19 1-16</inkml:trace>
  <inkml:trace contextRef="#ctx0" brushRef="#br0" timeOffset="4511.67">16962 1699 101 0,'7'-3'50'0,"28"-25"-54"15,-14 18 63-15,11 4-59 16,10 6 0-16,15 0 0 16,3 16 1-16,3 3-1 15,1 18 0-15,-1 1 0 16,4 15 0-16,-3-12 0 0,-1-7 0 16,8-5 0-16,3-10 0 15,0-10 0-15,3-18 1 16,-3-20 0-16,-6-5 0 15,-8-10 1-15,-8 6 1 16,-2-12-1-16,-11 3 0 16,-8 3 0-16,-2 7 0 15,-8 2-1-15,-4 10 1 0,-2 0-2 16,-8 12 0-16,-4 4 0 16,-3 12 0-16,-7 16-1 15,-4 15 1-15,-6 29 0 16,-1 19 0-16,4 5 0 15,0 4 0-15,10-15 0 16,11-14 0-16,11-8 0 16,10-17 0-16,8-12 0 15,9-15 0-15,8-17 0 16,0-14 1-16,0-14-1 16,-3-18 0-16,-5-1 0 15,-2-5 1-15,-8 6-1 16,-7 9 0-16,-7 6 0 15,-6 10 1-15,-8 9-1 16,-11 13 0-16,-3 15 0 16,-7 22 0-16,0 17 0 15,0 8 0-15,3 13 0 16,8-3 0-16,6 18 0 0,15-18 0 16,17-3 0-16,18-13 0 15,7-12 0-15,14-22 1 16,4-16-1-16,6-19 0 15,1-6 0-15,3-19 1 16,-3-10 0-16,-4-18 0 16,-7-19-1-16,-14 13 1 15,-14-10 0-15,-14 13 0 16,-18 9-1-16,-14 6 0 0,-11 17-1 16,-6 8 1-16,-15 10-1 15,-7 12 0-15,-7 17 1 16,-7 14 0-16,-3 17 0 15,-4 21 0-15,7 20 0 16,7 8 1-16,11 4-1 16,14 0 1-16,10 0-2 15,14-16 0-15,12-16 0 16,9-15 1-16,12-13-1 16,9-18 1-16,8-17-1 15,7-5 1-15,-3-13 0 16,-1-4 1-16,1-5-1 15,-11 6 0-15,-8 0 0 16,-6 12 0-16,-4 10 0 16,-7 12 0-16,-3 10-1 15,-4 5 1-15,-3 8-4 16,-1 11 1-16,1-5-8 16,3 12 1-16,0-9-13 15,0-7 1-15,0-3 0 0,4-6 1 16</inkml:trace>
  <inkml:trace contextRef="#ctx0" brushRef="#br0" timeOffset="4946.52">20200 2019 64 0,'28'-97'32'0,"4"-51"-26"0,-25 123 49 16,-7-6-47-16,-3 3 0 0,-1 0 4 15,4 9 1-15,-4 3-16 16,1 13 1-16,-1 6 10 15,-3 13 0-15,4 12-3 16,-4 19 0-16,0 9-3 16,0 7 1-16,3 3-2 15,1 3 1-15,3-13-2 16,3 4 1-16,4-13-1 16,0-9 0-16,0-13 0 15,4-6 0-15,-4-13 0 16,7-6 0-16,0-16 0 15,7-6 0-15,1-9-1 16,-1 0 1-16,3-4-1 16,5-6 1-16,2-3 0 15,5 4 0-15,-8 8 0 16,0 4 0-16,0 9 0 0,1 10 0 16,2 3 0-16,1 12 1 15,0 19-1-15,-4 3 0 16,0 16 0-16,-7 3 0 15,-3 16-3-15,-7 6 1 16,-4 3-14-16,-4-9 0 16,-3-7 0-16,7-15 1 15</inkml:trace>
  <inkml:trace contextRef="#ctx0" brushRef="#br0" timeOffset="5212.47">21276 956 101 0,'-4'-16'50'0,"8"32"-55"16,0-7 75-16,3 17-68 16,0 2 0-16,0 25 1 15,0 19 0-15,0 16-4 16,0 3 0-16,3 16 2 15,5 9 1-15,-5-4-3 16,8-2 1-16,-1-9-7 16,-2-7 0-16,-8-13-1 15,-4-2 1-15</inkml:trace>
  <inkml:trace contextRef="#ctx0" brushRef="#br0" timeOffset="5681.36">20839 1583 106 0,'3'-31'53'0,"36"18"-58"0,-14 10 64 16,13-6-59-16,12-1 0 16,20-5 0-16,8 2 0 0,0-9 0 15,-4 13 0 1,7 24 0-1,-7 11 1-15,-18 11-1 16,-10 26 1-16,-7 6-1 16,-7 12 0-16,0-8 0 15,3-5 1-15,4-11-1 16,3-19 0-16,0-10 0 16,8-13 1-16,-4-8-1 15,-1-23 1-15,-2-9-1 16,-1-16 1-16,-3-12-1 15,-4 0 1-15,-7-7-1 16,-6 4 0-16,-5 2-1 16,-3 10 1-16,-3 13 0 15,-4 9 0-15,-4 6 0 16,1 13 0-16,-4 3 2 16,7 13 1-16,0 12-1 0,0 9 1 15,0 29-1-15,4 0 0 16,3 9-4-16,7-3 1 15,-7-3-15-15,4-13 1 16,-4-9-1-16,0-6 0 16</inkml:trace>
  <inkml:trace contextRef="#ctx0" brushRef="#br0" timeOffset="6342.86">22440 1759 89 0,'14'-88'44'0,"15"32"-37"0,-26 43 58 0,4 0-62 15,0 7 1-15,4 3-1 16,-1-3 1-16,4 6-6 16,-3 6 1-16,3 7 3 15,0 9 0-15,4 6-2 16,0 9 1-16,-1 17-1 16,-3 8 1-16,0 1-1 15,-3 0 1-15,-4-4-1 16,-3-15 0-16,-4-3-1 15,0-6 1-15,0-10-2 16,0-10 1-16,0-5 0 16,7-20 0-16,0-2 0 15,7-10 0-15,7-16 1 16,4-6 0-16,6 0 1 16,8-6 0-16,7 3 0 15,3-3 0-15,4 9 0 16,-3 1 0-16,-4 8-1 0,-4 7 0 15,-3 0 0-15,-7 12 1 16,-4 7-2-16,-7 6 1 16,0 16 0-16,-10 15 1 15,-4 13-1-15,-7 9 1 16,-4 1-1-16,-3-4 1 16,-3-3-1-16,-5-3 0 15,1-16 0-15,0-3 0 16,4-6 0-16,3-16 0 0,3-3 0 15,1-12 0-15,10-7-1 16,3-13 1-16,11-8 0 16,11-14 0-16,14 4-1 15,10-3 1-15,18-10 0 16,11 0 0-16,3 7 0 16,1 3 0-16,2 9 0 15,-6 16 1-15,3 2 1 16,-17 17 0-16,-11 18 0 15,-15 26 0-15,-9 12 0 16,-12 22 1-16,-6 12-2 16,-11 7 1-16,-14 3-8 15,-3-3 1-15,-1-3-2 16,0 2 1-16</inkml:trace>
  <inkml:trace contextRef="#ctx0" brushRef="#br0" timeOffset="8123.46">26317 3120 122 0,'28'66'61'0,"-24"-16"-69"0,-11-38 75 0,-7 1-73 16,-11 3 0-16,-14-7-4 16,-24-6 0-16,-29-9 11 15,-21 0 1-15,-24-13-9 16,-29 3 1-16,-14-6 4 16,-35 6 1-16,-11-2 3 15,-39 2 0-15,-27 6 4 16,-37 1 0-16,-37 9 0 15,-30 0 1-15,-23 0-3 16,-33 0 1-16,-31 0-3 16,-8-6 1-16,-10 3-3 15,-21 3 0-15,-35 0 0 16,-22 0 0-16,-3 3-1 16,-10 3 1-16,-19 7 0 15,5 5 0-15,6 4 0 16,4 7 1-16,21-4-1 15,14 3 1-15,17-3-1 16,5-3 1-16,2 9-3 0,1-2 1 16,-11 5-2-16,-13 13 1 15,-23 16 1-15,-16 15 1 16,-1 4-1-16,4 21 1 16,17 7 2-16,36-10 0 15,39-12-1-15,38-10 1 16,39-15-1-16,28-13 0 15,43-12-1-15,24-13 0 0,26-12-1 16,16-4 1-16,29-9 0 16,7-9 0-16,21 2 0 15,25-5 0-15,18-7-1 16,10-6 1-16,10-16 0 16,29-12 1-16,14-13-1 15,11-19 0-15,21-9-1 16,6-22 1-16,12-15-1 15,6-7 1-15,22-4-1 16,7-11 1-16,3 2-1 16,11 10 1-16,6-12-1 15,12 2 1-15,10-6 0 16,3-9 0-16,18-3 0 16,15-1 0-16,-4-5-1 15,6-4 1-15,1 10-1 16,0 6 0-16,-7 6 1 15,-1 9 0-15,-2 23-1 16,-1 18 0-16,-7 10 1 0,0 16 1 16,-3 12-1-16,-4 0 0 15,11 12-1-15,6-2 0 16,8 12 1-16,11-10 0 16,10 7 0-16,3 6 0 15,25 6-1-15,22 10 1 16,17-3 0-16,14 12 0 15,28 7 0-15,29-4 0 16,17 0 0-16,28 4 0 0,18-7 0 16,29 3 0-16,20-3 0 15,29 0 0-15,21-6 0 16,-4 7 0-16,18-1-1 16,14-3 1-16,-7 9 0 15,10 4 0-15,15-1 0 16,10 4 0-16,11 6 0 15,4-9 0-15,17 9 0 16,17 0 0-16,22-6 0 16,14-7 0-16,7 13 0 15,7 0 0-15,-7-9-1 16,7-1 1-16,-7 10 0 16,-3 3 0-16,-15-6 0 15,4 3 1-15,-4 3-1 16,-3 4 0-16,7-7 0 15,-4 0 0-15,1 3 0 16,-1-6 0-16,0 3 0 0,-10 0 0 16,-11-7 0-16,-13 14 0 15,-19-7 0-15,-21 0 0 16,-14 3 0-16,-21 3 0 16,-17-12-1-16,-11 6 1 15,-18-3 0-15,-11-4 1 16,-6-2-1-16,-15-1 0 15,-17 10 1-15,-7 0 1 16,-22 0-1-16,-17 7 0 0,-25-4 0 16,-24 3 0-1,-22 7 0-15,-21 2 0 0,-17 1-1 16,-8-3 0-16,-13 12 0 16,-15-7 0-16,-11 1-1 15,-9 6 1-15,-8 4 0 16,-7 11 0-16,-11 23 0 15,-10 3 0-15,-11 15 0 16,-3 7 0-16,-8 28 0 16,-3 0 1-16,-3 10-1 15,0-1 0-15,-1 16 0 16,-3-15 0-16,-3-4 0 16,-1-3 0-16,-3 3 0 15,0 4 0-15,-3-7 0 16,3-6 0-16,3-3 0 15,8-4 1-15,3 1-1 16,4 9 0-16,-1-19 0 16,4-15 1-16,1 6-2 0,-8-23 1 15,0-5 0-15,-7-7 0 16,-4-9-1-16,-6 0 1 16,-11 3 0-16,-4-3 1 15,-3 9-1-15,0 1 1 16,0-1-1-16,-1 0 1 15,5-3-1-15,-1 4 1 16,1-7-1-16,-5 0 0 16,1-13-1-16,0 7 1 0,-7-6-2 15,-7-4 1-15,-15 7-10 16,-20-20 0-16,-12-18 0 16,-6-18 1-16</inkml:trace>
  <inkml:trace contextRef="#ctx0" brushRef="#br0" timeOffset="18127.78">4473 5544 67 0,'11'0'33'0,"59"-10"-27"16,-48 1 34-16,23-4-39 16,15 4 0-16,11-10 2 15,10 7 0-15,7-4-2 16,15 6 0-16,-1-2 2 16,4 3 0-16,-8 2 0 15,5-2 1-15,-4 6-1 16,-4 0 0-16,-14 3 0 0,-11-4 0 15,-10-5-1-15,-17 3 1 16,-11 0 0-16,-18 2 0 16,-14 4-1-16,-21 0 0 15,-25 4-1-15,-11 2 0 16,-17 3-1-16,-7 1 1 16,-18 5-1-16,0-2 0 15,-10 6 0-15,3-4 0 16,11 4 0-16,-4-3 0 0,4-4 0 15,10 1 1-15,18-4-1 16,14-2 1-16,7-4-1 16,18 0 1-16,14-3-1 15,14 0 0-15,25-6 0 16,21-1 0-16,3-5 0 16,15-1 1-16,13-9-1 15,18 7 1-15,1-1-1 16,2 3 0-16,-6-5 0 15,-4 5 1-15,1-3-1 16,-1 10 0-16,-18 0 0 16,-3 0 0-16,-17-1 0 15,-8 4 1-15,-21 0-1 16,-3 0 1-16,-29 0-1 16,-17 3 0-16,-11 0 1 15,-3 6 0-15,-18 0-1 16,-11 4 1-16,-13 5-1 0,-1 1 1 15,-3 0-1 1,10-1 0-16,1 1 0 0,6-3 1 16,8-7-1-16,3 0 0 15,0 4 0-15,3-4 0 16,15 0 0-16,14 0 0 16,6 1-1-16,12-1 1 15,20-3 0-15,5-3 0 16,20 6 0-16,4-6 0 15,21-6 0-15,0 6 0 0,10-6 0 16,4-4 0-16,4 1 0 16,-1-4 0-16,-6 7 0 15,-4-3 1-15,-7-1-1 16,-11 1 1-16,-6 3-1 16,-4-1 1-16,-18 1-1 15,-14 6 1-15,-11 3-1 16,-10 7 0-16,-25-1 0 15,-10 7 1-15,-18-4-1 16,-7 1 1-16,-11 2-1 16,4 4 0-16,-7-3 0 15,3 0 0-15,-3-1-1 16,0 4 1-16,14-3 0 16,10-4 0-16,18-5 0 15,11-1 0-15,14-6 0 16,14 0 0-16,21-6 0 15,7-4 0-15,18 1-1 0,14-4 1 16,3 1 0-16,15-1 0 16,-1 4 0-16,12 3 0 15,-1-4 0-15,-4-2 0 16,1 5 0-16,-15-8 1 16,-3 5-1-16,0 4 0 15,-10 0 0-15,-4 3 1 16,-15-1-1-16,-2 4 0 0,-8 0 0 15,-7 0 0-15,-11 0 0 16,-6 0 1-16,-8 4-1 16,-3-4 1-16,-14 0-1 15,-4 0 0-15,-7 0 0 16,-3 3 1-16,3-3-4 16,-10 3 1-16,10-3-1 15,-3-3 1-15</inkml:trace>
  <inkml:trace contextRef="#ctx0" brushRef="#br0" timeOffset="41443.96">7698 5124 90 0,'-14'37'45'0,"24"45"-44"0,1-67 45 0,6 4-46 16,12 0 0-16,-1-10 0 16,11-12 0-16,6-19 1 15,5-18 0-15,6-14 0 16,-6-2 0-16,-15-4 0 16,-7 7 0-16,-17 3 0 15,-15 12 0-15,-13 4-1 16,-19 15 0-16,-6 13 0 15,-11 21 0-15,-10 13 0 16,-4 29 0-16,-4 15 0 16,-7 16 0-16,8 0 0 0,13-1 1 15,19 4 0-15,16-9 1 16,22-13 1-16,22-10 1 16,16-15-1-16,15-6 1 15,18-19-1-15,13-13 1 16,15-6-3-16,0-6 1 15,-4-10-4-15,-3-6 1 16,0-6-7-16,-1 3 1 16,-9-13-1-16,-8-6 1 0</inkml:trace>
  <inkml:trace contextRef="#ctx0" brushRef="#br0" timeOffset="41654.23">8767 5277 108 0,'-32'28'54'0,"7"29"-60"16,15-38 71-16,-1 12-66 15,-7 3 0-15,4 10-6 16,4 16 0-16,-8-10-1 16,4-6 0-16,10-6-4 15,1-16 1-15</inkml:trace>
  <inkml:trace contextRef="#ctx0" brushRef="#br0" timeOffset="41836.31">8710 4374 91 0,'-14'-25'45'0,"42"34"-104"0,-17-2 58 16,10-7 1-16,0 0 0 16</inkml:trace>
  <inkml:trace contextRef="#ctx0" brushRef="#br0" timeOffset="42013.29">9366 4158 94 0,'85'-16'47'0,"-25"16"-50"0,-42 6 76 0,6 13-71 16,8 9 1-16,-7 4-1 15,-8 15 1-15,-10 28-4 16,-10 28 0-16,-8 10 2 16,-3 3 0-16,-4 19-2 15,1-3 1-15,3-10-2 16,0-21 0-16,3-14-8 16,0-11 1-16,1-11-1 15,-1-14 1-15</inkml:trace>
  <inkml:trace contextRef="#ctx0" brushRef="#br0" timeOffset="42736.03">9095 5481 88 0,'-7'-60'44'0,"74"-27"-46"0,-43 58 48 15,19-24-46-15,10-7 0 16,14-8 0-16,17-8 0 15,4-8 0-15,1-7 0 16,-8-3 0-16,0 3 0 16,-7 3 1-16,0 9 1 0,4 4 1 15,-18 16 0 1,-11 8 0-16,-10 17 0 0,-7 9 1 16,-8 12 0-16,-3 13-2 15,-10 19 1-15,-11 19-1 16,-7 24 0-16,-11 36-1 15,-6-1 0-15,-5 6-1 16,1 10 1-16,3-3-1 16,4-7 0-16,4-12 0 15,-1-12 0-15,4-16 0 16,0-7 0-16,3-9 0 16,1-3 0-16,3-13-1 15,7-18 1-15,7-7-1 16,3-9 1-16,11-10-1 15,8-9 1-15,16-12 0 16,5-7 0-16,3-6 0 16,3 0 0-16,-6 6 0 15,-5 7 1-15,-2 12 0 0,-4 13 0 16,-8 9-1-16,1 9 1 16,-4 16-1-16,4 3 1 15,0 4-1-15,14 2 0 16,-4 1 0-16,11-1 0 15,0-9 0-15,3 0 0 16,4-12 0-16,7-4 1 16,-7-12-1-16,7-9 1 15,-10-17-1-15,-4-15 1 16,-7-12-1-16,-8-4 0 0,-13 4 0 16,-11 12 1-16,-17 6-1 15,-11 20 0-15,-15 14 0 16,-13 23 0-16,0 25 0 15,3 13 0-15,4 2-1 16,10 7 1-16,11 0 0 16,10 0 0-16,18-10-3 15,18 1 1-15,21-23-10 16,11-9 0-16,6-25-1 16,-3-12 1-16</inkml:trace>
  <inkml:trace contextRef="#ctx0" brushRef="#br0" timeOffset="43077.34">11885 4929 68 0,'-3'-44'34'0,"-19"19"-19"16,15 19 32-16,-3 3-43 0,-1 0 1 16,4-1 4-16,0 11 0 15,7 5-11-15,14 10 1 16,7 3 6-16,4 10 1 15,7 9-3-15,-4-7 1 16,11 32-3-16,-11-19 0 16,11 10-1-16,-7 0 1 15,-1-10-1-15,-6-9 0 0,3-10 0 16,4-9 1-16,3-13 1 16,11-18 0-16,7-4-1 15,7-18 1-15,7-13-1 16,7-9 0-16,4-1-5 15,-1 7 1-15,-3 7-23 16,-17 5 1-16,-15 7 0 16,-28 0 0-16</inkml:trace>
  <inkml:trace contextRef="#ctx0" brushRef="#br0" timeOffset="43664.37">8199 6588 106 0,'-247'0'53'0,"53"28"-79"0,151-18 105 15,1-4-80-15,17-3 1 16,18 0-1-16,18-3 0 15,31-6 1-15,57 0 1 16,38-4-2-16,61-2 1 16,21 5 0-16,56-5 1 15,42-7 0-15,36-9 0 16,11-13 0-16,9-22 1 0,1-15 0 16,-10-13 1-16,-15-16-1 15,-10-24 1-15,-22-14-1 16,-31 1 1-16,-32-19-3 15,-39 6 1-15,-46 4-2 16,-45-7 1-16,-43 3-2 16,-46 10 1-16,-63-1-1 15,-46 4 1-15,-64 0 0 16,-56 21 0-16,-52 7 0 16,-47 22 1-16,-42 10 0 15,-15 15 0 1,-306 15-1-1,113 32 1-15,63 25-1 16,57 23 0-16,31 33 0 16,36 23 1-16,35 24-1 15,42 32 1-15,39 22-1 16,43 22 1-16,59 34 0 16,61 20 1-16,59 18-1 0,46-10 1 15,67-5 0 1,57-45 0-16,60-34-1 0,73-38 0 15,47-47-1-15,56-53 1 16</inkml:trace>
  <inkml:trace contextRef="#ctx0" brushRef="#br0" timeOffset="48395">11733 4948 86 0,'-14'-19'43'0,"11"19"-34"0,3 0 44 16,-4-3-53-16,1 3 1 16,-1 3-1-16,1 6 0 15,3 1 0-15,7 6 0 0,7 6 0 16,14 12 1-16,14 10 0 16,15-3 1-16,13 3 0 15,4 3 0-15,4 0 0 16,10 3 0-16,-3 13 0 15,-7-1 0-15,-11 7-2 16,-7 0 1-16,-15-6-1 16,-6-10 1-16,-11-3-2 15,-6-6 1-15,-15-12-1 16,-7-7 1-16,-4-3-1 16,1-7 1-16,-1-2-1 15,1-4 1-15,-1-9 0 16,0 0 0-16,1-12 0 15,-1 6 1 1,4-23-1-16,0-5 0 16,11-1 1-16,0-12-1 15,3 3 0-15,3-9 0 16,-3 19 1-16,1-10-1 0,-5 12 0 16,-10 1 0-16,-3 9 0 15,-4 3 0-15,-4 10 0 16,-3-4 1-16,3 1 0 15,4-4 0-15,11-3 1 16,6-6 0-16,4-9 0 16,8-4 0-16,6 4 0 15,7-7-1-15,0 6 1 16,-3 7-2-16,-4 3 0 0,-6 6-2 16,-1 3 1-16,0 4-11 15,7-4 0-15,7 4 0 16,4-7 0-16</inkml:trace>
  <inkml:trace contextRef="#ctx0" brushRef="#br0" timeOffset="49400.09">11966 5177 63 0,'-17'-16'31'0,"10"-15"-13"16,7 25 32-16,0-4-44 16,3 1 1-16,1-1 2 15,-1 4 0-15,4 3-12 16,0 0 0-16,0 6 8 0,4 16 0 16,3-10-4-16,4 13 1 15,6 0-1-15,8 9 1 16,3-6-1-16,8 7 1 15,3-4 0-15,6 7 1 16,-6-7-1-16,-3 16 1 16,-8-7-2-16,-3 4 1 15,-1 3-2-15,-13 9 0 16,0 7-1-16,-4-4 1 16,-4-2-1-16,1-11 1 0,0-8-1 15,-1-4 0 1,1-6 0-16,-11 1 1 0,0-5 0 15,-11 1 1-15,-6 7-1 16,-12-4 0-16,-2-6-1 16,-1-4 1-16,-4-5 0 15,8-10 0-15,4-10-1 16,6-9 1-16,4-6 0 16,7-9 0-16,7-4 0 15,3-6 0-15,8-3 0 16,-1 3 1-16,8 0-1 15,7 4 1-15,3-7-1 16,7 6 1-16,1 0-1 16,2-9 0-16,1-7 0 15,7-8 1-15,3-7-1 16,1 6 1-16,-4 9-1 16,-7 10 1-16,-11 6-1 0,-7 7 1 15,-3 3-9-15,-4 5 0 16,0 8-1-16,14-14 1 15</inkml:trace>
  <inkml:trace contextRef="#ctx0" brushRef="#br0" timeOffset="54295.49">15572 4957 89 0,'10'-37'44'0,"-24"-7"-33"0,7 34 44 16,-7-2-54-16,-7 2 0 15,-15 7 0-15,-6 3 1 16,-25 7-3-16,-3 8 1 16,-5 13 1-16,1 10 0 0,7 19 0 15,7 18 0-15,11-9-1 16,10-13 1-16,22 16-1 15,6-3 0-15,25-10 0 16,11-9 1-16,10-15 0 16,14-7 0-16,8-13 0 15,3-9 0-15,0-18 1 16,-7-7 0-16,-7-13-1 16,-11-15 1-16,-7-13-1 15,-7 4 1-15,-7 5-4 16,1 7 0-16,-12 4-12 15,-3 5 1-15,-3 3-1 16,-15 17 1-16</inkml:trace>
  <inkml:trace contextRef="#ctx0" brushRef="#br0" timeOffset="54655.02">15589 4838 108 0,'21'-19'54'0,"68"38"-66"0,-58-13 81 15,5 4-69-15,6 6 0 16,0 9-2-16,-3 6 1 0,-7 10 0 16,0 15 1-16,-8 10-2 15,-6 0 0-15,-7-7 0 16,-4-5 0-16,-7-7 1 15,-4 0 1-15,-3-13 0 16,-4-5 1-16,-3-8 0 16,-3-8 1-16,3-13 0 15,3-9 1-15,7-16-2 16,12-29 1-16,9-21-1 16,18 0 0-16,11-1-3 15,18 4 1-15,3 0-10 16,-4 9 0-16,1 10-1 15,-4 6 1-15</inkml:trace>
  <inkml:trace contextRef="#ctx0" brushRef="#br0" timeOffset="55242.95">18761 4296 107 0,'14'-47'53'0,"14"28"-61"0,-17 22 75 0,3 13-67 16,0 12 0-16,-4 16 0 15,-6 22 0-15,-8 31-1 16,-10 9 1-16,-3 4-2 16,-1 19 1-16,0-13 0 15,4-22 0-15,0-3 0 16,0-13 0-16,0-12 0 16,-4-10 1-16,4-12 1 15,0-9 0-15,-4-16-1 16,4-7 1-16,-3-12-1 15,3-9 0-15,7-13-1 16,14-6 0-16,14-19 0 16,14-7 0-16,11 1 1 15,10 3 1-15,11 12 0 16,0 4 0-16,11-1 0 16,-11 7 1-16,-7 15-1 15,-4 4 1-15,-6 9-1 16,-11 13 0-16,-11 24-1 0,-10 17 0 15,-15 2-1-15,-17 13 1 16,-18 3-1-16,-17 3 1 16,-11 4-1-16,-14-7 1 15,-4-9-3-15,-3-1 1 16,3-21-11-16,11-19 1 16,11-13-1-16,21-27 1 15</inkml:trace>
  <inkml:trace contextRef="#ctx0" brushRef="#br0" timeOffset="55609.07">20027 5001 109 0,'-7'0'54'0,"-18"6"-68"16,15 4 83-16,-4 6-71 15,-7 21 1-15,-4-5-2 16,0 15 1-16,-3-7 2 16,0 11 1-16,3-14-3 15,4 13 1-15,7 4 1 16,7-7 0-16,7-3 0 16,7-1 1-16,7-5 0 15,7-3 0-15,4-20 1 16,-1-5 0-16,1-10-1 0,-4-13 1 15,-7-6 0-15,-3-9 0 16,-11-16-1-16,-11-9 1 16,1-4-5-16,-4 4 1 15,0-6-24-15,-8 2 1 16,1 4-1-16,4-13 1 16</inkml:trace>
  <inkml:trace contextRef="#ctx0" brushRef="#br0" timeOffset="55887.2">20606 4512 113 0,'-7'-6'56'0,"10"34"-82"16,1-19 111-16,-4 16-85 15,3 13 0-15,-3 6 0 16,0 6 1-16,0 13-2 16,-3 3 1-16,-4 15-3 15,-7 4 1-15,-1 3-7 16,-2-7 0-16,-1-2-14 16,1-13 1-16,-1-10-1 15,0-15 0-15</inkml:trace>
  <inkml:trace contextRef="#ctx0" brushRef="#br0" timeOffset="56413.6">20324 5349 69 0,'24'-15'34'0,"33"-17"-31"16,-33 17 56-16,12-1-57 0,2-9 0 16,12-10 1-16,-1-5 0 15,4-7-2-15,4-16 0 16,-8-16 4-16,-3-12 0 15,0-6 0-15,-4 16 0 0,-7 2 0 16,-3 13 0-16,-11 13-2 16,-7 12 0-16,-3 7-1 15,-1 12 0-15,-2 9-1 16,-5 17 0-16,-3 5-1 16,0 13 1-16,0 28-1 15,-3 3 1-15,3 1 0 16,0 8 0-16,0 1-1 15,3 0 0-15,1-7 0 16,-1 4 0-16,1-4-1 16,-1-2 1-16,-3-1-1 15,0-6 1-15,-3-9 0 16,-1-7 0-16,4-12-1 16,0 0 1-16,7-16 0 15,7-13 1-15,7-9-1 16,8-6 0-16,6 0 0 15,4 7 1-15,0-4 0 0,-1 9 0 16,-6 4 0-16,-4 5 1 16,1 11 0-16,-8 5 0 15,-4 10-1-15,-2 6 0 16,-1 7-2-16,0-4 1 16,-4 7-3-16,4 6 0 15,-10 3-7-15,-8 3 1 16,-3-6-17-16,-10-3 0 0,-4-7 1 15,3-9 1-15</inkml:trace>
  <inkml:trace contextRef="#ctx0" brushRef="#br0" timeOffset="56666.64">22211 4333 98 0,'10'-12'49'0,"8"37"-64"16,-11-6 98-16,-7 9-83 15,-3 28 1-15,-11 29 0 16,-15 12 0-16,-9 16-2 16,-8 22 0-16,0 9-1 15,-4 0 1-15,5 4-8 16,6-1 1-16,11-12-17 0,10-16 1 15,11-15 0 1,14-35 1-16</inkml:trace>
  <inkml:trace contextRef="#ctx0" brushRef="#br0" timeOffset="57623.25">23252 4954 113 0,'0'-50'56'0,"-15"12"-85"0,8 29 117 0,-3-4-88 15,-8 7 1-15,-3-3-1 16,-14 12 0-16,-4 6-1 16,-3 4 1-16,-8 6 0 15,4 9 0-15,-10 9-1 16,3 17 1-16,7 15-1 15,7 0 1-15,8 3-1 16,6 0 1-16,11-6 0 16,10-3 0-16,11-13 0 15,11-9 0-15,3-10 0 16,7-12 0-16,11-13 0 16,0-12 1-16,3-16-1 15,11-6 1-15,-10-10-1 16,-5 0 0-16,-2-2 0 0,-5-1 1 15,-6 13-1-15,-7 2 0 16,-4 11 0-16,-4 15 1 16,-3 9-1-16,-3 7 0 15,7 6 1-15,-1 3 0 16,4 0-1-16,7 0 1 16,8-3 0-16,9-3 0 15,12-7-1-15,13 1 1 16,4-13-1-16,0-6 1 15,0-7-1-15,4-15 0 16,-4-10 0-16,-4-28 0 0,1-6 0 16,-4-6 0-16,-7-1 0 15,-4-8 1-15,-6 2-2 16,-12 3 1-16,-2 1 0 16,-12 12 0-16,-6 13 0 15,-4 5 0-15,-14 11 0 16,0 11 0-16,-7 14 0 15,-8 15 0-15,-2 18 0 16,-4 36 0-16,-4 12 0 16,7 21 0-16,4 23 0 15,7 9 0-15,7 7-1 16,10-16 1-16,15 2-1 16,3-14 1-16,7-17-1 15,11-15 1-15,0-22 0 16,3-19 0-16,11-25 0 15,7-16 1-15,7-24 0 16,0-14 0-16,7-40-1 0,0-16 0 16,-7-2-1-16,-7 2 1 15,-7-6-1-15,-14 0 0 16,-11 15 0-16,-14 7 1 16,-10 16 0-16,-15 6 0 15,-13 6 1-15,-8 13 0 16,-7 12 0-16,-7 19 0 15,-3 13 0-15,3 27 0 16,4 14-1-16,6 43 1 0,8 28-1 16,14 13 0-16,11 22-3 15,10 0 0-15,14-12-16 16,0-1 1-16,7-18-1 16,-7-10 0-16</inkml:trace>
  <inkml:trace contextRef="#ctx0" brushRef="#br0" timeOffset="58589.4">18157 6353 91 0,'-158'-7'45'0,"-40"-11"-54"0,159 21 65 0,-10 0-57 16,0 0 1-16,10 0-1 15,11 3 1-15,13 1 1 16,23-4 0-16,23 3 0 15,43-6 1-15,39 0 0 16,49 10 1-16,33-1 1 16,41 10 0-16,28-4-1 15,43 4 0-15,29-12 0 16,13-4 0-16,28-6-1 16,22-13 0-16,14 0-1 15,13-12 0-15,8-13 0 16,-7-3 0-16,-10 0-1 15,-15-6 0-15,-21 3 0 16,-11-9 0-16,-17-10 0 16,-18-13 0-16,-17-15 0 0,-19 3 1 15,-34-6 0-15,-29-3 0 16,-42 0 0-16,-35-10 0 16,-35 3 0-16,-36 7 0 15,-35-10-1-15,-43-6 1 16,-41 6-2-16,-40-12 1 15,-42 3-1-15,-35-13 1 16,-39-3-1-16,-32 10 1 16,-28-1-1-16,-35 23 1 0,-25 3 0 15,-39 6 1-15,-20 12-1 16,-26 16 1-16,-3 3-1 16,-7 13 1-16,7 13-1 15,10 8 0-15,11 1 0 16,4 6 0-16,10 10 0 15,-3 5 0-15,13 23-1 16,-10 22 1-16,-10 21 0 16,17 23 0-16,-3 15-1 15,7 38 0-15,17 25 0 16,18 19 1-16,32 28-1 16,49 12 1-16,53-9-1 15,67-19 1-15,60-24-1 16,64-17 1-16,63-9 0 15,64-34 0-15,34-19 0 16,40-16 0-16,17-13 0 16,8-15 1-16,-1-3-7 15,-14-3 1-15,4 6-1 0,-14-7 1 16</inkml:trace>
  <inkml:trace contextRef="#ctx0" brushRef="#br0" timeOffset="59912.67">4727 8043 103 0,'-63'-22'51'0,"63"6"-46"0,10 10 52 16,11-3-57-16,15 2 0 16,17-8 0-16,3-1 1 15,25 0-1-15,14 4 0 16,11 2 0-16,4 1 0 15,-1 0 0-15,15-1 0 16,-15 1 0-16,-14-1 1 16,-17 4 0-16,-15 0 1 15,-17 3-1-15,-14 3 1 16,-22 6-1-16,-31 6 1 0,-18 4-2 16,-21 9 1-16,-10 3-2 15,-15 1 0-15,-14-4 0 16,-3-3 0-16,0 3 0 15,3 0 0-15,0-3 1 16,-14-3 0-16,15-1 0 16,2 1 1-16,22 3-1 15,7-3 1 1,46-10-1 0,21-9 0-16,39-3 0 15,21-12 0-15,21-7 0 16,28-7 1-16,1 1-1 15,-1-6 0-15,-10-4 1 16,-11 7 0-16,-7 6-1 16,-21 3 1-16,-10 6-1 15,-26 0 0-15,-13 4 0 16,-15 2 0-16,-24 4-1 16,-14 6 0-16,-25 3 0 0,-21 10 0 15,3 9 0-15,-14 0 0 16,-7 6 0-16,4 0 0 15,10 0 0-15,18 1 1 16,18-7 0-16,20-4 0 16,19-5 0-16,31-7 0 15,18 0 0-15,17-6 1 16,11-6-1-16,28-3 0 16,4 3 0-16,7-1 0 0,-8 7-3 15,-6 0 1-15,-4 0-15 16,4 0 0-16,10 0 0 15,-10-19 0-15</inkml:trace>
  <inkml:trace contextRef="#ctx0" brushRef="#br0" timeOffset="62791.5">8689 4446 65 0,'-25'-19'32'0,"18"22"-16"0,7-6 33 15,-3 3-46-15,-1 0 1 16,1 0 1-16,3 3 1 16,-7-3-7-16,7 7 0 15,-4-7 5-15,4 9 0 16,0 7-2-16,0 3 1 15,0 9-1-15,0 16 0 16,-11-7-1-16,8 7 0 0,-1-3 0 16,4-3 1-16,0-10-1 15,7 0 0-15,4-12 0 16,10-7 0-16,4-12 0 16,3-9 0-16,0-17-1 15,1 1 1 1,-5-16 0-1,-6 0 0-15,-8 10 0 16,-3 2 0-16,-7 7 0 16,-3-3 1-16,-4 3-1 15,0-3 0-15,-4 3 0 16,1 6 0-16,-1 3-2 16,1 4 1-16,-1 5-6 15,-10 4 0-15,0 6-1 16,-4 1 1-16</inkml:trace>
  <inkml:trace contextRef="#ctx0" brushRef="#br0" timeOffset="68062.37">14810 4775 77 0,'0'-15'38'0,"-18"-23"-18"15,18 22 38-15,0 4-54 16,4-4 1-16,-1 10 2 16,4 3 1-16,0 6-10 15,4 3 0-15,-1 16 6 0,4 6 0 16,-3 19-3-16,0 0 1 15,3 22-2-15,3 10 1 16,8 12-1-16,-4-16 0 16,0 0 0-16,4-3 1 15,-4-9 0-15,0-3 1 16,-3-16-1-16,0-10 1 16,-1-12-1-16,1-16 1 15,7-12-1-15,-1-19 0 16,1-6-1-16,0-16 0 0,3-16 0 15,7-6 1-15,4 0-1 16,7-3 0-16,3-10-1 16,4 4 1-16,-3-1 0 15,-5-5 0-15,1 2 0 16,-3 10 1-16,-5 3-1 16,-2 6 0-16,-8 10 0 15,-3 12 1-15,-8 7-1 16,1 9 0-16,-4 9 0 15,0 7 1-15,-7 15-1 16,0 10 1-16,-7 6-1 16,-3 12 0-16,-4 19 0 15,-7 7 1-15,-1 6-1 16,-13 9 1-16,-4-3-1 16,1 10 0-16,-5 9 0 15,1 0 1-15,0 0-1 0,0-7 0 16,3-9 0-16,0-6 0 15,4-3 0-15,3-12 0 16,8-7 0-16,-5-10 0 16,8-15 0-16,0 0 0 15,0-3 0-15,0-10 1 16,-4-2-1-16,4-4 0 16,-3-6-1-16,-1-4 1 15,0-2 0-15,-3 0 0 16,-4-20 0-16,4 4 0 0,0-12 0 15,0-4 0-15,-4-3 0 16,1-19 0-16,-5 1 0 16,-2-1 0-16,-1 6 0 15,0 4 0-15,4 0 0 16,-4-1 0-16,0 4 0 16,1-3 0-16,6 3 0 15,0-3 1-15,4-1-1 16,7 7 0-16,3 6 1 15,1 7 0-15,3 9-1 16,0 3 1-16,0 9-1 16,0 7 0-16,14 15 0 15,0 20 0-15,3 5 0 16,11 10 0-16,4 6 0 16,0 10 0-16,7 6 0 15,-1 9 0-15,5 10 0 16,-5-1 0-16,-2-2 0 0,-1-4 0 15,-4-9-1-15,1 0 1 16,-4-12 0-16,0-7 0 16,1-6 0-16,-5-13 0 15,4-6-1-15,-3-9 1 16,0-13 0-16,-1-9 0 16,1-7 0-16,3-9 0 15,-3-9 0-15,7-7 0 16,-1-9 0-16,-3-16 0 0,4 1 0 15,0-1 1-15,7 3-1 16,3 4 0-16,0-4-1 16,0-5 1-16,-3 5 0 15,7-3 0-15,0-3 0 16,-4 7 0-16,-3-4 0 16,-8 4 0-16,1 8 0 15,-4 7 0-15,-7 10 0 16,1 3 0-16,-5 2 0 15,1 4 1-15,-1 13-1 16,-3 2 0-16,4 1 0 16,-4 12 0-16,0 3-1 15,-3 4 1-15,-4 9 0 16,-4 15 0-16,0 4 0 16,-3 15 0-16,0-3 0 15,-3 10 0-15,-4-4 0 16,-4 4 0-16,-3-1 0 15,-4 10 0-15,0 3 0 0,1-3 0 16,-4-3 0-16,-1-3 0 16,5-3 0-16,-1-1 0 15,0-9 0-15,4-6 0 16,0-9 0-16,0-4 0 16,7-6 0-16,0-6 0 15,-1-6 0-15,1-4 0 16,0-3 0-16,0-6 0 15,-7 0 0-15,3-6 0 0,1-7 0 16,-5-5 0-16,1-7 0 16,-7-4 0-16,0-8 0 15,-4-20 0-15,0-12 0 16,4-6 0-16,0-7 0 16,3 7 0-16,1 0 0 15,-1 6 0-15,4 6-1 16,-4 4 1-16,4 2-4 15,0 13 1-15,3 4-7 16,7 2 0-16,11 0-1 16,0 10 1-16</inkml:trace>
  <inkml:trace contextRef="#ctx0" brushRef="#br0" timeOffset="69602.69">16041 5550 80 0,'-32'3'40'0,"14"7"-22"0,18-7 32 0,0-3-47 16,0 0 0-16,0 0 1 15,7 0 0-15,8-7-6 16,6 1 1-16,3 0 4 15,8 0 0-15,3-1-2 16,8 1 1-16,-4 0 0 16,3 9 0-16,0-9 0 15,4 6 0-15,-4-7-1 16,1 1 1-16,6-3-1 16,1-4 1-16,-8 1-1 15,-3-10 0-15,-8 0-1 16,-2 6 1-16,-8-3-1 15,-4 4 1-15,-6-1-1 16,-7 0 1-16,-4 0-1 0,-4-2 1 16,-3-1 0-16,-7-9 0 15,-7 3 0-15,-4-4 1 16,-3 4-1-16,-4-6 0 16,-14 0-1-16,-3-7 1 15,-11-6-1-15,-7 0 1 16,7 0-1-16,3-6 0 15,8 3 0-15,7-6 0 0,13-4 0 16,12 7 0-16,13 3-1 16,8 3 1-16,6 6 0 15,5 7 0-15,2 9 0 16,1 3 0-16,-4 7 0 16,4 12 0-16,-8 9 0 15,-3 10 0-15,-7 22 0 16,-7 3 0-16,-7 9 0 15,-4 10 0-15,-6 9 0 16,-5 6 0-16,5 4 0 16,-1 9 0-16,7-10 0 15,1-2 0-15,3-7 0 16,0-6 0-16,3-1 0 16,0-5 0-16,4-4 0 15,4-8 1 1,-1-1-1-1,1-13 0-15,3-3 0 16,0-2 0-16,0-14 0 16,0-5 1-16,0 2-1 0,0-9 0 15,0 4 0-15,0-7 1 16,0 0-1-16,0-7 0 16,0 1 0-16,0-10 0 15,3-2 0-15,1-14 1 16,3 1-1-16,3-7 0 15,5 1 0-15,-1-1 1 16,0 4-1-16,0-1 0 16,-3 4-1-16,-1-4 1 0,1 7 0 15,-1-19 0-15,1 3 0 16,-1-6 0-16,1 3 0 16,0 0 0-16,-1 0 0 15,1-3 1-15,-4 9-1 16,0 3 0-16,-4 1 0 15,-3 11 0-15,0 1 0 16,0-3 0-16,-3 6 0 16,3 0 1-16,-4-3-1 15,1-6 0-15,-1 6 0 16,1-4 0-16,-1 8 0 16,1 2 0-16,-1 0 0 15,1 6 0-15,-1 7 0 16,1-3 1-16,-1-1-1 15,1 7 0-15,-5 9 0 16,1 1 0-16,0 8 0 0,0 7 0 16,-3 7-1-16,3 2 1 15,0 3 0-15,-4 13 0 16,4-3 0-16,3-6 0 16,4 6 0-16,8-10 0 15,2 4 0-15,4-4 0 16,7-5 0-16,4-1 0 15,10 0 0-15,4-9 0 16,3 6 0-16,4-3 0 16,0 0 0-16,-7 0 0 0,-4 0 0 15,1-3 0-15,-8-1 0 16,-4 4 0-16,-2-3-1 16,-5-6 1-16,-3 2 0 15,-3 4 0-15,-4 3 0 16,-7-3 0-16,-7-3 0 15,-7 9 0-15,-14 0 0 16,-11 0 0-16,-18 3-6 16,-6-3 0-16,-1-6 0 15,1-9 1-15</inkml:trace>
  <inkml:trace contextRef="#ctx0" brushRef="#br0" timeOffset="70613.85">9878 2624 85 0,'-28'0'42'0,"35"19"-37"15,-4-16 42-15,1 13-45 16,3 9 0-16,-4 9 0 15,-3 17 1-15,-3 15-4 16,-1 9 0-16,-3 9 2 16,0 7 0-16,4 7-1 15,-5 2 1-15,5-19-1 16,3-8 1-16,-4-11 0 0,1-8 0 16,-1-4 0-16,1-9 0 15,-1-1 0-15,-6 4 1 16,-4-12-2-16,3 2 1 15,-3-6-1-15,3-3 1 16,1-6-1-16,3-9 0 16,3-14 0-16,8-14 1 15,-1-14 0-15,4 1 1 0,-3-22-1 16,-1-10 1-16,1 0-1 16,3 0 1-16,0 1-1 15,0-1 1-15,0 10-1 16,-3-1 0-16,3 11 0 15,0 5 0-15,-4 3-1 16,4 1 1-16,-7 6-1 16,7 6 1-16,0 12-1 15,0 10 1-15,-3 10-1 16,-4 21 1-16,-4 7 0 16,4 21 0-16,-3 23-1 15,3-4 1-15,3 4-1 16,-3-10 0-16,4-3-1 15,0-10 1-15,-1-5-1 16,1-10 1-16,-1-10 0 16,1-6 0-16,-1-3 0 15,1-9 0-15,-4 3 0 0,-4-16 0 16,1-3 0-16,-1-9 1 16,1-13-1-16,3-19 0 15,0-6 0-15,3-25 0 16,4-10 0-16,4 4 1 15,3 6-2-15,-4 0 1 16,5 21 0-16,-8 8 0 16,0 11 0-16,-7 20 0 15,-4 15-3-15,-3 16 1 0,-11 21-12 16,1 14 0-16,3 12 0 16,3-7 1-16</inkml:trace>
  <inkml:trace contextRef="#ctx0" brushRef="#br0" timeOffset="71604.1">20916 2825 97 0,'-10'-19'48'0,"13"19"-42"15,1 6 49-15,-1 1-54 16,1 15 1-16,-1 12-1 16,-3 10 1-16,4-6-3 15,-4 9 0-15,0-3 1 16,0 6 1-16,-4-3-1 15,1 3 0-15,-1 13 0 16,1-10 1-16,-1-9-1 16,1-3 1-16,-1-7-1 15,4-6 1-15,-7-6-1 16,4-3 0-16,-5-19-1 16,5-6 1-16,3-16-1 0,0-9 1 15,3-7-1-15,5-9 0 16,-1 3 1-16,0-9 0 15,0 3 1-15,0 2 0 16,0-2-1-16,-4 0 1 16,8 6 0-16,-8 3 0 15,1 1 0-15,-1 8 0 16,1 4-1-16,0 9 1 0,-1 1-1 16,-3 11 0-1,0 14 0-15,0 21 0 0,0 16 0 16,-3 9 1-16,-5 13-1 15,-2 3 1-15,-4 3-1 16,3 6 0-16,-3-2 0 16,4-14 1-16,-1-2-1 15,4-13 0-15,0-9 0 16,0-7 0-16,0-12-1 16,0-10 1-16,-4-15-1 15,-3-7 1-15,3-15-1 16,1-6 1-16,-1-10-1 15,8 0 1-15,6-10-1 16,4 7 1-16,0-15-1 16,7 2 1-16,4 13-4 15,-4 6 1-15,-7 10 0 16,-7 18 0-16</inkml:trace>
  <inkml:trace contextRef="#ctx0" brushRef="#br0" timeOffset="133402.81">7719 8240 79 0,'-21'-12'39'0,"-43"-10"-38"16,50 16 39-16,-14-4-39 16,-11 1 1-16,-3-4 2 15,-4 7 0-15,-4 9-3 16,-6 19 1-16,0 19 2 16,-4 28 1-16,0 16-1 0,10-1 0 15,11 7-2-15,11 3 1 16,18-3-3-16,20-19 0 15,15-21 0-15,17-26 1 16,8-19-1-16,2-22 1 16,16-18 0-16,-5-13 0 15,-7-16-1-15,-6-25 1 16,-8-22-1-16,-7 1 1 16,4-32 0-16,-3-1 0 0,-5 4-1 15,-2 4 1-15,-5-4 0 16,-3 22 1-16,-7 18-1 15,-6 14 1-15,-5 21-1 16,-6 19 1-16,-8 19-1 16,-7 19 1-16,-6 31-1 15,-5 31 0-15,-6 32 0 16,0 25 0-16,17 22-1 16,-3 3 1-16,18-10 0 15,17 1 0-15,7-16-1 16,18-19 0-16,10-16 0 15,11-18 0-15,18-19 0 16,-1-13 0-16,4-16 0 16,-10-12 0-16,3-22 0 15,-3-15 1-15,-4-10-1 16,-8-7 0-16,-2-5 0 16,-15 2 1-16,-13 10-1 15,-15 4 0-15,-14 11 0 0,-11 13 0 16,-7 19 0-16,-3 10 0 15,-7 12 0-15,3 15 0 16,1 13 0-16,2 19 0 16,8 16 0-16,14-10 0 15,0 1 0-15,14-4 0 16,11-9 0-16,10-13 0 16,18-19 0-16,7-15 0 0,4-26 0 15,3-21 0-15,3-32 0 16,1-18 0-16,-4-17 0 15,4-11 1-15,-4-20-1 16,-11 1 0-16,-7 5 0 16,-3 4 0-16,-7-9 0 15,-7 8 0-15,-7 17 0 16,-11 12 1-16,-4 13 0 16,-10 18 0-16,-3 16 0 15,-8 19 1-15,-3 22-1 16,-14 31 1-16,0 38 0 15,-1 19 0-15,5 24-1 16,-5 26 1-16,8 22 0 16,4-3 0-16,2 18-1 15,1-6 0-15,4-9-1 16,6-9 0-16,-3-14-3 16,4-21 1-16,3-25-5 15,3-19 0-15,4-28-9 0,-3-26 0 16,-1-27-1-16,-3-16 1 15</inkml:trace>
  <inkml:trace contextRef="#ctx0" brushRef="#br0" timeOffset="133589.24">8498 8203 107 0,'39'16'53'0,"18"-26"-64"0,-33 4 80 0,22 3-75 15,14-7 0-15,21-2-22 16,11 6 1-16,17-7 29 16,-6-9 1-16</inkml:trace>
  <inkml:trace contextRef="#ctx0" brushRef="#br0" timeOffset="133926.57">9402 8410 104 0,'0'16'52'0,"35"-7"-64"16,-18-12 79-16,12-10-67 15,2-9 0-15,1-6 0 16,0-10 1-16,-11-2-2 0,-14-1 1 15,-7 0 0-15,-10 7 1 16,-12 9 0-16,-6 12 0 16,-4 16 0-16,-6 22 0 15,-1 13 0-15,-4 12 0 16,8 22-1-16,7 10 1 16,10-7-1-16,18 0 1 15,7-9-1-15,18-6 0 0,21-16-2 16,25-23 1-16,10-14-11 15,3-20 0-15,1-12 0 16,-11-12 0-16</inkml:trace>
  <inkml:trace contextRef="#ctx0" brushRef="#br0" timeOffset="135095.25">9765 8140 112 0,'3'13'56'0,"-6"-32"-63"16,6 19 83-16,4 6-76 16,8 4 0-16,9 2 0 15,8 4 0-15,7 3 0 16,7 6 0-16,0 3 0 16,3 10 0-16,0 18 0 15,-6 7 0-15,-1-1 0 16,-21 1 0-16,-17 3 0 0,-15 0 0 15,-14-7-1-15,-10-2 0 16,0-10-1-16,-7-13 1 16,3-15-1-16,0-13 0 15,11-15 0-15,10-16 1 16,11-16 0-16,25-9 1 16,10-13 0-16,21-6 1 15,18 3-1-15,7 1 1 16,0-1-1-16,-3 6 1 0,0 4 0 15,-4 6 1-15,-7 9-1 16,-8 9 1-16,-6 4-1 16,-10 13 0-16,-8 8-1 15,-7 14 1-15,-14 11-1 16,-10 11 0-16,-12 8 0 16,-9 10 1-16,-5 16-1 15,-2-3 0-15,-1-4 0 16,0 0 1-16,11-15-1 15,3 0 0-15,11-16-1 16,7-3 0-16,11-16-1 16,10-18 1-16,14-16-1 15,11-10 0-15,11-6 0 16,3-3 1-16,0-6 0 16,0 2 1-16,-4 1 0 15,4 6 0-15,-7 7 0 16,0 5 1-16,-7 7-1 15,-4 3 0-15,-10 10 0 0,-4 9 1 16,-10 6-1-16,-8 13 0 16,-10 12 1-16,-7 3 1 15,-10 10-2-15,-5 9 0 16,1 10 0-16,4-7 1 16,2-3-1-16,1-6 0 15,7-10-1-15,4-5 1 16,6-10-1-16,8-10 1 0,7-6-1 15,10-12 1-15,11-10-1 16,6-9 0-16,8-7 0 16,4-6 1-16,-1 1-1 15,-3 5 1-15,-7-3 0 16,-7 10 0-16,-7 3 1 16,-8 9 0-16,-6 7 0 15,-8 3 0-15,-2 9 0 16,-8 6 1-16,-4 10-1 15,0 9 1-15,4 7-1 16,-3 3 0-16,6 2-1 16,1 1 0-16,3-6-1 15,4-4 0-15,6-6 1 16,8-6 0-16,3-10 0 16,11-9 0-16,3-3 0 15,4-13 1-15,7-9 0 16,0-6 0-16,-4-4-2 15,1-2 1-15,-1 2 0 0,-3 4 0 16,-4-4 0-16,-6 4 0 16,-8 0 0-16,-3 3 0 15,-8 6 0-15,1 6 1 16,-8 0-1-16,1 10 0 16,-7 12 0-16,-1 10 0 15,-6 9 0-15,-1 9 0 16,-3 20 0-16,-4-1 0 15,1 0-4-15,-4 1 1 16,3-7-10-16,-3-10 1 0,3-5-1 16,1-17 0-16</inkml:trace>
  <inkml:trace contextRef="#ctx0" brushRef="#br0" timeOffset="135204.79">12054 7823 63 0,'-7'-31'31'0,"0"-10"-24"15,7 35 19-15</inkml:trace>
  <inkml:trace contextRef="#ctx0" brushRef="#br0" timeOffset="135842.68">12291 8015 111 0,'70'128'55'0,"-6"-46"-66"0,-54-60 79 16,1 9-69-16,0 16 1 15,-8 10-1-15,1-7 0 16,-4 0 1-16,-4-9 0 16,1-7-1-16,-1-2 1 15,4-7-1-15,0-10 1 16,4-8 0-16,6-14 0 15,4-5 0-15,4-16 1 16,3-7-1-16,0-3 0 0,4 1 0 16,0-1 0-16,3-3 0 15,-3 4 0-15,-1 2 0 16,-3 10 0-16,-3 3 0 16,0 7 1-16,-1 5-1 15,-3 7 1-15,-3 9 0 16,0 7 0-16,-4 3-1 15,-4 5 1-15,1 11 0 16,-4 2 0-16,3 10 0 16,4 3 0-16,0-3 0 15,7-3 1-15,4-3-1 16,10-10 1-16,11-3-2 16,7-16 0-16,7-9 0 15,0-12 0-15,7-13 0 16,0-4 0-16,-4-5-1 15,-3-1 0-15,-11 1 2 0,-6 3 0 16,-8-1-1 0,-7 7 0-16,-3 3 0 0,-8 3 0 15,-3 7 0-15,0-4 1 16,-3 13-1-16,-4 3 0 16,0 16-1-16,0 6 1 15,-4 6-1-15,1 13 0 16,-1 3-3-16,1 3 0 15,3-10-7-15,3-2 0 16,8-7-12-16,-7-3 1 16,-1-12-1-16,-3-13 1 0</inkml:trace>
  <inkml:trace contextRef="#ctx0" brushRef="#br0" timeOffset="135967.6">13268 7861 24 0,'-4'-31'12'0</inkml:trace>
  <inkml:trace contextRef="#ctx0" brushRef="#br0" timeOffset="136261.51">13899 8175 100 0,'53'25'50'0,"-14"-19"-49"16,-32-6 51-16,-3 0-53 16,-4 0 1-16,-7-6 0 15,-14 3 0-15,-8-4 0 0,-2 4 0 16,-1-3 0-16,4 6 1 16,10 0 0-16,4 9 1 15,14 10 0-15,10 6 1 16,15 13-1-16,14 12 1 15,10 13-1-15,-3-1 0 16,0 1-1-16,-11-10 0 16,-6-5-1-16,-12-5 0 0,-13-14-1 15,-15-11 0-15,-14-11-11 16,-3-10 0-16,0-13 0 16,-4-6 1-16</inkml:trace>
  <inkml:trace contextRef="#ctx0" brushRef="#br0" timeOffset="136508.29">14760 7748 98 0,'-28'-3'49'0,"0"22"-53"16,24-10 64-16,4 7-59 15,4 9 1-15,-1 10 1 16,4 5 1-16,4 7-5 16,0 0 1-16,-1 13 3 0,-3 3 0 15,0 3-2-15,-3 15 1 16,-4 4-3-16,-4-4 0 16,1-6-11-16,-1-6 0 15,1-18-1-15,-8-14 1 16</inkml:trace>
  <inkml:trace contextRef="#ctx0" brushRef="#br0" timeOffset="136831.63">14545 8545 106 0,'21'-25'53'0,"-7"-38"-71"0,4 50 77 0,10-5-65 16,15-4 1-16,6 3-3 15,0-3 0-15,1 0 11 16,-1 0 0-16,-3 3-4 16,3 3 0-16,-6 4 5 15,-1 9 1-15,0 3 1 16,-6 9 1-16,-1 7-1 16,-7 6 0-16,-7 19-3 15,-3 6 1-15,-4 0-5 16,-3 6 1-16,-4-3-3 15,3-3 1-15,1 10-6 16,3-17 1-16,11-5-14 16,3-10 0-16,0-16 1 15,4-12 0-15</inkml:trace>
  <inkml:trace contextRef="#ctx0" brushRef="#br0" timeOffset="136980.04">15438 7855 106 0,'-22'-38'53'0,"8"19"-131"0,14 13 100 0,0 6-22 16,7-9 0-16</inkml:trace>
  <inkml:trace contextRef="#ctx0" brushRef="#br0" timeOffset="137257.22">16062 8347 98 0,'35'16'49'0,"-21"-7"-61"16,-14-9 73-16,-7 3-62 16,-10 0 1-16,-12 4 0 15,-13 8 0-15,-7 11 0 16,-15 8 1-16,8 0 0 15,6 10 0-15,15-3 2 16,21 3 0-16,25 3-1 16,24-9 1-16,21-4-4 15,29-9 0-15,17-9-17 16,8-10 0-16,-1-9-1 0,-17-6 0 16</inkml:trace>
  <inkml:trace contextRef="#ctx0" brushRef="#br0" timeOffset="137741.22">6907 9755 85 0,'-158'-16'42'0,"55"13"-52"15,89 3 67-15,0-3-57 16,11 3 0-16,17 3 4 16,32-3 0-16,45-9-3 15,57-4 0-15,61-9 3 16,73 0 0-16,64-9 0 16,52 0 0-16,61-4-2 0,42-6 0 15,42-9-1-15,18 3 0 16,17 3-1-16,-3 4 1 15,-17-1 0-15,-25 3 0 16,-40 10-1-16,-44-3 1 16,-44 12-1-16,-56 3 0 15,-49 7-3-15,-49-4 1 16,-43-3-15-16,-32-2 1 0,-38-4 0 16,-15-10 0-16</inkml:trace>
  <inkml:trace contextRef="#ctx0" brushRef="#br0" timeOffset="138265.73">17410 7801 115 0,'-11'-3'57'0,"29"16"-74"0,-8-4 99 16,11 16-82-16,4 7 1 15,7 5-1-15,3 10 1 16,0 4-2-16,1 11 1 16,-1-5-1-16,4 2 0 15,-4 1 0-15,0-4 1 16,1 4 0-16,2-13 0 16,-2-9 0-16,-1-7 0 0,-7-6 1 15,0-12 0-15,-6-7-1 16,-5-6 1-16,-6-10-1 15,-1-8 1-15,-3-4-1 16,0-7 1-16,4-2-1 16,0-10 0-16,3-6 0 15,10 0 0-15,1-3-6 16,0 6 1-16,3-9-22 16,-7 0 1-16,4-4-1 15,-4-2 0-15</inkml:trace>
  <inkml:trace contextRef="#ctx0" brushRef="#br0" timeOffset="138589.1">19181 7830 111 0,'17'0'55'0,"-13"-7"-80"0,-4 7 107 15,0-6-83-15,-7-3 0 16,-7-7-2-16,-8-6 1 15,-16-3 2-15,-5 0 1 16,4 6-2-16,1 3 1 16,2 7 0-16,8 15 1 15,3 13 0-15,15 16 1 16,13 24-1-16,11 10 1 16,11 6-1-16,0 7 0 15,-4 0-1-15,-10-7 1 0,-8 0-1 16,-13-9 0-16,-15-7-1 15,-17-11 1-15,-4-14-9 16,-11-3 1-16,4-9 0 16,7-9 0-16</inkml:trace>
  <inkml:trace contextRef="#ctx0" brushRef="#br0" timeOffset="139009.54">20976 7557 120 0,'42'6'60'0,"-24"-9"-71"0,-11 12 83 15,0 17-74-15,-3 17 1 0,-1 23-4 16,1 28 1-16,-8 7 3 16,-10 2 0-16,-7 13-8 15,-7-9 0-15,-4-10-9 16,0-15 0-16,8-26 2 16,-5-18 0-16</inkml:trace>
  <inkml:trace contextRef="#ctx0" brushRef="#br0" timeOffset="139271.82">20930 7457 113 0,'11'-126'56'0,"21"26"-76"0,-15 75 98 15,15-7-79-15,21 4 0 16,10-6-1-16,12 9 0 16,2 9 2-16,-3 6 1 15,-10 10-2-15,-4 16 0 16,-22 12 0-16,-20 7 0 16,-21 15 0-16,-26 13 0 15,-20 3-11-15,-22-7 0 0,1-9 0 16,-4-6 1-16</inkml:trace>
  <inkml:trace contextRef="#ctx0" brushRef="#br0" timeOffset="139858.42">21343 7886 118 0,'-7'-19'59'0,"11"48"-78"16,3-11 91-16,3 11-74 16,1 8 1-16,6 10-3 15,-2 3 1-15,-5 4 3 16,-6-1 0-16,-11 0-3 16,-4 4 1-16,-7-4 0 15,-3-12 0-15,4-10 1 16,2-9 0-16,5-6 1 0,10 0 0 15,14-13 0-15,11-10 1 16,10 1-1-16,21-6 0 16,11-4-1-16,11 3 1 15,7-9-1-15,10-9 1 16,-3 0 0-16,-22 6 0 16,18-10 0-16,-14-3 0 15,-17 7 0-15,-18-3 1 16,-18-1 0-16,-11 7 0 15,-13 6 0-15,-15 13 0 0,-10 12 0 16,-4 9 0-16,-6 13 0 16,-1 10 0-16,7 6-1 15,7 2 1-15,11 1-1 16,14 0 1-16,7-3-1 16,11-10 1-16,10-12 0 15,11-9 0-15,3-10-1 16,-3-13 1-16,3-6 0 15,-6-6 0-15,-8-9-1 16,-11-7 0-16,-9 3-4 16,-8 1 0-16,-4-7-16 15,-3-6 0-15,-7-7-1 16,0-6 1-16</inkml:trace>
  <inkml:trace contextRef="#ctx0" brushRef="#br0" timeOffset="140336.39">22712 7193 113 0,'10'-25'56'0,"-27"-6"-76"0,10 34 102 15,-7 6-83-15,-4 7 1 16,0 12-1-16,4 13 1 16,0 9 0-16,4 10 0 15,-1-1-1-15,-7 10 0 16,4 0 0-16,0 0 1 0,0 10-1 15,0 5 1-15,3-5 0 16,8-1 0-16,3-6 0 16,7 0 0-16,3-15 0 15,1-7 0-15,3-6-1 16,-3-13 0-16,-1-9 0 16,1-12 0-16,3-7 0 15,4-10 1-15,-1-11 0 16,11-11 0-16,8-5 1 15,3-7 1-15,10 0-2 16,18-3 1-16,4 1 0 16,10 5 0-16,-4 7-1 15,-6 5 0-15,-4 11 0 16,-14 5 0-16,-14 14-1 16,-18 8 1-16,-14 16-1 15,-21 7 1-15,-22 2-1 16,-20 14 1-16,-11-11 0 15,-7-2 0-15,-11-4-1 16,-3-5 1-16,7-11-7 0,3-2 0 16,8-10-17-16,13-6 1 15,4-6 0-15,18-10 0 16</inkml:trace>
  <inkml:trace contextRef="#ctx0" brushRef="#br0" timeOffset="141287.28">24342 8030 95 0,'28'-15'47'0,"-28"-35"-65"0,-4 34 88 0,-6-6-70 15,-4-3 0-15,-8 0 2 16,-9 0 0-16,-1 0-2 15,-3 3 1-15,-4 0 1 16,0 9 1-16,-3 1-1 16,-1 12 1-16,1 3-1 15,-4 12 0-15,-3 10-1 16,7 10 0-16,6 6-1 16,8 3 1-16,10-4-1 15,11-2 0-15,11-7 0 16,10-2 0-16,11-11 0 15,13-2 0-15,5-6 0 16,6-4 0-16,1-3 0 16,-1 0 1-16,-7 0-1 0,-6 0 1 15,-5 0-1-15,-6 4 1 16,-4 2-1-16,-3-6 1 16,-1 0-1-16,5 1 0 15,2-1-1-15,5-6 1 16,-1-1 0-16,7-5 0 15,0-4 0-15,4-2 0 0,0-10 0 16,0-7 1-16,3-18-1 16,0 0 0-16,1 0 0 15,-1-7 1-15,-3 1-1 16,3-10 1-16,-3 0-1 16,0 0 0-16,-4-3 0 15,-3 7 1-15,-4 8-1 16,-7 7 0-16,-3 3 0 15,-8 13 0-15,-2 6 0 16,-8 16 1-16,-8 5-1 16,-9 20 0-16,-11 28 0 15,-8 19 1-15,-2 6-1 16,-1 12 0-16,0 7 0 16,7 9 0-16,4-3 0 15,7-12 1-15,3-7-1 16,8-9 0-16,3-10 0 15,3-9 0-15,4-12 0 16,7-19 0-16,4-7 0 0,6-9 0 16,8-9 0-16,7-13 1 15,6-7-1-15,8-8 1 16,4-1-1-16,13-3 0 16,-3 7 0-16,4-1 1 15,-1 4-1-15,-3 3 0 16,-3 6 0-16,-8 3 0 15,-7 7-1-15,-13 2 1 16,-12 10 0-16,-17 10 0 0,-10 12-1 16,-26 15 1-16,-10 10 0 15,-10 6 0-15,-11 4 0 16,-7-1 0-16,0-5-1 16,-4-8 0-16,4-8-7 15,14-13 1-15,14-13-13 16,11-9 1-16,17-15-1 15,8-10 1-15</inkml:trace>
  <inkml:trace contextRef="#ctx0" brushRef="#br0" timeOffset="141518.6">25340 7764 95 0,'64'-32'47'0,"38"-2"-68"16,-85 25 81-16,1 2-62 15,-7 4 1-15,-1 3 0 16,-6 6 1-16,-8 7 2 16,-3 9 0-16,-7 12 0 0,-4 4 0 15,4 9 1-15,0 6 0 16,0-2-5-16,0-1 0 16,3 0-18-16,-3-9 1 15,7-13-1-15,-3-6 0 16</inkml:trace>
  <inkml:trace contextRef="#ctx0" brushRef="#br0" timeOffset="141727.53">25389 7049 101 0,'11'-28'50'0,"-4"31"-144"15,-3 0 98-15,-1 3-4 16,4-3 0-16</inkml:trace>
  <inkml:trace contextRef="#ctx0" brushRef="#br0" timeOffset="142352.57">25386 8209 114 0,'18'57'57'0,"3"8"-80"0,-11-43 100 16,4 3-91-16,11 1 1 16,3-8-7-16,8-11 1 15,6-17 24-15,14-12 1 16,8-22-14-16,6-25 1 15,4-15 9-15,-3-13 1 16,3-13 4-16,-7 13 0 16,-14-1 2-16,-11 7 0 0,-10 4-3 15,-11 11 0-15,-7 10-4 16,-10 10 0-16,-4 6-1 16,0 12 0-16,-11 4-1 15,-3 6 0-15,4 12 0 16,-4 10 1-16,-4 18 0 15,-10 29 1-15,-8 15-1 16,-6 16 1-16,-14 13-1 16,-1 9 1-16,4 10-1 15,7-10 0-15,15-13-1 16,6 1 0-16,11-13 0 16,14-13 1-16,7-9-2 15,14-12 1-15,7-4 0 16,11-15 0-16,3-16-1 15,11-10 1-15,0-5 0 16,0-7 0-16,0-3 0 16,-3-4 0-16,-5-2 0 15,1 0 0-15,-7 3 0 0,-4 2 0 16,-6 4 0-16,-5 4 0 16,-6 2 0-16,-4 3 0 15,-7 4 0-15,-7 9 1 16,0 6-1-16,-3 10 0 15,-8 6 0-15,0 9 0 16,1 10-1-16,3 3 1 16,0-3-5-16,3 3 0 15,4-10-12-15,0-6 0 0,0-9 0 16,-3-9 0-16</inkml:trace>
  <inkml:trace contextRef="#ctx0" brushRef="#br0" timeOffset="142515.57">26547 7544 84 0,'-11'-40'42'0,"-17"-29"-118"16,21 50 61-16,0-6 15 16,7-7 0-16</inkml:trace>
  <inkml:trace contextRef="#ctx0" brushRef="#br0" timeOffset="142961.82">26621 8378 110 0,'14'35'55'0,"-4"50"-81"0,-3-67 102 15,0 8-81-15,4-1 1 16,10-7-2-16,4-2 0 15,10-13 8-15,18-6 1 16,4-13-5-16,10-9 1 16,7-6 2-16,-11 0 1 15,-6-1 1-15,-5 4 0 16,-6-6-1-16,-17 2 1 0,-12-2-2 16,-20-7 0-16,-15-3-2 15,-10-3 1-15,-15-9-1 16,-9-1 0-16,2-2 0 15,4 5 1-15,11 7 0 16,3 0 0-16,8 10 0 16,17 11 1-16,3 4 0 15,18 7 0-15,0 12-1 16,11 9 1-16,-7 16-1 16,-1 16 0-16,-6 9 0 15,-11 6 0-15,-25-3 0 16,-14 3 0-16,-14-15-3 15,0 0 1-15,4-10-9 16,10-6 0-16,15-7-12 16,17-8 1-16,21-10 0 15,14-1 0-15</inkml:trace>
  <inkml:trace contextRef="#ctx0" brushRef="#br0" timeOffset="143292.49">27820 7287 114 0,'21'-59'57'0,"-10"71"-89"0,-11-6 119 0,0 10-89 16,-4 15 1-16,1 13-3 15,-1 7 1-15,8 5 3 16,-8 0 1-16,4 7-3 16,0 3 1-16,0 19 0 15,-3 2 1-15,-4-2 0 16,0 3 0-16,-4-3-4 16,0-10 0-16,1-3-19 15,-4-16 1-15,-4-15-1 16,0-19 1-16</inkml:trace>
  <inkml:trace contextRef="#ctx0" brushRef="#br0" timeOffset="143617.95">27340 8096 99 0,'7'-15'49'0,"29"-17"-69"0,-19 17 93 16,22-11-78-16,18-2 1 15,10 0-5-15,3 3 1 16,8 0 11-16,3 0 0 16,-4 0-4-16,-2 6 0 15,-5 3 2-15,-10 4 1 16,-7-1 1-16,-11 7 1 0,-6 3-1 16,-8 6 0-16,-7 6-3 15,-7 7 1-15,-7 3-1 16,-7 15 1-16,-7 7 0 15,-3 9 0-15,-5 0 0 16,1 7 0-16,0-1-2 16,4-2 1-16,6-7-13 15,4-7 0-15,7-15-1 16,0-9 0-16</inkml:trace>
  <inkml:trace contextRef="#ctx0" brushRef="#br0" timeOffset="143780.17">28310 7428 102 0,'39'-40'51'0,"-25"-45"-74"0,-10 72 82 15,-1 1-100-15,-3 2 1 16,-7-5-1-16,-3-4 1 15</inkml:trace>
  <inkml:trace contextRef="#ctx0" brushRef="#br0" timeOffset="144035.6">28931 7817 106 0,'36'57'53'0,"-40"-76"-76"0,-10 16 103 0,-11 3-82 15,-17 3 0-15,-18 6-3 16,-18 16 0-16,-6-3 5 16,-1 10 1-16,0 2-4 15,8 7 1-15,17 6 1 16,21 0 0-16,32 6 2 16,32 4 0-16,42 5-7 15,42 7 1-15,11-9 0 16,21-10 0-16</inkml:trace>
  <inkml:trace contextRef="#ctx0" brushRef="#br0" timeOffset="145127.17">4837 10586 79 0,'-15'35'39'0,"-13"-23"-27"0,28-9 36 15,0 0-44-15,7 7 0 16,-3-7 1-16,13 6 1 16,5-9-8-16,9 0 1 15,15-3 4-15,14-3 1 0,14 0-3 16,11-1 1-16,7-5-1 15,6-1 0-15,-6 4-1 16,-4-4 1-16,-10 4-1 16,-18 3 0-16,-18-1 0 15,-3 1 1-15,-28 3-1 16,-11-3 1-16,-11 3-1 16,-24-1 0-16,-7 4 0 15,-11-6 0-15,-7 9-1 16,-18 4 1-16,0 5 0 15,8 1 0-15,6-1 0 16,15-2 0-16,10 2 0 16,4-6 0-16,21-2 0 15,14-4 0-15,17-7 0 16,36-12 0-16,18 1 0 16,17-4 0-16,14-7 0 15,8 1 0-15,-4 6 0 0,-18 4 0 16,-7-1 0-16,-21 0 0 15,-11 9-1-15,-13 4 0 16,-22 3-1-16,-14 3 1 16,-29 6-2-16,-27 7 0 15,-15-1-1-15,-10 7 1 16,-7-3 1-16,-11 3 1 16,4 0 1-16,0-1 1 15,14 1 1-15,14-3 1 0,14 0 0 16,7-4 0-16,14-3-2 15,18 1 1-15,3-4-2 16,22 0 1-16,10-2-1 16,18-1 0-16,10-3-1 15,22-7 1-15,10-5-3 16,18-4 1-16,14-3-13 16,3 7 1-16,-3-4 0 15,-14-9 0-15</inkml:trace>
  <inkml:trace contextRef="#ctx0" brushRef="#br0" timeOffset="148460.68">20532 8883 75 0,'-71'-15'37'0,"11"-10"-35"0,46 21 37 0,-4-2-39 15,1 3 1-15,-1-3 1 16,4 6 0-16,3 0-2 15,8 3 1-15,6 3 1 16,12 0 1-16,6 4-1 16,10 2 0-16,15 4-1 15,21 3 1-15,11 3-2 16,17 9 1-16,25-3 0 16,32-9 0-16,28-13 0 15,35-9 0-15,25-9 1 16,24-7 0-16,29 0 0 15,11-6 1-15,20-3-1 16,11 0 1-16,-7 3-1 16,11 3 1-16,0 3-2 15,3 13 1-15,14-1 0 16,1 10 0-16,2-6-1 0,-2 6 1 16,-12-3-1-16,-13 4 1 15,-25-1-2-15,-25 12 1 16,-42-2 0-16,-25-1 0 15,-38 4-1-15,-29 0 0 16,-28-4-2-16,-32 1 0 16,-18-1-19-16,-10-2 1 15,-10-4-1-15,-1-18 0 0</inkml:trace>
  <inkml:trace contextRef="#ctx0" brushRef="#br0" timeOffset="178301.79">7768 10335 90 0,'-17'-72'45'0,"6"16"-33"16,11 46 45-16,-11-9-55 15,-3 10 1-15,-3 9 1 16,-1 19 1-16,-14 22-6 15,-7 28 0-15,1 37 4 16,-5 26 0-16,12 3-1 16,9 9 0-16,8-6-2 15,-3-9 0-15,10-20-3 16,3-12 0-16,4-12-8 16,0-16 1-16,4-12-15 15,-1-17 0-15,8-18 0 16,-1-19 0-16</inkml:trace>
  <inkml:trace contextRef="#ctx0" brushRef="#br0" timeOffset="178623.31">7592 10627 99 0,'7'-57'49'0,"-25"-40"-67"0,22 78 99 16,3 1-81-16,3-4 1 0,8 9 0 15,3 4 0-15,4 6-1 16,7 15 0-16,-1 23 1 16,1 18 1-16,7 32-1 15,-11 15 0-15,4 10 0 16,-7 3 0-16,13 12-1 16,-2-15 1-16,2-16 0 15,1-13 0-15,4-18-1 16,-8-22 1-16,0-22-1 15,-7-26 1-15,1-21-1 16,-5-31 1-16,1-23-1 16,-7-9 1-16,6-19-1 15,-10 1 1-15,4 11-2 16,0 14 1-16,3 8-9 16,-7 14 1-16,4 15-1 15,3 12 0-15</inkml:trace>
  <inkml:trace contextRef="#ctx0" brushRef="#br0" timeOffset="178966.97">8876 10881 105 0,'-25'22'52'0,"-17"3"-58"0,31-13 63 16,-3 14-58-16,-3 8 1 0,-5 10-1 15,1 15 0-15,-3 7 1 16,6 6 1-16,0-3-2 16,8 4 1-16,13-11 0 15,15-2 1-15,7-13 0 16,6-13 1-16,15-12 0 16,14-9 0-16,7-23 0 15,4-5 0-15,-22-13-1 16,-10-13 1-16,-14-19-2 15,-18-6 1-15,-22-6-1 16,-2 0 1-16,-8 3-3 16,0 6 0-16,1 10-12 15,3 12 1-15,7 13-1 16,10 16 1-16</inkml:trace>
  <inkml:trace contextRef="#ctx0" brushRef="#br0" timeOffset="179463.29">10799 10461 102 0,'-11'-60'51'0,"-60"-34"-63"15,54 75 74-15,-15 0-64 16,-10 10 1-16,-15 9-1 16,-13 9 1-16,-15 10 1 15,0 13 1-15,8 15-2 16,13 18 0-16,22 20 1 16,24 6 1-16,18 9 0 15,32 13 0-15,3 10 0 16,11 2 0-16,-4-15 0 15,-6-10 0-15,-15-6 0 0,-3-25 0 16,-36 0-1-16,-21-16 1 16,-17-12-8-16,-11-13 1 15,3-15-1-15,1-13 0 16</inkml:trace>
  <inkml:trace contextRef="#ctx0" brushRef="#br0" timeOffset="180379.66">10993 10712 108 0,'-25'-48'54'16,"14"108"-66"-16,1-29 72 0,-8 13-61 15,-14 16 1-15,-14 6-1 16,-10 22 1-16,3 2 0 15,7-5 1-15,11-13 0 16,7-6 0-16,21-16 0 16,14-9 1-16,24-10-1 15,22-15 1-15,14-16-1 16,11-16 0-16,10-24-1 16,7-11 0-16,1-5-1 15,-12 3 1-15,-17 6 0 16,-14 9 0-16,-14 10 0 15,-7 6 0-15,-14 12 1 16,-11 14 0-16,-11 2-1 0,-3 6 1 16,-4 4 0-16,-3 3 0 15,7 0-1-15,0-7 1 16,7-5-1-16,4-7 1 16,10-7-1-16,14-8 1 15,0-17-1-15,8-15 1 16,9-12-1-16,8-26 0 15,11-6 0-15,6 3 1 16,-3 0-1-16,0 4 0 0,-7 8 0 16,-10-5 0-16,-4 3 0 15,-8 9 0-15,-6 9 0 16,-7 13 1-16,-7 12-1 16,-11 20 1-16,-7 24 0 15,-7 32 0-15,-15 34 0 16,-2 19 1-16,-8 38-1 15,-7 9 0-15,-3 13-1 16,3-4 1-16,0-9-1 16,11-9 0-16,0-13-1 15,3-12 1-15,4-4 0 16,3-12 1-16,4-15-3 16,7-11 1-16,0-11 0 15,7-10 0-15,7-10 1 16,4-12 0-16,10-22-1 15,7-19 1-15,4-15 1 16,7-16 0-16,-1-13-1 16,1-3 0-16,-3-9-1 15,-8-10 1-15,0 7-1 0,-3 6 1 16,3 3-1-16,4 9 0 16,3 4 1-16,4 5 1 15,17 7-1-15,1 10 0 16,-1 9 0-16,-3 12 0 15,-7 13-1-15,-11 22 1 16,-17 16 0-16,-18 28 0 16,-18 9-1-16,-31 3 1 0,-22 7 1 15,-3-3 0-15,0-10-3 16,0-10 0-16,10-14-11 16,8-17 0-16,10-19 0 15,28-21 1-15</inkml:trace>
  <inkml:trace contextRef="#ctx0" brushRef="#br0" timeOffset="180756.46">13000 11103 89 0,'-11'4'44'0,"1"-11"-48"16,6 7 53-16,1-6-47 15,6-3 1-15,-6-10 3 0,-1-3 1 16,-6-6-7-16,-1 3 0 16,-3 3 5-16,-7 6 1 15,-1 7-2-15,-6 12 1 16,-7 9-3-16,0 20 0 15,7 11-2-15,3 11 1 16,11 2-2-16,7 1 1 16,14-4-1-16,14-9 1 0,14-6-2 15,22-17 1-15,13-11-8 16,15-20 0-16,7-5-14 16,-4-4 0-1</inkml:trace>
  <inkml:trace contextRef="#ctx0" brushRef="#br0" timeOffset="181504.08">13518 10931 101 0,'-17'-6'50'0,"-4"-7"-59"16,21 13 77-16,3 3-69 15,11 4 1-15,0 5 0 16,-3-2 0-16,14 15 0 15,3 0 0-15,4 6-1 16,3 0 1-16,-7 1 0 16,0 2 0-16,-10 4 0 0,-7 3 0 15,-15-1 0 1,-14 7 0-16,-10-6 0 0,7-9 0 16,-25-1 0-16,4-12 0 15,10-10 0-15,11-9 1 16,17-19-1-16,26-25 1 15,23-18-1-15,22-7 0 16,18-6-1-16,14 6 1 16,10-13-1-16,-6 0 1 15,-5 7 0-15,-24 19 0 0,22-16 0 16,-12 6 0-16,-10 12 0 16,-14 14 1-16,-14 5-1 15,-10 10 1-15,-12 6-1 16,-13 16 1-16,-18 19-1 15,-14 25 1-15,-11 34-1 16,-7 16 1-16,-3 22 0 16,-1 25 0-16,-2 6-1 15,2 3 1-15,1 13 0 16,3-6 0-16,7-16-1 16,1-13 0-16,2-12 0 15,5-19 0-15,6-22-1 16,4-18 1-16,10-20-1 15,4-24 0-15,7-26 0 16,4-25 0-16,7-28 0 16,3-22 0-16,14-19 1 15,4 1 0-15,7-10 0 16,3 6 0-16,4 12 0 0,11 17 0 16,-4 2 0-16,-1 13 0 15,5 10 0-15,-4 12 0 16,-7 9 0-16,-7 7 0 15,-7 18 0-15,-18 22 1 16,-14 26-1-16,-18 21 0 16,-14 20-1-16,-13 5 1 15,-15-2-6-15,3-14 0 0,5-8-7 16,-1-13 0-16,7-16-12 16,4-12 1-16,6-16 0 15,12-13 0-15</inkml:trace>
  <inkml:trace contextRef="#ctx0" brushRef="#br0" timeOffset="181804.13">15106 10940 91 0,'49'4'45'0,"-38"-30"-63"16,-15 26 96-16,-3 4-79 15,-3 5 0-15,-1 7-1 16,-3 15 1-16,0 4 1 15,-4 15 0-15,4 12-1 16,7 4 1-16,7 0 0 16,7-9 1-16,11-7 1 15,14-9 0-15,3-10 0 0,4-12 0 16,7-13-1 0,-4-19 1-16,0-24-1 0,-3-20 0 15,-4-9-2-15,-6 4 0 16,-15 2-6-16,-11 7 0 15,-17 6-14-15,-14 12 0 16,-7 7 0-16,-1 3 1 16</inkml:trace>
  <inkml:trace contextRef="#ctx0" brushRef="#br0" timeOffset="182076.52">16122 10966 99 0,'14'-35'49'0,"-17"10"-75"16,-5 19 96-16,-9-1-74 16,-11 4 0-16,-15 3 0 15,-6 3 0-15,0 10 6 16,-15 6 0-16,11 15-3 16,11 10 1-16,10 19 3 15,7 15 1-15,11-2 0 16,21 5 0-16,-3 1 0 15,6-10 0-15,1-6-3 16,-4-16 1-16,-3-16-10 16,-8-18 0-16,-3-26-1 15,0-15 0-15</inkml:trace>
  <inkml:trace contextRef="#ctx0" brushRef="#br0" timeOffset="182511.7">16418 10044 105 0,'-21'-51'52'0,"25"39"-61"0,3 12 71 15,3 3-63-15,1 0 1 0,-1 10-1 16,-6 24 1-16,-1 7 0 15,1 16 1-15,-8 3-1 16,1-1 0-16,-1 4 0 16,1-3 1-16,3-4-1 15,0-5 1-15,3-1-1 16,4-12 1-16,8-10-1 16,-1-12 0-16,3-10-1 15,5-9 1-15,6-12-1 16,-4 2 1-16,22-18-1 15,7-3 1-15,-3-1 0 16,-1 4 1-16,-7 9 0 16,-6 1 1-16,-8 5-1 15,-7 4 1-15,-7 9-1 16,-7 3 1-16,-3 6-4 16,-8 13 0-16,-6 9-10 15,3 23 1-15,3 15-1 0,11 12 0 16</inkml:trace>
  <inkml:trace contextRef="#ctx0" brushRef="#br0" timeOffset="182900.39">17544 12417 108 0,'-89'13'54'0,"-115"-91"-76"15,130 65 80-15,-46-9-60 16,-50-6 1-16,-45-16 0 16,-63-6 0-16,-54-4 2 15,-42 11 1-15,-46-1-1 16,-35 3 1-16,-32 10 1 16,-14 15 0-16,-17 10 0 15,-8 9 1-15,-3 12-2 16,-11 1 1-16,11 6-1 15,7 0 0-15,21-3-1 16,21 3 0-16,43-3 0 16,28-1 0-16,42-5-1 15,28 3 1-15,36-4-1 16,27 1 1-16,40-1-2 0,39 1 0 16,34-1-3-16,26 1 0 15,34-7-11-15,43-3 1 16,36 0-1-16,34-12 1 15</inkml:trace>
  <inkml:trace contextRef="#ctx0" brushRef="#br0" timeOffset="183599.55">18023 11436 77 0,'-42'-47'38'0,"3"-41"-71"0,39 63 44 16,4-13-15-16,6-12 0 16,4-6 11-16,4-1 1 15,-4-12 1-15,-3 7 0 16,-4-1 6-16,0 10 0 16,0 12 4-16,-3 9 0 15,-1 14-6-15,1 21 1 0,-1 19-8 16,4 15 0-16,4 13-5 15,6 13 0-15,8 3-2 16,3 12 0-16,8-12 0 16,2-3 1-16,-2-10-1 15,-1-9 0-15,-7-3 0 16,-3-10 1-16,-4-12 0 16,-3-16 1-16,-4-6 0 15,-4-13 0-15,1-9 1 16,0-9 0-16,10-4-2 15,-4 1 1-15,1-4-3 16,3 3 1-16,4 4-13 16,0 2 1-16,-1 4-1 15,-3-9 0-15</inkml:trace>
  <inkml:trace contextRef="#ctx0" brushRef="#br0" timeOffset="183898.73">19375 10793 98 0,'35'-19'49'0,"-21"-25"-57"0,-11 26 67 15,-3-1-62-15,-7 0 1 16,-10 0-4-16,-8-3 1 16,-7 10 6-16,-10-1 1 15,0 4-3-15,-1 9 1 0,-3 9 1 16,4 19 1-16,10 10 2 15,4 15 1 1,-4 51-1 0,1-4 1-16,-5 3-2 15,5-15 1-15,-1-16-3 16,7-15 1-16,4-13-5 16,7-10 1-16,3-18-12 15,4-10 0-15,4 0 0 16,3-6 0-16</inkml:trace>
  <inkml:trace contextRef="#ctx0" brushRef="#br0" timeOffset="184313.01">21742 10188 105 0,'-46'-97'52'0,"-46"68"-70"0,71 29 81 16,-11 4-66-16,-7 8 1 15,-3 7-1-15,-7 6 0 16,-1 9 5-16,8 4 0 0,7 3-2 15,6 12 0-15,12 13 2 16,10 22 0-16,10 9 0 16,4 3 1-16,0 7-1 15,-3-13 1-15,-1-6-2 16,-3-7 1-16,-14-5-2 16,-10-10 1-16,-19-13-1 15,-13-9 0-15,-18-13-1 16,-18-12 1-16,-14-10-6 15,-3 4 1-15,3-7-11 16,14-3 0-16,18-9 0 16,21-22 0-16</inkml:trace>
  <inkml:trace contextRef="#ctx0" brushRef="#br0" timeOffset="185217.9">21862 10790 109 0,'17'-31'54'0,"-17"37"-74"0,-7-3 94 15,-3 6-76-15,-12 13 0 16,-6 10-1-16,-4 5 1 16,-10 10 3-16,0 0 0 15,0 4-2-15,10-1 0 16,7-3 1-16,11-6 1 15,14-4-1-15,14-15 1 0,14-6 0 16,15-13 0-16,10-12-1 16,6-10 0-16,1-3-1 15,0-3 1-15,0-4-1 16,-14 1 1-16,-7 3 0 16,-7 3 0-16,-7 3 0 15,-8 10 0-15,-3 9 0 16,0 3 1-16,1 10-1 15,-1 2 1-15,0 4-1 16,3-3 1-16,1-1-1 16,-4-2 0-16,0-7 0 15,7-6 1-15,8-15 0 16,6-14 0-16,4-11 0 16,10-32 0-16,11-7-1 15,11-6 1-15,-1-9-1 16,4 3 0-16,-3 0 0 0,3-3 0 15,-11 0 0-15,-6 19 1 16,-8 0 0-16,-10 15 0 16,-7 4 1-16,-8 9 0 15,-6 15-1-15,-11 10 0 16,-14 22 0-16,-11 26 0 16,-10 36-1-16,-7 32 1 15,-7 22-2-15,-1 32 0 16,1 12 1-16,10 3 0 15,0 3 0-15,4 3 0 16,4-15 0-16,2-4 0 0,1-12 0 16,7-18 0-16,0-26-1 15,3-13 0-15,4-21 0 16,4-10 0-16,3-19-1 16,3-18 1-16,4-19 0 15,8-26 0-15,2-27 0 16,4-17 0-16,8-2 0 15,-8-29 1-15,3 1-1 16,1 2 1-16,0-2 0 16,3 12 0-16,4 6 1 15,7-6 0-15,10 6 0 16,14 6 0-16,12 16 0 16,6 13 0-16,3 3-1 15,-6 22 1-15,-7 12-1 16,-22 16 0-16,-14 28 0 15,-21 19 0-15,-28 13 0 16,-28 12 0-16,-18 0-1 0,-21 0 1 16,0 4-7-16,7-26 0 15,7-3-1-15,10-25 1 16</inkml:trace>
  <inkml:trace contextRef="#ctx0" brushRef="#br0" timeOffset="185560.96">23978 10969 103 0,'39'-25'51'0,"0"6"-60"15,-29 12 61-15,8-8-53 16,0-10 1-16,-4-19 0 15,-4-6 1-15,-6-4 0 16,-11 1 1-16,-7 3 1 16,-7 12 0-16,-11 13 0 15,-7 16 0-15,-7 15-1 16,-10 19 1-16,6 19-2 16,12 9 0-16,9 10-1 15,12-7 0-15,17 1-1 16,17-10 0-16,15-6-5 15,10-10 1-15,11-9-8 16,11-9 0-16,-4-10 0 0,-7-3 0 16</inkml:trace>
  <inkml:trace contextRef="#ctx0" brushRef="#br0" timeOffset="185903.88">24331 10624 108 0,'4'-19'54'0,"-15"-12"-65"0,11 24 85 0,0 7-75 16,4 3 0-1,6 4-1-15,11 2 1 0,11 0 1 16,14 1 0-16,14 2-1 16,3 7 0-16,8 3 0 15,-4 10 0-15,-7 8 1 16,-11-2 0-16,-17 6 0 15,-14 6 0-15,-18 3 0 16,-18-2 1-16,-14-4-2 16,-10-7 1-16,0-11-1 15,6-8 0-15,-2-17 0 16,6-11 0-16,11-5 0 16,14-7 1-16,14-6-1 15,14-10 1-15,14-2-13 16,7-17 0-16,4-5-1 15,0-13 1-15</inkml:trace>
  <inkml:trace contextRef="#ctx0" brushRef="#br0" timeOffset="186416.3">25284 9968 109 0,'38'-53'54'0,"-41"15"-64"0,3 38 84 15,0 7-75-15,3 5 1 16,-3 13 0-16,4 16 0 15,-1 28-1-15,4 13 1 16,1 15-1-16,-5 16 1 0,-3 15 0 16,-3 1 0-1,-5-1 0-15,-6 7 0 0,-3 0 0 16,-4-3 0-16,6-13 0 16,-6-6 0-16,0-3-1 15,4-20 0-15,-1-8-1 16,4-16 0-16,0-13-1 15,-4-12 1-15,4-19 0 16,0-22 1-16,0-19 0 16,3-15 1-16,0-17 0 15,8-14 1-15,10-14-1 16,4-9 0-16,6-12-1 16,11 3 1-16,-3-7-1 15,7-9 0-15,10-3 0 16,8 7 1-16,3 8 0 15,-11 23 0-15,28 0 1 16,-6 21 0-16,-4 13 0 16,-4 13 1-16,-6 15-1 0,-8 22 0 15,-17 16-1-15,-18 16 1 16,-18 18-1-16,-20 13 0 16,-19-3-2-16,-10 0 1 15,-10-9-5-15,-1-7 0 16,-3-13-12-16,10-2 0 15,12-19 0-15,2-4 0 16</inkml:trace>
  <inkml:trace contextRef="#ctx0" brushRef="#br0" timeOffset="186784.5">26226 10442 109 0,'28'-53'54'0,"-28"21"-82"16,-4 32 99-16,-10 0-75 15,-11 3 0-15,-13 7-1 16,-12 5 1-16,-6 10 7 16,-4 13 0-16,-4 6-3 15,11 12 0-15,18-2 2 16,14 2 1-16,14-6 0 15,24 1 1-15,15-11-2 16,14-5 1-16,18-10-3 16,-1-6 1-16,4-10-2 15,4-18 0-15,-11-10 1 0,-11-9 0 16,-10-13-1-16,-14-6 1 16,-15 3 0-16,-20 0 0 15,-15 3-10-15,-17 10 0 16,-8 6-1-16,-6 0 1 15</inkml:trace>
  <inkml:trace contextRef="#ctx0" brushRef="#br0" timeOffset="187136.71">26988 10451 82 0,'31'-22'41'0,"-38"-37"-36"16,4 46 46-16,-15-3-48 16,-10 1 0-16,-18-4 1 15,-3 3 1-15,-1 1-6 16,1 8 0-16,3 4 4 16,11 9 0-16,13 13-2 15,19 6 0-15,21 10-1 16,13 15 1-16,15 10-2 15,7 9 1-15,0 3-1 16,-7-3 1-16,-11-3 0 16,-7-10 0-16,-21-9-1 15,-24-9 1-15,-18-7-6 0,-18-12 1 16,-11-7-6-16,-10-5 0 16,-14-4-8-16,7-3 1 15,10-6 0 1,11-4 1-16</inkml:trace>
  <inkml:trace contextRef="#ctx0" brushRef="#br0" timeOffset="187375.26">27414 10514 97 0,'46'-31'48'0,"-53"18"-84"16,4 13 95-16,-8 9-64 15,-7 4 1-15,-6 3-1 16,-4 2 1-16,-4 8 8 16,7 2 0-16,0 9-4 15,8 4 1-15,3 6 1 16,7 3 0-16,7-9-15 16,7-6 1-16,3-10-3 15,1-10 1-15</inkml:trace>
  <inkml:trace contextRef="#ctx0" brushRef="#br0" timeOffset="187559.32">27185 10119 77 0,'-7'-57'38'0,"-7"17"-50"0,14 33 63 15</inkml:trace>
  <inkml:trace contextRef="#ctx0" brushRef="#br0" timeOffset="187768.54">28011 10009 111 0,'60'16'55'0,"-32"-35"-62"16,-28 25 72-16,-4 13-69 15,-10 16 1-15,-11 12-4 16,-6 12 1-16,-5 1 7 16,-9 6 1-16,9-4-6 15,5 7 1-15,2 0 1 16,5 0 0-16,6-6 2 16,4 3 0-16,7-3-12 15,3-4 0-15,4-6-1 16,-3-6 1-16</inkml:trace>
  <inkml:trace contextRef="#ctx0" brushRef="#br0" timeOffset="188261.21">27559 10542 91 0,'25'-9'45'0,"38"-32"-51"0,-42 35 65 0,8 3-62 15,9-1 0-15,8 8-3 16,-3 2 1-16,-1-3 6 16,4 0 1-16,-4 3-4 15,4-6 0-15,-7-6 2 16,3 3 0-16,-3-6 2 16,-4-4 0-16,-3-3 0 15,-7 1 1-15,-4-4 0 16,-7 9 0-16,-7 1-1 15,-7 3 1-15,-7 9-1 16,-4 3 1-16,-6 19-1 16,-4 7 1-16,-1 8 0 15,1 20 0-15,7 6-1 16,7-3 1-16,4 6-4 16,3 0 0-16,3-7-12 0,1-5 0 15,-1-13-1-15,1-10 0 16</inkml:trace>
  <inkml:trace contextRef="#ctx0" brushRef="#br0" timeOffset="188670.53">28780 10420 104 0,'35'-16'52'0,"-17"-40"-62"16,-18 49 79-16,-11 7-72 16,-10 7 1-16,-18 8-3 15,-17 7 1-15,-11 13 4 16,-4 12 1-16,0 9-4 15,4 7 0-15,18-6 1 16,21-4 1-16,17-6 2 16,25 0 0-16,15-9 0 15,9-10 1-15,22-6-1 16,0-7 1-16,0-2-2 16,-7-10 1-16,-7-9-2 15,-11-4 0-15,-10-12-13 0,-14-15 0 16,-15-7 0-16,-7 3 0 15</inkml:trace>
  <inkml:trace contextRef="#ctx0" brushRef="#br0" timeOffset="189046">28928 10398 108 0,'56'-25'54'0,"-10"19"-71"0,-32 9 88 0,7 3-73 16,4 7 1-16,-4-1-4 15,-3 13 1-15,-4-3 4 16,-3 3 0-16,-4 0-3 16,-11 0 0-16,-6 0 0 15,-1-3 1-15,-3 0 2 16,-4-3 0-16,4-3 1 16,3 6 0-16,4-13-1 15,7 4 1-15,11-10-2 16,14 6 1-16,10-12-1 15,14 0 0-15,8-6 0 16,6-1 0-16,4 1 1 16,4 6 1-16,3 0 1 15,-11 6 0-15,-10 0-1 16,-10 12 1-16,-19 7-1 16,-13 10 1-16,-22 9-6 15,-10-1 1-15,-7 7-13 0,-7 10 0 16,3-4 0-16,4 0 1 15</inkml:trace>
  <inkml:trace contextRef="#ctx0" brushRef="#br0" timeOffset="189445.57">30533 11931 107 0,'39'16'53'0,"-60"-29"-88"0,-1 10 92 0,-27 0-61 16,-43-16 1-16,-31-9-2 16,-47-9 0-16,-34-11 8 15,-32-5 1-15,-47-6-2 16,-20-4 0-16,-25 0 2 16,-32 13 1-16,-14-10 1 15,-28 17 0-15,-25 11-3 16,-21 7 1-16,-21 19-3 15,0 15 0-15,-11-6-1 16,11 7 0-16,14-4 0 16,21 3 1-16,21 1 1 15,25-4 1-15,35 13 0 16,21-3 0-16,26 2 0 16,13 1 0-16,25 0-2 15,17 3 1-15,25-3-2 16,22 0 0-16,27-7-1 0,29 1 0 15,32-7-5-15,24 0 0 16,29-6 0-16,34 0 0 16</inkml:trace>
  <inkml:trace contextRef="#ctx0" brushRef="#br0" timeOffset="190756.78">4865 13700 85 0,'10'-19'42'0,"57"3"-40"0,-38 10 43 16,13 0-44-16,29 3 1 15,6-4 2-15,11 1 1 16,-7-3-6-16,-3-1 1 16,-7-2 3-16,-1 2 0 15,-20 7-1-15,-12 0 1 16,-16-3-2-16,-12 6 0 0,-10-3 0 15,-21 3 0-15,-4 3-1 16,-10 0 1-16,-11 3-1 16,7 1 0-16,1-1 0 15,6-3 0-15,7 0 0 16,7 3 0-16,11-2-1 16,7 8 1-16,11-3-1 15,14-2 1-15,6-10 0 16,8-4 0-16,32-15 0 15,17-15 0-15,14-13 0 16,8-4 0-16,-1 7 0 16,-7 10 1-16,-28 5 1 15,-24 7 0-15,-26 13 0 16,-24 12 1-16,-21 6-1 16,-17 13 0-16,-26 3-1 15,-24 3 0-15,-14 6-1 16,-15 0 0-16,8-2-1 15,-11-7 1-15,10-4 0 16,5 4 0-16,20-3 0 0,0 3 0 16,15-6 0-16,6 3 1 15,4-4-1-15,14 1 0 16,15 0 0-16,9-4 0 16,15-5-1-16,25-7 1 15,10-10 0-15,22-2 0 16,20-1 0-16,11 7 0 15,8-4 0-15,-15 4 0 0,0 6 0 16,-4 6 0-16,-10 1-2 16,-17 5 1-16,2-2-6 15,26-7 0-15,10-3-17 16,39-19 0-16,53-28 0 16,49-13 0-16</inkml:trace>
  <inkml:trace contextRef="#ctx0" brushRef="#br0" timeOffset="-135506.04">8340 13270 89 0,'0'0'44'0,"-7"10"-29"0,7-10 45 0,0 0-57 16,0 0 0-1,3-3 1-15,1 12 0 0,-1 16-6 16,1 35 1-16,-4 37 4 15,-11 35 0-15,1 43-2 16,-8 10 0-16,-7 16-1 16,8-16 1-16,6-41-4 15,7-15 0-15,8-35-14 16,7-31 0-16,3-32 0 16,3-31 1-16</inkml:trace>
  <inkml:trace contextRef="#ctx0" brushRef="#br0" timeOffset="-134714.8">8442 13151 102 0,'-46'-25'51'0,"43"25"-66"0,6 6 79 16,8 1-64-16,-1 8 1 15,4 7 2-15,8 13 0 16,9 18-3-16,12 22 1 16,-1 7 2-16,11-7 0 15,3 0 0-15,4-9 0 16,7-12-1-16,11-20 0 16,14-21-1-16,-8-26 0 15,5-25-1-15,-1-18 1 0,-4-13-1 16,-2 0 0-16,-1-3 1 15,-21 3 0-15,-15 19-1 16,-9 12 0-16,-8 13 0 16,-24 16 1-16,-15 27 0 15,-7 20 0-15,-6 25-1 16,-1 18 0-16,0 10 1 16,8 6 0-16,10 7-1 15,10 2 0-15,8-8 0 16,6-1 0-16,15-12 0 15,7-13 1-15,7-10-1 16,3-11 1-16,8-11-1 16,10-18 1-16,21-22-1 15,7-25 0-15,7-34 0 16,8-29 1-16,-1-16-1 16,0-5 0-16,-13-1 0 15,-19 3 1-15,-20 10-1 0,-26 19 0 16,-13 6 0-16,-21 18 1 15,-15 17-1-15,-17 15 0 16,-11 31 0-16,-11 41 1 16,-10 19-1-16,-14 35 0 15,-7 31 0-15,17-7 0 16,15-12-1-16,21-19 1 16,14-18 0-16,21-20 0 15,14-21 0-15,17-22 0 16,12-16 0-16,6-16 0 0,4-12 0 15,7-10 0-15,-7 4 0 16,-4 5 0-16,-6 14 0 16,-5 15 0-16,1 15 0 15,-7 17 0-15,-4 5 0 16,-10 14 0-16,0 8-3 16,-1-6 0-16,-6 1-7 15,-1-14 1-15,4-18-15 16,4-15 1-16,0-17 0 15,-1-9 0-15</inkml:trace>
  <inkml:trace contextRef="#ctx0" brushRef="#br0" timeOffset="-134506.2">11652 13709 84 0,'53'-56'42'0,"-3"-7"-45"15,-43 47 70-15,-4-2-63 0,-10 8 0 16,-18 4 3-16,-10 22 1 15,-14 15-10-15,-15 19 1 16,-6 22 5-16,-1 22 1 16,8 16-3-16,20 6 1 15,26-12-3-15,24-10 1 16,28-16-8-16,21-21 0 16,22-23-1-16,14-18 1 15</inkml:trace>
  <inkml:trace contextRef="#ctx0" brushRef="#br0" timeOffset="-133938.81">12460 13672 112 0,'-56'-22'56'0,"24"0"-60"15,28 22 70-15,1 0-64 16,3 9 0-16,3 4 0 15,11 15 1-15,1 13-4 16,-5 18 0-16,8 29 1 16,-15 9 1-16,-3 7-2 15,-10-7 0-15,-4-6 0 16,0 0 0-16,-4-22-1 16,0-13 1-16,1-5 0 15,3-23 0-15,3-9 0 16,4-19 0-16,10-16 0 0,12-15 1 15,23-17-1-15,22-14 1 16,14-14 0-16,18-14 0 16,10 8-1-16,-3 0 1 15,-4 14 0-15,-10 11 1 16,-18 16 0-16,-14 10 0 16,-14 15-1-16,-11 19 1 15,-14 10-1-15,-7 15 1 16,-3 22 0-16,-4 4 0 0,7-1-1 15,10-3 1-15,12-6 0 16,10-9 1-16,10-14-1 16,7-8 1-16,8-13-1 15,-4-16 0-15,0-24 0 16,-11-20 0-16,-6-6-1 16,-15-3 0-16,-21 13-5 15,-18 9 1-15,-17 15-11 16,-18 13 1-16,-7 16 0 15,-3 13 0-15</inkml:trace>
  <inkml:trace contextRef="#ctx0" brushRef="#br0" timeOffset="-133268.59">8139 15014 108 0,'-247'56'54'0,"77"-12"-69"0,153-31 77 16,13-1-64-16,15 4 1 15,28-4 0-15,35-2 0 0,42-4 2 16,-28 0 1-16,149 7-2 16,52 6 0-16,42 12 2 15,47 4 0-15,14-1 0 16,31 1 1-16,14-4-1 16,11-18 0-16,4-10 0 15,-18-28 1-15,-21-26-2 16,-25-14 0-16,-32-20-1 15,-39-9 1-15,-38-13-1 16,-39-25 1-16,-32-2-1 16,-53-14 0-16,-35-12 0 15,-46 0 0-15,-49 4 0 16,-64-7 0-16,-56 12-1 16,-67 7 0-16,-57 22 0 15,-53 2 1-15,-45 23 0 16,-29 6 0-16,-28 3 0 15,0 4 0-15,-3 12 1 16,-4 12 1-16,-7 13-2 0,0 12 1 16,14 14-1-16,17 17 0 15,19 29 0-15,10 23 1 16,35 24-2-16,11 15 0 16,38 14 1-16,29 24 0 15,46 7 0-15,35 22 1 16,35 24-1-16,53 17 0 15,46 21 0-15,64 7 0 0,66 3-1 16,71-7 1-16,67-21-5 16,36-29 1-16,48-28-1 15,44-37 1-15</inkml:trace>
  <inkml:trace contextRef="#ctx0" brushRef="#br0" timeOffset="-132627.62">16517 14007 108 0,'-63'-53'54'0,"3"37"-57"15,53 13 59-15,3 0-57 16,8 3 1-16,6 3 0 15,15 0 0-15,10 4 0 16,7 8 0-16,11 13 0 16,0 19 0-16,7 10 1 15,-7 12 0-15,-7 12-1 16,-4 13 1-16,-3 4 0 16,7-14 0-16,3-15 0 15,4-9 1-15,4-22 0 16,13-20 0-16,8-14-1 15,0-30 1-15,-1-8 0 16,-10-10 0-16,0-9-1 0,-10-4 0 16,-11 1-2-16,-8 3 1 15,-6-1-5-15,-11 7 1 16,-7 3-23-16,-7 4 1 31</inkml:trace>
  <inkml:trace contextRef="#ctx0" brushRef="#br0" timeOffset="-132327.98">18955 14073 119 0,'-4'-31'59'0,"-49"-26"-81"15,39 45 92-15,-10-1-71 16,-8 1 1-16,-14 5-1 15,-4 7 0-15,-6 7 1 16,3 8 1-16,0 17-2 16,11 18 1-16,10 3 0 15,11 16 1-15,7 3 1 16,10 16 0-16,-3 0-1 16,-3 0 1-16,-11-13-1 15,-11 0 1-15,-11-18-4 16,-17-10 1-16,-3-19-12 15,-15-12 0-15,11-13 0 16,7-19 1-16</inkml:trace>
  <inkml:trace contextRef="#ctx0" brushRef="#br0" timeOffset="-132020.73">20278 13521 125 0,'-11'-41'62'0,"-7"60"-79"0,15-6 95 0,-4 18-79 16,-7 13 1-16,-4 12-1 15,-7 23 0-15,-6 21 1 16,-1 13 0-16,7 6-3 15,8-3 0-15,10-9-3 16,10-10 0-16,8-18-14 16,10-23 0-16,4-22 0 15,-1-34 0-15</inkml:trace>
  <inkml:trace contextRef="#ctx0" brushRef="#br0" timeOffset="-131371.72">20384 12954 123 0,'-71'-63'61'0,"18"69"-85"0,42 10 109 16,4 9-86-16,4 13 1 16,3 5-1-16,10 8 0 15,12 8 1-15,13 4 1 16,18 3-2-16,17 3 1 15,15-3 0-15,10-10 0 16,8-12 0-16,6-6 0 16,4-16 0-16,0-10 1 15,-7-9-1-15,-8-12 0 0,1-19 0 16,-11-10 1-16,-7-3-1 16,-10-3 0-16,-11-9 0 15,-7 9 0-15,-11 3 0 16,-10 7 0-16,-7 6 0 15,-8 9 0-15,-10 6 0 16,-10 13 0-16,-15 16 0 16,-10 22 0-16,-14 34 0 15,-11 22 1-15,3 19-1 16,12 3 0-16,9 6 0 16,15-3 0-16,18-9 0 15,13-10 0-15,12-25 0 16,6-12 0-16,14-22-1 15,8-7 1-15,6-12 0 16,4-18 0-16,11-17-1 16,-1-18 1-16,5-10 0 15,2-19 0-15,-3-6 0 0,-10 4 0 16,-8-1 0-16,-13 16 1 16,-15 9-1-16,-10 1 1 15,-15 12-1-15,-3 9 1 16,-14 19-1-16,-3 16 1 15,-8 34 0-15,-3 29 0 16,-7 15-3-16,-4 13 1 16,4 12-6-16,7-12 0 15,17-22-18-15,11-23 1 16,11-30-1-16,3-41 0 0</inkml:trace>
  <inkml:trace contextRef="#ctx0" brushRef="#br0" timeOffset="-131209.06">22789 13035 113 0,'0'-116'56'0,"0"82"-134"15,0 34 104-15,4 6-26 16,-8 13 0-16</inkml:trace>
  <inkml:trace contextRef="#ctx0" brushRef="#br0" timeOffset="-130991.23">23629 13722 122 0,'-21'-3'61'0,"-39"40"-79"0,35-15 93 15,-7 7-76-15,-17 8 0 16,-4 13 0-16,-3 10 0 16,10 9 1-16,11 3 1 15,13 0-1-15,19-3 0 0,24 3-2 16,18-9 1-16,24-3-10 16,19-23 1-16,16-15-1 15,-2-22 0-15</inkml:trace>
  <inkml:trace contextRef="#ctx0" brushRef="#br0" timeOffset="-130427.23">24035 13640 125 0,'14'-56'62'0,"28"28"-77"16,-17 28 90-16,7 6-77 16,10 10 1-16,4 12-1 15,0 9 0-15,-4 11 2 16,-3 14 0-16,-11 13-3 0,-10 7 1 16,-11-7-1-16,-11 4 1 15,-10-17 0-15,-11-11 0 16,1-4 0-16,-5-16 1 15,-2-3-1-15,3-6 1 16,3-16-1-16,11-6 0 16,10-9 1-16,11-13 0 15,14-6 0-15,22-13 1 16,17-6 1-16,21-3 1 0,25-3 0 16,7-4 0-16,3 4-1 15,-3-1 1-15,-4 1-1 16,-21 16 1-16,-21 11-1 15,-21 8 1-15,-21 5-1 16,-21 19 1-16,-15 7-1 16,-10 15 1-16,-4 10-1 15,7 12 0-15,18 3-1 16,22 4 1-16,27-7 0 16,29-3 1-16,17-9-1 15,21-17 0-15,-3-8-1 16,-7-16 1-16,-18-10-1 15,-21-21 0-15,-28-13-6 16,-32-16 0-16,-39-3 0 16,-17-6 0-16</inkml:trace>
  <inkml:trace contextRef="#ctx0" brushRef="#br0" timeOffset="-129324.55">26222 13355 107 0,'-67'-91'53'0,"-113"-22"-55"16,102 79 54-16,-34-29-53 15,-44-6 0-15,-48-16 0 16,-40-3 1-16,-38-9 0 16,-18-12 1-16,-21 5-2 15,-14 19 1-15,3 20 0 16,-3 14 1-16,11 20-1 16,-4 18 0-16,3 26 0 15,11 25 1-15,-3 37-1 0,3 25 0 16,10 48 0-16,4 18 1 31,-105 241-2-31,126-68 1 16,92-41-1-16,81-44 1 15,74-31-1-15,57-29 0 16,60-9 1-16,63-28 0 16,60-22 1-16,85-22 0 0,60-19 0 15,63-19 0-15,46-22 0 16,39-18 0-16,25-16 0 15,13-13 1-15,-2-16-1 16,-12-5 0-16,-27-17 0 16,-36-18 1-16,-53-9-1 15,-38-13 1-15,-72-10 0 16,-52-18 1-16,-60-23-1 16,-67-5 1-16,-49-32-2 15,-75-25 1-15,-84-28-4 16,-88-16 0-16,-85 3-22 15,-67-3 1-15,-43 6-1 16,-28 7 1-16</inkml:trace>
  <inkml:trace contextRef="#ctx0" brushRef="#br0" timeOffset="-119185.05">26702 12452 108 0,'21'-97'54'0,"28"18"-50"16,-35 67 54-16,-3 2-58 15,3 7 1-15,-3 16 0 16,-8 31 0-16,-10 31-1 16,-18 47 1-16,-13 63 1 15,-22 66 0-15,-18 72 0 16,-14 28 0-16,-13 29-1 16,6 2 1-16,0-24-1 15,11-35 0-15,7-41-1 0,7-37 1 16,3-38-1-16,7-44 0 15,5-44-8-15,9-38 1 16,15-49-1-16,14-45 0 16</inkml:trace>
  <inkml:trace contextRef="#ctx0" brushRef="#br0" timeOffset="-118785.1">28314 12320 122 0,'21'-47'61'0,"-88"-9"-68"16,42 53 79-16,-10-7-73 15,-18 10 1-15,-10 3-2 16,-8 4 1-16,-6 5 1 16,-1 10 0-16,11 16-2 15,10 15 1-15,19 16 0 16,13 25 0-16,25 41 0 16,11 22 1-16,6 18 0 0,1 20 0 15,-4-10 1-15,-7-3 0 16,-14-22 0-1,-18-16 0-15,-17-28 0 0,-25-25 0 16,-21-25-4-16,-11-29 0 16,4-21-10-16,10-16 0 15,11-16-1-15,14-21 1 16</inkml:trace>
  <inkml:trace contextRef="#ctx0" brushRef="#br0" timeOffset="-117825.92">28131 13164 112 0,'-39'3'56'0,"28"13"-66"15,11-10 80-15,7 6-71 16,0 13 1-16,7 7 0 15,4 15 1-15,0 12-1 16,-1 10 0-16,1-3 0 16,3 6 0-16,0-6 0 15,4-9 1-15,3-4-1 16,7-15 0-16,4-20 0 16,11-18 0-16,6-18 0 15,4-17 0-15,-4-15 0 16,-3-3 0-16,-7-1 0 0,-7 4 1 15,-11 13 0-15,-10 5 0 16,-4 7-1-16,-7 9 1 16,-3 7 0-16,-4 9 0 15,0 9-1-15,0 7 1 16,0 15-1-16,0 10 0 16,7 6 0-16,3 3 1 15,8 1-1-15,3 2 1 0,4-6-1 16,-1-13 0-16,5-15-1 15,-1-16 0-15,4-28 0 16,-4-28 1-16,0-32-1 16,4-24 1-16,0-26-1 15,-1-19 1-15,8 4 1 16,-4-4 0-16,1 13-1 16,-5 6 1-16,-6 19-1 15,-4 9 1-15,-3 13 0 16,0 10 0-16,-4 5 0 15,0 23 0-15,-4 15-1 16,1 13 1-16,0 21-1 16,-1 23 0-16,4 19 0 15,-3 27 0-15,-8 26 0 16,-3 6 1-16,-3 10-1 16,-4 15 0-16,-4 3 0 15,-3 4 0-15,0-10 0 16,0-4 0-16,0 1-1 0,7-9 1 15,3-13-1-15,4-13 1 16,4-15-1-16,3-16 0 16,0-13 0-16,3-12 0 15,8-12 0-15,3-13 1 16,7-13 0-16,4-15 0 16,3-7 0-16,1 0 1 15,-1 4-1-15,-7 3 1 0,0 2-1 16,-3 7 1-16,-7 7-1 15,-4 8 0-15,-4 7 0 16,-6 13 0-16,-11 18-1 16,-11 4 1-16,-10 12 0 15,-14 0 1-15,-11 3-1 16,-14 0 0-16,-7 0-1 16,7-12 1-16,3-7-6 15,8-15 0-15,6-13-18 16,12-3 0-16,9-3 0 15,12-3 0-15</inkml:trace>
  <inkml:trace contextRef="#ctx0" brushRef="#br0" timeOffset="-117043.28">30240 13283 106 0,'32'-38'53'0,"-25"-18"-70"0,-7 37 98 0,0-3-81 16,-7 3 1-16,-4 7 0 16,-3-4 0-16,-7 13-2 15,-7 9 1-15,-15 16 0 16,5 19 1-16,-5 3-1 16,5 9 0-16,6 3-1 15,11-2 1-15,10 2 0 16,11-18 1-16,14-7-1 15,14-15 0-15,11-13 0 16,7-19 0-16,3-9 0 16,1-6 1-16,-4 3-1 15,-4 3 0-15,-10 9 0 16,-11 7 1-16,-7 15-1 16,-7 9 1-16,-3 17-1 15,-1-1 0-15,4-3 0 16,4 1 0-16,6-1 0 0,8-6 0 15,0-10 0-15,10-9 1 16,-3-3-1-16,0-9 1 16,-1-16 0-16,5-6 0 15,-5-4 0-15,1-6 0 16,0-15-1-16,-4-1 1 16,4-5-1-16,0-10 0 15,3-10-1-15,-3 7 1 16,-4-7 0-16,-3-5 0 0,-8 2 0 15,-6 3 1-15,-8 7 0 16,-6 12 1-16,-4 7-1 16,0 12 0-16,0 13 0 15,-4 15 1-15,4 22-2 16,0 19 1-16,7 22-1 16,-4 19 0-16,4 22 0 15,0 16 0-15,0 12-1 16,0 0 1-16,-3-4-5 15,-1 1 1-15,4-19-10 16,0-15 1-16,0-16-15 16,-3-16 0-16,-1-16 0 15,-6-12 1-15</inkml:trace>
  <inkml:trace contextRef="#ctx0" brushRef="#br0" timeOffset="-116689.61">30632 13458 65 0,'-46'-59'32'0,"25"-10"-24"16,21 41 60-16,10-4-62 15,8-5 1-15,7 2 3 0,6-12 0 16,12-6-13-16,6 3 1 16,11 3 8-16,0 0 0 15,0 6-4-15,0 6 1 16,-14 4-1-16,-4 12 0 16,-7 7-1-16,-6 12 1 15,-8 15-1-15,-11 26 0 16,-3 16-1-16,-3 12 1 15,-4 9-1-15,7 3 0 16,7 1 0-16,4-10 0 0,10-6 1 16,0-10 0-16,4-18 0 15,0-19 1-15,-1-16-1 16,-2-16 1-16,-8-18-1 16,-7-19 1-16,-7-13-4 15,-10-9 0-15,-8-6-7 16,-7 2 0-16,-6 7-1 15,-5 10 1-15</inkml:trace>
  <inkml:trace contextRef="#ctx0" brushRef="#br0" timeOffset="-115822.98">31669 12875 118 0,'7'0'59'0,"0"22"-69"15,-7-9 80-15,0 15-71 16,-4 10 1-16,-3 9 0 0,4 9 0 16,-4 10 0-16,0 0 0 15,0 9 0-15,3-6 0 16,-3 0 0-16,4-13 1 16,-1-5-1-16,4-8 1 15,0-14 0-15,4-10 0 16,-1-4-1-16,4-12 0 15,7-31 0 1,0-13 0-16,-3 1 0 16,3-4 0-16,7-3 0 15,4 0 1-15,0 6-1 16,10 3 1-16,4 1-1 16,0 5 1-16,-4 10-1 15,0 3 1-15,-3 7-1 16,-7 3 1-16,-4 5-1 15,-4 11 0-15,-3 15 0 16,-3 6 0-16,-4 9 0 16,-3 10 0-16,-4 7 0 15,0 9 0-15,-4-10-1 16,-3-3 1-16,0-16-1 16,3-2 0-16,1-10 0 15,3-13 0-15,0-9 0 16,7-12 0-16,4-13 0 15,6-7 1-15,1-5 0 16,3-1 1-16,7 3-1 0,-3 1 1 16,3-4 0-16,-3 13 0 15,3 3 0-15,0 0 0 16,-3 7-1-16,3 5 0 16,0 7 0-16,-6 0 0 15,-1 9 0-15,-4 7 0 16,1 9 0-16,3 9 0 15,-3 7 0-15,-1 3 1 0,1-1-1 16,0-5 0-16,-1-4-1 16,5-9 1-16,-1-9-1 15,3-13 0-15,-2-13 0 16,-1-9 0-16,-4-9 0 16,1-7 1-16,-7-3 0 15,-1-6 1-15,-3 3-1 16,4 4 1-16,-4-4 0 15,0 6 0-15,4 10-1 16,3-3 1-16,0 5-1 16,0 8 1-16,0 2-2 15,0 10 1-15,0 12 0 16,-3 13 0-16,-1 6-1 16,1 13 1-16,0 9-6 15,-1 12 0-15,-3-6-17 16,-7 1 0-16,0-13 0 15,-7-13 1-15</inkml:trace>
  <inkml:trace contextRef="#ctx0" brushRef="#br0" timeOffset="-115640.64">32516 12537 121 0,'3'-44'60'0,"22"-41"-97"0,-11 69 112 16,11 1-106-16,6-1 0 16,12 3 0-16,3-2 1 0</inkml:trace>
  <inkml:trace contextRef="#ctx0" brushRef="#br0" timeOffset="-115465.16">33345 12806 124 0,'-22'28'62'0,"-45"48"-83"16,39-45 104-16,-7 13-84 16,-4 6 0-16,-3 10-1 15,10-1 0-15,14 1 2 16,15-1 0-16,20 1-3 16,22-4 0-16,14-2 0 15,14-20 1-15,14-2-5 16,4-14 1-16,-7-14 0 15,-18-4 0-15</inkml:trace>
  <inkml:trace contextRef="#ctx0" brushRef="#br0" timeOffset="-114115.64">29824 14493 73 0,'-28'-25'36'0,"-15"-3"-39"16,26 22 16-16,-8 3-15 15,-10-1 1-15,-11 4 11 16,-7 0 0-16,-11 0-4 15,-6 0 0-15,-1-6 6 16,1 6 1-16,6-6 1 16,4 3 1-16,4 0-6 15,10 9 0-15,11 6-6 0,14 17 0 16,10 18-4 0,14 22 0-16,8 15-2 0,10 7 0 15,7 16-1-15,4 3 1 16,-7-13 2-16,-4-12 1 15,-10-10 2-15,-8-16 1 16,-13-15 1-16,-15-19 0 16,-10-12-1-16,-22-13 0 15,-6-6-5-15,-4-7 0 16,10-3-9-16,8-2 1 16,10-4-16-16,14-7 1 0,11-2 0 15,21 0 1-15</inkml:trace>
  <inkml:trace contextRef="#ctx0" brushRef="#br0" timeOffset="-113297.73">29870 14804 124 0,'-4'22'62'0,"-21"-13"-102"16,22-6 128-16,3 7-92 16,7 5 0-16,4 10-3 15,3 7 0-15,7-1 9 16,4-3 0-16,10 1-5 0,7-14 0 16,8-2 3-16,-1-10 1 15,4-6 1-15,3-7 1 16,1-8 0-16,-4-11 0 15,-7-5-1-15,-4-1 0 16,-7-2-1-16,-7-1 0 16,-3 10-1-16,-7 3 0 15,-8 3 0-15,-3 16 0 16,-3 12 0-16,-4 13 1 0,0 21-1 16,0 20 0-16,-11 28-1 15,-6 6 1-15,-19 12-1 16,-2 7 1-16,-12 0-1 15,-10 3 1-15,-3-15 0 16,-4-17 0-16,0-5-1 16,3-20 1-16,8-15 0 15,10-16 1-15,18-12-1 16,17-19 0-16,22-13 0 16,24-15 0-16,28-22 0 15,19-16 1-15,20-10-1 16,18-9 0-16,14-15 0 15,10-4 0-15,-6-6 0 16,-11 1 1-16,-3-4-1 16,-19-7 0-16,-13 4 0 15,-21 16 1-15,-22 8-1 16,-21 14 0-16,-17 12 0 16,-18 19 0-16,-14 12 0 15,-8 19 1-15,-6 13 0 0,3 22 0 16,8 12-1-16,6 22 1 15,7 25 0-15,11 16 0 16,11 10-1-16,7 2 1 16,-1 4-1-16,-6-7 0 31,-18-6 1-31,-7-19 1 16,-11-21-1-16,4-20 0 15,0-15 0-15,7-13 0 0,7-15-3 16,7-13 1-16,10 3-6 15,8 4 1-15,10-1-9 16,14 3 0-16,1 13-1 16,-8 10 1-16</inkml:trace>
  <inkml:trace contextRef="#ctx0" brushRef="#br0" timeOffset="-112945.1">28198 15911 126 0,'-18'15'63'0,"166"-33"-85"0,-77-1 103 16,56-10-82-16,42-14 0 16,50-11-5-16,42-5 1 15,21-7 4-15,18 3 0 0,-7 10-4 16,-29 9 0-16,-20 16-6 15,-36 9 1-15,-35 9 1 16,-36 10 1-16</inkml:trace>
  <inkml:trace contextRef="#ctx0" brushRef="#br0" timeOffset="-112515.02">27062 14073 111 0,'-46'-3'55'0,"74"-10"-70"0,4 23 73 15,24-16-60-15,32-7 0 16,43 0 1-16,45-2 0 16,50-7 2-16,49-3 1 15,43-3-2-15,52 6 1 16,29-4 1-16,24-2 1 0,15 3-1 15,6 3 0-15,-7 0 0 16,-24 3 0-16,-35 1-2 16,-43 2 1-16,-42 3-9 15,-43 1 0-15,-49 2-1 16,-46 14 1-16</inkml:trace>
  <inkml:trace contextRef="#ctx0" brushRef="#br0" timeOffset="-105435.37">22433 12866 44 0,'-7'9'22'0,"0"1"8"0,7-10 23 15,7 0-45-15,4 0 1 16,10-7 3-16,7-2 1 0,0-4-18 15,0 4 1-15,1 0 10 16,-1 2 0-16,-7 4-4 16,0 6 0-16,-7 4-3 15,-3 5 1-15,-7 4 0 16,-4 9 0-16,-4 6 0 16,0 7 1-16,4-4 0 15,4 1 0-15,3-7 0 16,7 7 0-16,4-7 0 15,6-9 0-15,12-4-1 16,-1-5 0-16,4-4 0 16,-4-6 1-16,-3-3 0 15,-4-3 1-15,0-4 0 16,-10 1 1-16,-7-1 0 16,-8 1 1-16,-6 6-1 15,-8-3 0-15,-3 2-4 16,-18-2 1-16,0 3-23 15,4-13 1-15</inkml:trace>
  <inkml:trace contextRef="#ctx0" brushRef="#br0" timeOffset="-68239.81">3958 7943 77 0,'7'-113'38'0,"4"47"-30"0,-11 50 39 0,0 0-44 15,0 4 0-15,0 6 4 16,-11 12 0-16,1 3-8 16,-1 16 0-16,4 13 6 15,-4 28 0-15,1 6-1 16,-1 16 0-16,1 6-1 15,-4 19 0-15,3-7-1 16,7-5 1-16,-6-10-1 16,-1-7 0-16,4-8-2 15,0-17 0-15,4-12-3 16,3-9 1-16,-7-10-7 16,7-9 1-16,7-7-1 0,-4-15 0 15</inkml:trace>
  <inkml:trace contextRef="#ctx0" brushRef="#br0" timeOffset="-66986.5">4364 7833 81 0,'0'-44'40'0,"0"-25"-33"0,0 50 38 0,0-9-44 16,-11 3 1-16,-3-3 4 16,-7-1 0-16,-4-2-6 15,-21 6 1-15,4 0 4 16,-7 6 1-16,-8 13-1 16,4 6 0-16,-7 9-1 15,0 7 0-15,-10 6-2 16,-1 9 0-16,-3 10-1 15,4 0 1-15,6 15-2 16,4 19 1-16,-7 10-1 16,14 6 0-16,-7 3 0 15,11 6 1-15,10 7-1 16,7 6 1-16,8-13-1 16,10-6 0-16,14 0 0 15,10-3 1-15,11 0-1 16,7-9 0-16,11-1 0 0,4-12 0 15,-1-15 0-15,25-4 0 16,0-13 0-16,7-5 0 16,4-23 0-16,-1-9 0 15,4-15 0-15,18-20 1 16,-3-12-1-16,-1-3 0 16,-14-7 0-16,-4-5 0 15,-6-7 0-15,-7-3 0 16,-4-4 0-16,-11-8 0 0,-10-7 0 15,-11 3 1-15,-10 6 0 16,-8 1 0-16,-10-4-1 16,-10 4 1-16,-12 2-1 15,-6 7 1-15,0 6-1 16,-11 4 0-16,-3 2 0 16,-18 7 1-16,0-1-1 15,-11 14 0-15,4 11 0 16,-3 7 0-16,-1 13 0 15,-10 9 0-15,-7 6 0 16,0 19 0-16,7 4 0 16,-4 11 0-16,14 20 0 15,8 3 0-15,3 12 0 16,0 6 0-16,21 7 0 16,0 16 0-16,11 12 0 15,14-3 0-15,3 3 0 16,15 3 0-16,13-9 0 15,5-13 0-15,6-9-1 0,14-16 0 16,15-19 1-16,24-9 0 16,0-13 0-16,-3-12 0 15,6-19 0-15,11-22 0 16,8-12 1-16,3-17 0 16,-8-14-2-16,-6-17 0 15,-4-12 1-15,-3-13 0 16,0-2 0-16,-15 5 0 0,-20 4 0 15,-19-10 1-15,-13 13 0 16,-18 6 0-16,-18 9-1 16,-13 7 1-16,-5 9-1 15,-6 7 0-15,-18 9 0 16,-21 6 0-16,3 15 0 16,-3 11 0-16,0 11 0 15,3 17 0-15,-13 5 0 16,-5 14 0-16,5 18 0 15,2 19 0-15,12 9 0 16,6 13 0-16,11 12 0 16,7 19 0-16,15 16 0 15,6 6 0-15,14 13-1 16,18-10 1-16,18-12-1 16,7-19 0-16,31-26 0 15,11-21 1-15,14-28 0 16,11-35 0-16,24-34 0 15,4-32 0-15,0-22 0 16,-10-15 0-16,-8-19-1 0,-3-4 0 16,-18 1 1-16,-14 12 0 15,-28 13 0-15,-15-3 1 16,-17 15 0-16,-17 10 0 16,-22 12-7-16,-7 10 1 15,-38 9-2-15,-15 13 0 16</inkml:trace>
  <inkml:trace contextRef="#ctx0" brushRef="#br0" timeOffset="-65608.12">6696 7403 81 0,'-32'-100'40'0,"36"47"-32"0,3 46 40 16,-7 1-48-16,0 9 1 0,-11 13 3 15,4 31 1-15,-4 19-4 16,-3 18 0-16,0 14 3 16,0 24 1-16,-4 19 0 15,8 10 1-15,-1 18-2 16,1-3 0-16,-1 16-2 15,8 0 1-15,3-16-1 16,0-12 0-16,0-7-2 16,0-12 1-16,0-16-1 15,-4-19 1-15,0-15-3 16,4-19 0-16,-3-13-12 16,-1-15 0-16,4-26 0 15,-3-24 1-15</inkml:trace>
  <inkml:trace contextRef="#ctx0" brushRef="#br0" timeOffset="-60547.42">6703 7231 89 0,'-25'-13'44'0,"22"10"-49"0,6 3 56 0,8-3-52 16,-1 3 1-16,8 0 0 16,0 0 0-16,3-3 0 15,7-3 1-15,14-1 1 16,8 1 1-16,6-3 1 16,1 5 0-16,10 1 0 15,10 13 0-15,22-1 0 16,10-3 0-16,22-2-3 15,17-1 1-15,0-10-1 16,11-5 0-16,10 2-1 16,4 1 0-16,0-7 0 0,7 10 1 15,3-3-1-15,-3 2 1 16,14 4 0-16,4 0 0 16,17-3 0-16,4-4 0 15,10-2 0-15,7-4 1 16,-3-6-2-16,7-3 1 15,-3-6-1-15,-1-4 1 16,0 1-1-16,-6 3 1 16,9 5-1-16,-16 8 1 15,-1 14-1-15,0-2 1 16,-7 6 0-16,11 6 1 0,-14-9-1 16,3-6 0-16,-3-7 0 15,3-3 0-15,0 1 0 16,-14-4 0-16,-3 6-1 15,-15 7 0-15,-14-1 0 16,-13 4 1-16,-12 3-1 16,-10 3 0-16,-7 6 0 15,0 0 0-15,-14-3 0 16,4 1 1-16,-8-1-1 16,4 0 1-16,-14 0 0 15,-15 0 0-15,-10 3-1 16,-14 1 1-16,-10-1-1 15,-11 3 1-15,-1 4-1 16,-9-1 1-16,-5 10-1 16,-6 3 1-16,3 7-1 15,0-1 1-15,1 7-1 0,-5 3 1 16,-3-1-1-16,-3 1 1 16,-1 9-1-16,-6 10 0 15,-4 9 0-15,0 3 1 16,-4 3-1-16,1 4 0 15,-4 5 0-15,0 17 1 16,3 5-1-16,1 1 0 16,-1-4 0-16,1 4 0 15,3 0 0-15,0-7 0 16,0-3 0-16,0-6 0 0,0-9 0 16,-4-7 1-16,4-6-1 15,4-6 0-15,-1-1 0 16,1-2 0-16,-1 3 0 15,4-10 0-15,0-3 0 16,0-9 0-16,-3-7 0 16,-4-5 0-16,0-4 0 15,-4-10 1-15,1 1-1 16,-8 0 0-16,-3-7 0 16,-10-3 0-16,-8 4 0 15,-7-4 0-15,-3-3 0 16,-15 0 0-16,-3-3 0 15,-7 0 0-15,-10 0 0 16,-5 7 0-16,-16-7 0 16,-8 0 0-16,0-4 0 15,-10 1 0-15,-15 3 0 16,1-3 0-16,-8 3 0 0,4 3 0 16,-7 0 0-16,0 4 0 15,10-1 0-15,-6 0 0 16,-5 7 0-16,-6-4 0 15,4 1 0-15,-5 2 0 16,-6-2 0-16,4-1 0 16,-1-6 0-16,-7 0 0 15,0 0 0-15,11 7 0 16,-4-7 0-16,-10 3 0 16,3 0 0-16,4 4 0 0,-14-7 0 15,0 0 0-15,3-3-1 16,-18 0 1-16,1-3 0 15,-11 3 0-15,-11 0-1 16,4 6 1-16,-11-3 0 16,4 4 0-16,7 5-1 15,-7 1 1-15,7 6 0 16,-11-1 0-16,4-2 0 16,7 0 0-16,-3-7 0 15,-5-3 0-15,15-2 0 16,-10 2 0-16,3 10 0 15,14-7 0-15,3 7 0 16,15 6 0-16,17 6 0 16,15 0 0-16,6-3 0 15,4-6 0-15,14-3 0 16,11-4 0-16,17-2 0 16,8-10 0-16,13 3 0 15,11-10 0-15,7 1 0 0,8-3 0 16,6 6-1-16,4-7 1 15,6 4 0-15,5-3 0 16,6 5 0-16,1-5 0 16,3 3 0-16,0-10 0 15,3-6 0-15,4-6 0 16,0-7 0-16,7-9 0 16,-3-6 0-16,3 0 0 0,-4 0 0 15,4-7 0-15,-7 1 0 16,-7-7 0-16,4 4 0 15,3-4 0-15,0-6 0 16,10-3 0-16,-10-13 0 16,11-18 0-16,-1-1 0 15,8-2 0-15,-7 12 0 16,-1 6 0-16,4 13 0 16,-7 6 0-16,0 12 0 15,-3 4 0-15,3 6 0 16,4 0 0-16,-8 3 0 15,4 0 0-15,7 0 0 16,0-6 0-16,0-3 0 16,4-1 1-16,-7 1-1 15,6 3 0-15,-6 6 0 16,-8 0 0-16,5 13-1 16,-8 2 1-16,0 11 0 0,0-4 0 15,0 12 0-15,0-2 0 16,0 5 0-16,3-8 0 15,1-4 0-15,3 0 0 16,3 0 0-16,-3 0 0 16,0 4 0-16,4 2 0 15,-11 4-1-15,10-1 1 16,-6 7 0-16,7 3 0 16,13 3 0-16,1 1 0 0,10-1 0 15,4 0 0 1,7-6 0-16,7 0 0 0,7-1 0 15,7-2 0-15,18 6 0 16,-11 0 0-16,10-3 0 16,-6 0 0-16,7 0 0 15,10 3 0-15,11 3 0 16,-1-6 0-16,1 0 0 16,4-4 0-16,13 4 0 15,-3-3 0-15,7-4 0 16,4-2 0-16,-1-1 0 15,8 1 1-15,-8-7-1 16,1 0 0-16,6 4-1 16,4-4 1-1,71-3 0 1,-28 3 1-16,-15 0-1 16,-10 0 0-16,-4 1 0 15,-3-1 0-15,-15 0 0 0,-3-6 0 16,4 6 0-16,-1-3 0 15,-6 3 0-15,-1 0 1 16,8 10-1-16,-7 3 0 16,-1-1 0-16,-3 1 0 15,0 9 0-15,0-6 0 16,0 13 0-16,-11-10 0 16,11 6 0-16,-3 0 0 15,6 0 0-15,-6-2 0 0,6-4 0 16,-3 6 0-16,0 10 0 15,-3-4 0-15,-1 1 0 16,-3-1 0-16,4 7-1 16,-4 0 1-16,7 0 0 15,-7-13 1-15,3 3-1 16,8 4 0-16,-1-7 0 16,-6-3 0-16,-8 3 0 15,4-2 0-15,4 2 0 16,-8-6 0-16,-3 0 0 15,0 0 0-15,3 0 0 16,4-3 0-16,-7-4 0 16,-4-2 0-16,-3 3 0 15,-3 3 0-15,-12 0 0 16,-10-4 0-16,-7 4 0 16,-14 0 0-16,-3 0 0 15,-11-3 0-15,-4 2 0 0,-3-2 0 16,-7 3 0-16,-4-6 0 15,-3 2 0-15,-4 1 0 16,-4 6 0-16,-3 3 0 16,1 3 0-16,-5 4 0 15,-6-1 0-15,-1 4 0 16,4 3 0-16,-3 5 0 16,-1 11 0-16,1-7 0 0,3 9 0 15,0 13 0-15,0 13 0 16,4 6 0-16,-1 0 0 15,1 12 0-15,-4-9 0 16,0 3 1-16,-7 10-1 16,0 6 0-16,0-1 0 15,0-2 0-15,0 0 0 16,0-1 0-16,0 1 0 16,0 0 0-16,-4 6 0 15,4-10 0-15,-3-2 0 16,-1-4 0-16,4-6 0 15,0-10 0-15,0-2 0 16,0-1 0-16,4-2 0 16,-1 5 0-16,4-6 0 15,0-9 1-15,0-3-1 16,1-6 0-16,-1-1 0 16,0-2 0-16,-4-7 0 15,-3 0 0-15,0-7-1 16,0-2 1-16,-7-3 0 0,0 6 0 15,-7-7 0-15,-4 1 0 16,-3-1 0-16,-7 4 0 16,-4-4 0-16,-3 1 0 15,-7-1 0-15,-8-2 1 16,-10-4-2-16,0-3 1 16,-7 4 0-16,0-4 0 15,-7-3 0-15,-7 3 0 0,-7 0 0 16,-15-3 0-16,1 0 0 15,-11 0 1-15,-17 0-1 16,-15 0 0-16,-3-3 0 16,-7 3 0-16,-11-6 0 15,7 6 0-15,-3-10 0 16,-4 4 0-16,0-4-1 16,-3 7 1-16,-11 0 0 15,0 3 0-15,-10 0-1 16,-11 10 1-16,3-1 0 15,-14 0 0-15,-6 7 0 16,-5 0 0-16,-2-1 0 16,2-2 0-16,-2-4 0 15,20 1 0-15,-10-4 0 16,7 0 0-16,21 1 0 16,-4-1 1-16,4 6-2 15,18-2 1-15,-4-1 0 16,0-2 0-16,4 5 0 0,10-3 0 15,0 1 0-15,4-7 0 16,7 3 0-16,17-9 1 16,4 0-1-16,4-6 0 15,3-1-1-15,11 4 1 16,10 3 0-16,7 3 0 16,0 3 0-16,-10 0 0 15,7 10 0-15,0-7 0 16,6 6 0-16,5-2 0 0,-1-1 0 15,11-6 0-15,-4 1 0 16,11-1 0-16,0 0-1 16,4 0 1-16,3 3 0 15,7 4 0-15,-4 5 0 16,12-5 0-16,-1 2 0 16,3-2 0-16,5-4 0 15,-5-3 0-15,4 0 0 16,1-3 0-16,-1 3 0 15,7-6 0-15,4 3 0 16,7-6 0-16,-8 3 0 16,8 0 0-16,0-4 0 15,3-5 0-15,8 2 0 16,-11-5 0-16,7-4 0 16,0-3 0-16,3-6 0 15,-7-4 0-15,11-12 0 0,0-3 0 16,4-3 0-1,-1 0 0-15,4 0 0 0,-7-10 0 16,4 1 0-16,3 2 0 16,-8 1 0-16,5-1 0 15,3-5 0-15,0-7 0 16,3-3 0-16,-3-13 0 16,8-3 0-16,2 3 0 15,-6 4 0-15,6 6 0 16,-3 12 0-16,0-3 0 15,4 7 0-15,-8-1 0 0,5 4 0 16,-1 2 0-16,0-2 0 16,3-1 0-16,4 1-1 15,7-1 1-15,1 1 0 16,-5 3 0-16,1 9 0 16,-7 3 0-16,-1 13 0 15,1 0 0-15,-8 6 0 16,4 3 1-16,-7 6-1 15,0 4 0-15,11 3 0 16,-8-10 0-16,4 3 0 16,4-9 0-16,7 7 0 15,3-4 0-15,-4-3-1 16,5 3 1-16,6 0 0 16,4 4 0-16,-4 2 0 15,14 1 0-15,0 2 0 16,15 1 0-16,10 2 0 15,11 1 0-15,-1-3 0 0,18-1 0 16,15 4 0-16,10-3 0 16,3-1 0-16,4 1 0 15,14-1 0-15,-3 4 0 16,10-6 0-16,4 2 0 16,10-2 0-16,0-1 0 15,11 1 0-15,0 2 0 16,7-9 0-16,14 1 0 15,-7-1 0-15,3-6 0 0,8-4 0 16,-4-18 0-16,4 4 0 16,-1 2 0-16,-10 3 0 15,-3 4 0-15,-1 9-1 16,-14 3 1-16,4 6 0 16,11 7 0-16,-15-1 0 15,4-2 0-15,7 5 0 16,-11 1 0-16,0 0 0 15,4-1 0-15,-7 4 0 16,-7 0 0-16,3 3 0 16,-7 3 0-16,1 4 0 15,-5 2 0-15,-3 4 0 16,8 5 0-16,-8 7 0 16,0-9 0-16,-3 3 0 15,-4-6 0-15,0-4 0 16,-11-9 0-16,-3 6 0 15,0-3 0-15,-7 0 0 0,-7-6 0 16,-7 3 0 0,-4-9 0-16,-10 9 0 0,-4 9 0 15,-7-2 0-15,-7 2 0 16,-6 0 0-16,-12 1 0 16,-7-1 0-16,-3 1 0 15,-7-4 0-15,-11 0 0 16,4 7 0-16,-11-4 0 15,-3 1 0-15,-1-1 0 16,-2 3 0-16,-1 10 0 0,-4 7 0 16,1 8 1-16,-1 10-1 15,-3 19 0-15,1 13 0 16,2-1 0-16,-3 4 0 16,0-1 0-16,0 4 0 15,-3 3 0-15,3 9 0 16,0-3 0-16,0-3 0 15,-4-3 0-15,1 9 0 16,-4 3 0-16,0 0-1 16,0 1 1-16,-4-10 0 15,-3-7 0-15,0 1 0 16,0-13 0-16,0 3 0 16,4-12 0-16,3 6 0 15,0-19 1-15,0-3-1 16,3-3 0-16,1-6 0 15,-1-4 0-15,1-2-1 16,-1 2 1-16,1-12-7 16,-4-6 1-16,0-10 0 0,0-18 0 15</inkml:trace>
  <inkml:trace contextRef="#ctx0" brushRef="#br0" timeOffset="9669.88">20567 6782 58 0,'3'-44'29'0,"12"1"-29"0,-12 33 30 0,-3 1-30 16,0-1 1-16,0 4 3 15,0 3 0-15,-7 3-1 16,4 3 1-16,-5 10 6 16,1 18 0-16,-3 10 0 15,-1 15 1-15,-3 13-2 16,-7 13 1-16,0 21-5 15,0 26 1-15,-29 137 0 16,29-118-4 0,0-14 1-16,3 8 0 15,4-4 1-15,0 3-1 16,7-13 0-16,7-12-1 16,4-12 1-16,3-10-3 15,3-13 1-15,1-15-5 0,3-16 0 16,0-12-18-1,0-16 0-15,-3-16 0 0,-4-21 1 16</inkml:trace>
  <inkml:trace contextRef="#ctx0" brushRef="#br0" timeOffset="14133.42">20465 6723 83 0,'0'-13'41'0,"-4"-9"-51"15,4 16 64-15,4 0-55 16,-1-4 1-16,1-5-1 16,3-4 1-16,0-3 1 15,3 0 0-15,4 3 2 0,4 0 0 16,0 0 1-16,14 10 1 15,3 0 0-15,4 9 1 16,6 0-1-16,12 0 0 16,3 0-3-16,7-7 0 15,21 4-1-15,4 3 0 16,3-12-1-16,7-1 1 16,8-3-1-16,10 1 1 15,0 2 0-15,3 1 0 16,4 5 0-16,11 4 0 0,-4 3 0 15,3 3 0-15,1 4 0 16,7-4 1-16,6-3-2 16,4 0 1-16,15 3-1 15,-1-6 0-15,8-3 0 16,13 2 1-16,-7-2-1 16,1 0 0-16,-1 3 1 15,-3 0 0-15,0 0-1 16,4-1 1-16,-8 4 0 15,7 0 0-15,8 7-1 16,3-7 0-16,14 0 0 16,-7-13 0-16,7 7 1 15,-3-4 0-15,-7-2 0 16,-1 2 1-16,-13 10-1 16,-1-15 1-16,-3 15-1 15,-7-3 1-15,7 0-2 16,-4-4 1-16,0 1-1 15,4 0 0-15,-7-1 0 0,-7 1 0 16,-7 6 0-16,-15-6 0 16,-13 9 0-16,-15 0 0 15,-10 3 0-15,-21 1 1 16,-18-1 0-16,-11 3 0 16,-10 1 0-16,-3-1 0 15,-5 10-1-15,1 0 1 16,-4 9-1-16,11 10 1 15,-7 6-1-15,0 12 0 0,-4 19 0 16,-7 1 0-16,-3 2 0 16,-11 13 0-16,0-10 0 15,-7 7 0-15,0 6 0 16,0 0 0-16,1 0 0 16,-1 7 0-16,3-4 0 15,4-6 1-15,0 6-1 16,1-3 0-16,-1-9 0 15,0-10 0-15,-4-9 0 16,-3-6 0-16,0-10 0 16,-3-9 0-16,-1-10 0 15,-3-6 0-15,0-6 0 16,-7-4 0-16,0 1 0 16,-7 0 1-16,-3 3-1 15,-5 6 0-15,-9-3 0 16,-1 6 0-16,-3-3 0 15,-8 0 0-15,1 0 0 16,-4-3 0-16,-3 0 0 16,-8 0 0-16,4 3 0 0,-7 0 0 15,0-3 0-15,4 0 0 16,-11 3 0-16,3-6 0 16,1 0 0-16,-11-4 0 15,7-2 0-15,-11 3 0 16,1-4 0-16,-8-6 0 15,-10 4 0-15,-8 2 0 16,-2-5-1-16,-15 2 1 0,-4-3 0 16,-13 1 0-16,-5 5 0 15,-9-2 0-15,-8-1-1 16,-10 4 1-16,-4-4 0 16,-4 0 1-16,-2-2-1 15,-8-4 0-15,-4 3 0 16,-3 3 0-16,-7 4 0 15,0 3 0-15,-4-4 0 16,-3 7 0-16,4 0 0 16,-5-7 0-16,5 1 0 15,3-4 0-15,0-2 0 16,17-7 0-16,-3-4 0 16,0-2 0-16,4-3 0 15,-1 3 0-15,1-1 0 16,10 7 0-16,-3-3 0 15,-1 3 0-15,1 0-1 16,3 0 1-16,4-6-1 0,-1 0 1 16,12-1 0-16,2-2 0 15,8-7 0-15,4 4 0 16,6 5 0-16,14 4 0 16,8 0 0-16,7 0 1 15,-4 0-1-15,7 0 0 16,14-4 0-16,4 7 0 15,7-3 0-15,0-6 0 0,7 3 0 16,10 3 1-16,4-7-1 16,7 4 0-16,7 0 0 15,8-4 1-15,9 1-1 16,5-1 0-16,6-5-1 16,7-7 1-16,4-10 0 15,4-5 0-15,3-17-1 16,3-8 1-16,1-1 0 15,-4 0 0-15,0 4 0 16,3-1 0-16,-3 1 0 16,0-4 0-16,4 3 0 15,0-9 0-15,-1-3 0 16,4 3 0-16,0 0 0 16,4-3 0-16,-1 0 0 15,1-3 0-15,-4 6 0 16,0 6 0-16,-3 6 0 15,-1 4 0-15,1 12 0 16,-1 4 0-16,4 5 0 16,4 4 0-16,6-6-1 15,5 2 1-15,-1-5 0 0,0 2 0 16,-3-2 0-16,-1 2 0 16,1 10 0-16,-4 0 0 15,0 0 0-15,0 6 0 16,0 6 0-16,4 4 0 15,0 0 0-15,6-4 0 16,12 1 0-16,13-10 0 0,0 6 0 16,11-6 0-1,4-3 0-15,3 3 0 0,3 0 0 16,4 3 0-16,4 0-1 16,7 7 1-16,3 2 0 15,4-2 0-15,6-1-1 16,8 1 0-16,14 6 0 15,4-4 1-15,10 1-1 16,10-1 1-16,12-2-1 16,2-1 1-16,8-2-1 15,11-1 1-15,-1 0-1 16,4 4 1-16,14-4-1 16,-4 0 1-16,11-3-2 15,4 1 1-15,14-4 0 16,0 3 1-16,-1 0-1 15,12-3 0-15,-8-6 0 16,4 3 0-16,-11 0 0 0,4 0 1 16,-4 3-1-16,-7 0 1 15,4 3 0-15,-8-3 0 16,1 3-1-16,-4 3 1 16,-7 4 0-16,0-1 0 15,-7 7 0-15,-4 0 0 16,-17 3 0-16,-7 0 0 15,-11 6 0-15,-7 0 0 16,-14 0 0-16,-10 0 0 16,-5 0 0-16,-2 4 0 0,-8 2 0 15,-7-3 1-15,-10 0-1 16,-7 1 1-16,-4-1 0 16,-11 3 0-16,-3 1 0 15,-10-4 0-15,-8 7 0 16,-3 2 0-16,-4 4 0 15,-3-3 0-15,-4 3 0 16,0-1 0-16,0 1-1 16,1 0 1-16,-1 0-1 15,4 3 1-15,-8 3-1 16,1 6 1-16,-4 7-1 16,4 9 1-16,-4 9-1 15,0 13 1-15,0 7-1 16,4 5 0-16,0-2 0 15,3 5 1-15,7 10-1 16,1 4 0-16,-5-4 0 16,1 0 0-16,-4-3 0 15,0-4 0-15,-6 1 0 0,-5 6 0 16,-3-9 0-16,4-3 0 16,-4-4 0-16,4-3 0 31,-4 13 0-31,0-13 0 15,-3-15 0-15,-4-4 0 16,-7-9 0-16,-4-3 0 16,-6-6 0-16,-1-4 0 15,-3-2 0-15,-7-1 0 0,-8-3 0 16,1 4 0-16,-4-10 0 16,-3 0 0-16,-7-4-1 15,-4-2 1-15,-3-3 0 16,-8-7 0-16,-6-3 0 15,-4 0 0-15,-7-6-1 16,-15 3 1-16,1 0 0 16,-7 3 0-16,-7 0 0 15,-8 3 0-15,-17 1 0 16,-3 5 0-16,-11 1 0 16,-11-7 1-16,-3 4-1 15,-8-1 0-15,-2-3 0 16,-1-6 0-16,0 3 0 15,-10 0 0-15,-1 4 0 16,-6-4 0-16,-4 9-1 16,-4-2 1-16,-10 6 0 0,-7-1 0 15,-4 1 0 1,-6 0 0-16,6-1 0 0,-7-2 0 16,8-7 0-16,-5-3 0 15,5 0 0-15,6-3 0 16,-3 0 0-16,7 3 0 15,0 1 0-15,-4 5 0 16,8 0-1-16,-1 1 1 16,8-1 0-16,3 1 0 15,0-4 0-15,3 0 0 0,18 7-1 16,1-13 1-16,9 0 0 16,5 0 0-16,10 6 0 15,7-3 0-15,-4 3 0 16,4 4 0-16,7 2 0 15,10 1 0-15,12-1-1 16,6-8 1-16,4-4 0 16,13-7 0-16,8-2 0 15,7-7 0-15,7 1 0 16,7-4 0-16,8 0 0 16,2 0 0-16,-6 0 0 15,10 0 1-15,4-2-1 16,3-8 0-16,7 1 0 15,1-6 0-15,2-7 0 16,5-13 0-16,6-14 0 16,8-20 0-16,3-13 0 15,3-12 0-15,4-6 0 16,4 13 0-16,-4 8 0 0,0 11 1 16,4 5-1-16,-1 10 0 15,1 3 0-15,-1-6 0 16,4-4 0-16,1 1 0 15,-1 0-1-15,3 5 1 16,1 1-1-16,0 10 1 16,-4 11 0-16,-4 4 0 15,1 13 0-15,3 3 0 16,-7 5 0-16,0 5 0 0,4 8-1 16,3-3 1-16,3 4 0 15,5-4 0-15,6-3 0 16,7-3 0-16,7-6 0 15,8 0 0-15,3-3 0 16,3 2 0-16,11 4 0 16,11 3 0-16,14 3-1 15,-1 1 1-15,12 2 0 16,13 3 0-16,15 1-1 16,-1-4 1-16,11 4 0 15,11-1 0-15,14 1 0 16,-1-1 0-16,8 0 0 15,7 1 0-15,4 3 0 16,17 2 0-16,-4 1 0 16,11-3 0-16,15-10-2 15,-5 3 1-15,15-3-1 16,-3 4 1-16,2-4-1 16,-6 0 1-16,7 6 0 0,-7 4 0 15,-4-7 1-15,4 4 0 16,-7-4 0-16,3 4 0 15,-3-1 0-15,-1-6 0 16,-6 13 0-16,-7-7 0 16,-1-5 0-16,-17 11 0 15,-7 1 0-15,-18-3 0 16,-10 5-1-16,-14 4 1 0,-8 4 0 16,-13 2 0-16,-15-6 0 15,-3 0 1-15,-1-6-1 16,-9 2 0-16,-8 4 0 15,-7 7 0-15,-7-1 0 16,-4 7 0-16,-10-1 0 16,-3 1 1-16,-8 5-1 15,-3-5 0-15,-7 3 0 16,-1-1 0-16,1 1 0 16,0 0 1-16,3 3 0 15,0-1 0-15,1 7 0 16,-1 10 0-16,-3 3 0 15,-8 2 0-15,1 17 0 16,-4-1 0-16,-3 4-1 16,-4 3 0-16,4-4 0 15,-4 7 0-15,3 0 0 16,5 12 1-16,2 4-1 16,1-4 1-16,3-3-1 0,0-2 0 15,-3 5 0-15,-7-6 0 16,-4 3 0-16,-7-6 0 15,3 13 0-15,1-13 1 16,3 0-1-16,-3-7 0 16,3 4 0-16,0-9 0 15,4-4 0-15,-1-6 1 16,1-3-1-16,-8-3 0 16,-3-4-1-16,1 1 1 0,-5 0 0 15,-3-7 0-15,-3 4 0 16,-1-4 0-16,0 0 0 15,-3-6 0-15,0 0 0 16,0-3 0-16,0-3-3 16,-3 0 1-16,-1-13-19 15,-14-6 1-15,-6-15-1 16,-8-67 1-16</inkml:trace>
  <inkml:trace contextRef="#ctx0" brushRef="#br0" timeOffset="125859.68">3203 5092 68 0,'-3'-22'34'0,"-36"-25"-24"0,32 41 34 15,7 0-44-15,7 2 1 16,0-8 0-16,14 6 0 16,0-1-2-16,7 1 1 15,4-3 1-15,0 9 1 16,7-3 0-16,0 9 0 0,-1-3 0 16,-9 6 1-16,-8 16-1 15,-18 19 1-15,-6 19 0 16,-8 9 0-16,-17 0-1 15,-4 4 0-15,-14 2-1 16,15 0 1-16,-1-12-1 16,4-6 0-16,10-7-1 15,7-6 0-15,8-9-1 16,6-7 1-16,8-12 0 16,7 3 0-16,-1-3 0 15,4-7 1-15,1 4-1 16,6-7 0-16,-3-9 0 15,10 0 0-15,14-25 0 16,1-3 0-16,-1-22 0 16,11-10 0-16,0-9 0 15,-11-15 0-15,-13-17 0 16,-1 1 1-16,-14 3-1 16,-3 15 1-16,-18-2 0 0,-7 2 0 15,-25-3 0-15,-25-2 0 16,-6 8 0-16,-4 13 0 15,-11 22 0-15,-3 10 0 16,-28 18-1-16,-1 35 0 16,8 22 0-16,3 15 1 15,-17 16-1-15,3 35 0 16,14 12-1-16,11 22 1 16,25 29 0-16,24 15 0 0,28-13 0 15,36-6 0-15,21-25 0 16,24-21 0-16,29-30 0 15,14-17 0-15,14-36 0 16,11-27 0-16,13-32 0 16,-3-22 1-16,-10-13-1 15,14-8 0-15,-15-17 1 16,-6-15 0-16,-29-7 0 16,-14 1 1-16,-21-10 0 15,-24-16 0-15,-26 7 0 16,-24 0 0-16,-46 6-1 15,-24 12 0-15,-43 20 0 16,-39 21 0-16,-21 22-7 16,-35 25 0-16,-14 32 0 15,-22 28 0-15</inkml:trace>
  <inkml:trace contextRef="#ctx0" brushRef="#br0" timeOffset="127317.91">3231 13518 98 0,'-42'3'49'0,"7"47"-44"0,35-43 49 16,-4-4-54-16,4 3 0 15,0-6 0-15,4 6 0 16,3-6 0-16,11 3 0 15,3-9 0-15,7 0 1 0,4-4 0 16,6 10 0-16,1 0 0 16,11 4 1-16,10-4-1 15,-14 6 1 1,-1 0-2-16,-6-3 1 0,-7 4 0 16,-11 2 0-16,0 4-1 15,-10 2 0-15,-4-2 0 16,-11 12 0-16,1 6 0 15,-1 4 0-15,-13 9 0 16,6 3 0-16,8 6 0 16,3 3 0-16,0-2 0 15,3-1 1-15,4-9-1 16,4-6 0-16,-11-7 0 16,3 0 0-16,-3-3 0 15,-3 1 0-15,-8-7 0 16,1 3 0-16,-8 3 0 0,0-6 0 15,-3 3 0-15,0 3 0 16,-11 4 0-16,4 2 0 16,-4 7 0-16,4-4 0 15,-4-5 0-15,4-4 0 16,10-15 0-16,8-4 0 16,6-6 0-16,4-9 0 15,11-4 0-15,10 4 0 16,7 0-1-16,8 6 1 15,9 9 0-15,5 1 0 0,-1 12-1 16,1-7 1-16,-8 7 0 16,0 0 1-16,-6 0-1 15,-12 3 0-15,-10 4 0 16,-10 2 0-16,-15 10 0 16,-31 12 1-16,-18 13-1 15,-25 9 0-15,1 0-1 16,-36-3 1-16,3 1 0 15,8-20 0-15,21-16-8 16,14-18 0-16,17-12 0 16,15-26 1-16</inkml:trace>
  <inkml:trace contextRef="#ctx0" brushRef="#br0" timeOffset="127901.31">3690 13361 97 0,'-63'-47'48'0,"-8"-15"-51"0,53 46 56 0,-13 0-53 16,-19 4 0-16,-10-1 1 16,-39 10 0-16,1 15-1 15,-8 17 1-15,-4 21 0 16,-2 31 1-16,-8 32-1 15,10 44 0-15,19 37 0 16,24 45 0-16,14 21-1 16,28 3 1-16,32-5-2 15,42-20 0-15,15-40-1 16,21-42 1-16,24-27-1 16,21-35 0-16,1-31-1 15,21-32 0-15,-4-34 2 16,0-38 0-16,-10-37 1 15,-8-32 1-15,4-31 1 16,-10-13 0-16,-22-37 3 0,-31-10 0 16,-29-15-1-16,-25-7 1 15,-45 10-2-15,-25 19 1 16,-17 30-4-16,-22 23 0 16,-31 28-8-16,38 29 1 15,-49 2-19-15,0 4 1 16,7 3-1-16,28-4 0 15</inkml:trace>
  <inkml:trace contextRef="#ctx0" brushRef="#br0" timeOffset="128201.99">4258 10473 103 0,'-42'-15'51'0,"24"43"-76"15,15-13 104-15,-19 26-79 16,-2 34 0-16,-1 20-1 15,-14 39 1-15,11 14-2 16,-4 9 0-16,4-10-9 0,7-3 0 16,10-22-1-16,4-21 1 15</inkml:trace>
  <inkml:trace contextRef="#ctx0" brushRef="#br0" timeOffset="128839.74">3997 10705 108 0,'-18'-50'54'0,"15"16"-68"0,6 21 82 0,4 4-70 16,-3-4 0-16,-8 7-3 16,-6 3 1-16,-11 9 4 15,-8 16 1-15,-20 9-4 16,0 10 1-16,-18 9 2 15,-4 3 0-15,1 4 1 16,6 6 1-16,8 3 0 16,13 12 0-16,8-6-1 15,14-6 1-15,7-13-3 16,24-9 0-16,4-22-1 16,22-19 1-16,24-28-1 15,10-19 1-15,4-15 0 16,4-17 0-16,3-21 2 15,18 0 0-15,-11 3 0 16,-7-6 1-16,-21 5 0 16,-11-5 0-16,-17-3-1 0,-25 12 1 15,-38 12-1-15,-19 20 1 16,-20 18-1-16,-29 25 0 16,-21 35 0-16,0 31 0 15,0 29-1-15,0 30 1 16,11 29-1-16,13 19 0 15,43 31-1-15,36 4 1 16,34-7-1-16,15-19 0 16,39-28 0-16,35-22 0 15,3-41 0-15,22-34 1 0,13-44 0 16,1-32 1-16,-8-34 0 16,-6-44 1-16,-22-15 1 15,-10-20 0-15,-28-21-1 16,-50 3 0-16,-28 18 0 15,-25 17 0-15,-28 27-6 16,-49 38 0-16,-22 32-2 16,-38 25 1-16</inkml:trace>
  <inkml:trace contextRef="#ctx0" brushRef="#br0" timeOffset="90605.44">818 8504 100 0,'60'110'50'0,"-38"-82"1"0,-22-28-51 0,21 25 0 16,7 6 1-16,11-6 1 16,10-12 0-16,36-19-1 15,38-29 1-15,29-49 2 16,49-20 0-16,18-28 0 15,10-15 1-15,-3 6-2 16,-14 9 1-16,-15 7-4 16,-35 6 0-16,-6 15-22 0,-33 16 0 15,-28 7 0-15,-42-10 0 16</inkml:trace>
  <inkml:trace contextRef="#ctx0" brushRef="#br0" timeOffset="91192.62">953 5023 89 0,'-124'-16'44'0,"4"57"-34"0,99-6 44 15,-7 21-54-15,10 19 1 16,-3 13-1-16,14 0 1 0,14-3-2 16,14-23 1-16,35-24 0 15,36-35 1-15,35-34 0 16,46-29 0-16,14-53 0 16,35-6 0-16,-24 0 2 15,-18 6 0-15,-14 13-1 16,-25 15 1-16,-21 22-3 15,-18 26 0-15,-17 24-1 16,-25 32 0-16</inkml:trace>
  <inkml:trace contextRef="#ctx0" brushRef="#br0" timeOffset="91768.51">1080 13515 108 0,'-60'-22'54'0,"17"31"-52"15,43 1 54-15,-7 21-56 16,4 22 0-16,-4 23-1 15,0 24 1-15,14 0 0 16,3-9 0-16,18-15-1 16,11-26 1-16,21-31 0 15,42-45 1-15,36-42 1 0,53-36 0 16,20-28 0 0,43-12 1-16,-3 6-1 0,27-9 1 15,-31 18-11-15,-3 23 1 16</inkml:trace>
  <inkml:trace contextRef="#ctx0" brushRef="#br0" timeOffset="214722.08">6227 12289 82 0,'0'0'41'0,"49"25"-40"0,-21-19 41 15,22 10-42-15,20-4 0 16,22 4 0-16,31 3 0 15,22 6-1-15,24 6 1 16,18 7 0-16,25 3 0 16,31-4 0-16,22 4 0 0,21-6 0 15,35-1 0-15,17-9 0 16,29-6 1-16,21-13 0 16,22-3 1-16,9-15-1 15,22-7 1-15,7-9 1 16,-3 0 1-16,-1-4-2 15,4-5 1-15,-10-4-1 16,-8-16 0-16,-14-5-1 16,-3-1 1-16,-18-12-2 15,-21-13 0-15,-24-6 0 16,-22-10 1-16,-29 1 0 16,-34 3 0-16,-39 2 0 15,-39 4 1-15,-32-3-1 16,-28 3 1-16,-35 6-1 15,-36 4 1-15,-24-4-1 16,-32-13 1-16,-32-8-2 16,-35 5 1-16,-35-6-1 15,-43 10 1-15,-38-16-1 0,-36 6 0 16,-42 7-1-16,-35 9 1 16,-15 9 0-16,-38 13 0 15,-7 12 0-15,-1 10 0 16,-24 6 0-16,-3 13 0 15,-15-4 0-15,-14 20 0 16,-10 8 0-16,-18 17 0 16,-14 6 0-16,-21 18 0 15,-22 7 0-15,15 15 0 0,17 19 0 16,32 10 0-16,18 0 0 16,21 3 0-16,28 3 0 15,32 12 0-15,46 10 0 16,38 0 0-16,26 6-1 15,45 10 1-15,49 5-10 16,68-2 1-16,63 0 0 16,74-7 0-16</inkml:trace>
  <inkml:trace contextRef="#ctx0" brushRef="#br0" timeOffset="-213864.32">20316 11630 101 0,'8'44'50'0,"20"-53"-59"16,-4 15 67-16,29 7-61 15,36 5 1-15,34 4-5 16,50 13 0-16,49-1 6 15,46-2 0-15,67-7-4 16,50-10 1-16,56-5 2 16,49-13 1-16,39-4 3 15,32 4 1-15,25 6 1 16,17 7 0-16,4 6-2 0,10 2 1 16,-17 4-5-16,-11-6 1 15,-35-10-4-15,-39-15 1 16,-56-19 0-16,-64-23 0 15,-60-11 5-15,-56-13 1 16,-61-10 3-16,-52-22 0 16,-56-6 3-16,-58-9 0 15,-52-10-2-15,-49-12 1 16,-64-13-5-16,-53-6 1 0,-59-3-3 16,-58-6 0-16,-31 12 0 15,-45-13 0-15,-40 13-1 16,-35 10 1-16,-18 18-1 15,-24 16 0-15,-18 0 1 16,-7 16 0-16,-17 12-1 16,3 22 1-16,7 19 0 15,3 25 0-15,1 22 0 16,13 25 0-16,15 22-1 16,21 19 1-16,7 19-1 15,14 31 1-15,25 22-1 16,21 18 1-16,21 42 0 15,50 0 0-15,52 12-1 16,74-13 1-16,64-15 0 16,71 6 1-16,74-6-1 15,80-3 1-15,96 3-1 16,110-13 0-16,98-18-21 0,92-20 1 16,67-34-1-16,14-43 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6:13:44.8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2762 1856 95 0,'-7'-63'47'0,"21"92"-42"0,-3-17 47 15,-8 10-50-15,8 16 0 16,0 31 2-16,-1 56 0 16,4 38-5-16,7 97 1 15,-6 70 2-15,20 71 1 16,-10 35-1-16,20-3 1 15,5-23-1-15,-11-24 0 0,-4-41 0 16,0-28 0-16,-14-32-1 16,8-25 0-16,-15-34-4 15,3-28 0-15,-10-35-13 16,-7-41 1-16,0-37-1 16,4-38 0-16</inkml:trace>
  <inkml:trace contextRef="#ctx0" brushRef="#br0" timeOffset="928.33">2829 1696 97 0,'-67'-9'48'0,"35"27"-58"0,32-14 69 15,4 8-59-15,14 10 0 16,10 3 0-16,42 3 1 0,29-2-1 15,35-8 1-15,60-8 0 16,57-4 1-16,31-25 0 16,57-6 1-16,56-13-1 15,42 4 1-15,43-10-1 16,21-9 0-16,10 9-1 16,-6-3 1-16,-11-3-1 15,-39 3 1-15,-25 6-1 16,-24 19 1-16,-50-9-1 15,-38 27 0-15,-54 14 0 16,-38 5 1-16,-46 14-1 16,-28 15 0-16,-29 18 0 15,-17 29 1-15,-25 32-1 16,-14 33 0-16,-7 36 0 16,-7 27 0-16,-3 29-1 15,2 37 0-15,1 7 0 16,7 21 1-16,7 14-1 15,4-8 1-15,7 17-1 0,-4-22 1 16,0-13-1-16,-7-29 1 16,7-11-1-16,-11-23 0 15,-10-22 0-15,-14-21 0 16,-18-16 0-16,-17-23 0 16,-22-33 0-16,-24-20 1 15,-29-25-1-15,-31-21 0 16,-39-23-1-16,-46-18 1 0,-50-13-1 15,-27 0 0-15,-47-6-1 16,-27 0 1-16,-26 6 0 16,-17 7 0-16,-17-1 0 15,-15 0 0-15,4 4 1 16,10 0 0-16,-3-1 0 16,-4-6 0-16,29 1 0 15,17-1 1-15,39-3-1 16,18 0 0-16,38 3 0 15,25 4 0-15,18-1 1 16,31 1 0-16,29-1-1 16,24 0 0-16,15 1 0 15,14-4 0-15,20-6 0 16,12-12 0-16,17-10 0 16,10-22 1-16,12-25-1 15,6-19 1-15,11-22-4 16,0-9 1-16,10-3-13 15,-3 9 0-15,0-6-1 16,3-10 1-16</inkml:trace>
  <inkml:trace contextRef="#ctx0" brushRef="#br0" timeOffset="2055.03">2692 348 97 0,'-92'-19'48'0,"-7"38"-56"16,71-7 66-16,-21 29-58 16,-1 22 0-16,-10 28-1 0,0 18 1 15,-10 20 0-15,24 28 0 16,11-10 0-16,28-3 0 16,17-12 0-16,18-6 0 15,22-32 0-15,20-19 1 16,18-25 0-16,15-28 1 15,13-31-1-15,18-26 1 16,0-18-1-16,-3-19 1 0,-1-44-1 16,8-10 0-16,-15-15 0 15,-3-22 0-15,-14 6-1 16,-25 13 1-16,-14 0 0 16,-14 18 0-16,-25 29 0 15,-6 16 1-15,-19 18-1 16,-6 22 0-16,-19 22 0 15,-13 26 0-15,-11 30-1 16,-14 35 1-16,-3 29-1 16,3 30 0-16,11 14 0 15,13 11 0-15,19-8 0 16,17-20 0-16,17-9 0 16,22-21 1-16,21-23-1 15,4-25 1-15,13-22-1 16,4-18 1-16,7-20-1 15,11-24 1-15,-7-19-1 16,-11-4 1-16,7-21-1 16,-10-4 1-16,-15 1-1 15,-3-1 1-15,-14 4-1 0,-14 6 1 16,-21 18-1-16,-11 7 1 16,-11 13-1-16,-10 18 1 15,-11 25-1-15,-7 20 0 16,-10 11 0-16,-8 17 0 15,15 2-1-15,3 4 1 16,18-6 0-16,14 2 0 16,18-12 0-16,13-6 0 0,8-13 0 15,0-25 0-15,14-12 0 16,14-4 0-16,-7-21 0 16,14-4 0-16,-4 4 0 15,4-10 1-15,-17 9-1 16,-1 7 0-16,-17 0 0 15,-4 12 0-15,-7 10 0 16,-17 15 0-16,-8 4 0 16,-7 15 0-16,-17 7-1 15,7 2 1-15,-7 10-1 16,7 7 0-16,0-1-6 16,10 7 1-16,11-17-17 15,14-5 1-15,7-19-1 16,14-13 1-16</inkml:trace>
  <inkml:trace contextRef="#ctx0" brushRef="#br0" timeOffset="2318.69">5729 730 78 0,'28'-50'39'0,"-17"3"-43"0,-11 28 65 15,-11 4-58-15,-10 5 1 16,-14-9 2-16,-14 19 0 15,-15 0-7-15,-10 10 0 16,0 24 5-16,7-15 1 16,-4 44-3-16,18 9 1 0,15 0-2 15,20 16 1-15,18 3-2 16,21 15 0-16,4-18 0 16,-1-16 0-16,-6-6-1 15,-14-6 1-15,-19-7-1 16,-6-9 1-16,-7-16-11 15,-14-12 1-15,3-13 0 16,0-12 0-16</inkml:trace>
  <inkml:trace contextRef="#ctx0" brushRef="#br0" timeOffset="2697.63">6555 686 94 0,'10'-31'47'0,"-20"53"-52"15,-8-19 62-15,-14-6-56 16,-24 15 0-16,-15 4 2 0,1 3 1 16,-1 0-4-16,4 0 1 15,18-1 2-15,13 4 0 16,22 7 0-16,25-11 0 15,24 20-1-15,32 6 0 16,18 6-1-16,-4-3 0 16,-3 13-1-16,-18-4 1 0,-22 4-1 15,-20-7 0-15,-32-6-1 16,-43-12 1-16,-31 2-6 16,-18-2 1-16,-17-10-7 15,14-16 0-15,20 1 0 16,19-20 0-1</inkml:trace>
  <inkml:trace contextRef="#ctx0" brushRef="#br0" timeOffset="2882.54">7264 843 64 0,'21'-12'32'0,"-14"2"-14"16,-7 13 27-16,-7 4-40 15,3 8 0-15,-10 7 6 16,0 6 0-16,-7 4-13 16,0 5 0-16,-4 1 9 0,4 3 0 15,0 12-4-15,10-9 1 16,1 3-9-16,3-9 1 16,7 2-2-16,7-18 1 15</inkml:trace>
  <inkml:trace contextRef="#ctx0" brushRef="#br0" timeOffset="3032.55">7200 376 78 0,'-14'-47'39'0,"11"-3"-59"0,3 47 30 0,0-4-10 16,3-2 0-16</inkml:trace>
  <inkml:trace contextRef="#ctx0" brushRef="#br0" timeOffset="3827.73">7938 602 89 0,'24'22'44'0,"-10"40"-45"16,-17-43 63-16,-8 9-62 15,-10 16 0-15,-7 0 0 16,-11 9 0-16,0 4 0 16,4-4 0-16,3 7 0 15,15 6 0-15,-5-7 0 16,22-12 0-16,11-12 1 0,14-1 0 16,10-21 0-16,18 3 0 15,14-10 0-15,7-19 0 16,-3-15-1-16,3-6 1 15,0 2-1-15,10-12 1 16,-13-6-1-16,-8 3 0 16,-10 0 1-16,-7-3 0 15,-11-7 0-15,-6 4 0 16,-19 0-1-16,-10-1 1 0,-14 11 0 16,-7 8 0-16,-4 10-1 15,-10 12 1-15,-4 7-1 16,-3 22 1-16,-4 18-1 15,7 10 1-15,7 6-1 16,8 1 0-16,6 5 0 16,15-6 0-16,10-6 0 15,10-6 0-15,15-13 0 16,14-6 0-16,3-7 0 16,1-6 0-16,-8 1 0 15,0-4 1-15,-6 3-1 16,-15 4 1-16,-4-1-1 15,5 0 1-15,-5 1-1 16,15-4 0-16,-4-12-1 16,15-4 1-16,6-18-1 15,4 3 0-15,14-13 0 16,3-5 0-16,-6-11 1 0,-8-18 0 16,-3 0 0-16,-7 9 1 15,-4-6 0-15,-10 10 0 16,-4-4 0-16,-6 0 0 15,-5-3-1-15,-3-3 1 16,-3-3-1-16,-4 10 1 16,-3 8-1-16,-4 17 1 15,-4 12 0-15,-7 9 0 16,-10 32-1-16,-3 27 1 16,-5 26 0-16,-9 4 1 0,9 27-1 15,8 16 0-15,14 0-1 16,14 0 1-16,18-16-4 15,14 13 1-15,17-12-25 16,15-11 1-16,3-5-1 16,-7-38 0-16</inkml:trace>
  <inkml:trace contextRef="#ctx0" brushRef="#br0" timeOffset="4562.03">1993 2054 87 0,'-120'-7'43'0,"81"14"-40"15,39-7 43-15,0 3-47 16,11 6 1-16,28 7-1 16,14-1 1-16,24-5 1 15,43-1 1-15,39-9-1 0,60 0 1 16,21-9 0-16,56-10 1 15,43-22 0-15,45-6 1 16,50-41-1-16,39 7 1 16,14-10-1-16,-4 22 1 15,0 0-1-15,-10 9 0 16,-21 17-1-16,-22-1 0 16,-49 3-2-16,-35 13 1 0,-46 9-2 15,-54-6 1-15,-37 6-3 16,-40 16 0-16,-39-3-10 15,-24-4 1-15,-21 10-1 16,-11-6 1-16</inkml:trace>
  <inkml:trace contextRef="#ctx0" brushRef="#br0" timeOffset="5134.18">16789 2295 102 0,'-74'-91'51'0,"3"3"-48"15,53 79 51-15,-3-10-53 16,-3 13 1-16,2 12-1 16,1 16 1-16,4 28-3 15,6 47 0-15,11 38 2 16,7 60 0-16,4 68-1 15,-1 47 1-15,11 32-1 16,15 35 0-16,10 2 0 16,13-28 1-16,-2-22-1 15,-4-27 1-15,-11-27-3 16,-7-30 1-16,-17-25-11 16,-11-29 1-16,-7-16-1 15,-10-37 1-15</inkml:trace>
  <inkml:trace contextRef="#ctx0" brushRef="#br0" timeOffset="5973.44">16563 2082 109 0,'-46'-19'54'0,"39"0"-68"15,25 10 79-15,28 9-66 16,45 0 1-16,43 0-3 16,64 0 0-16,56-10 2 15,60-15 1-15,70-37-3 16,82-11 1-16,67-8 0 15,35 2 1-15,24 17 1 16,-10 8 1-16,-21 7 1 16,-35 22 1-16,-60 16-1 15,-47 3 1-15,-55 21 0 16,-61 14 0-16,-52 5-2 16,-54 19 0-16,-42 19-2 15,-38 10 1-15,-36 15-1 16,-28 13 1-16,-21 40-1 15,-18 26 0-15,0 47 1 0,4 37 1 16,17 16-1-16,18 28 1 16,14-9-1-16,7 3 1 15,0-25-1-15,-4-1 1 16,1-30-1-16,-4-16 1 16,-11-10-1-16,-3-15 0 15,0-29 0-15,-10-9 1 16,-19-12-1-16,-17-20 0 15,-21-18-1-15,-35-15 0 0,-46-4 0 16,-53-16 0-16,-57-6-1 16,-60-6 1-1,-363 34 1 1,82-21 1-16,55-10 0 16,29-19 1-16,32-9-1 15,27-1 1-15,30-8-1 16,16-7 1-16,22-6-3 15,7-7 1-15,39-2-1 16,14 2 0-16,21-6 0 16,21 1 1-16,25-4 0 15,3 0 0-15,22 10 0 16,17-4 0-16,14 0 1 16,7 7 0-16,18-7-1 15,15-5 0-15,16-8 0 16,5-8 1-16,9-13 0 15,5-25 1-15,3-22 0 0,0-16 0 16,10-9-1-16,15-10 0 16,17-15-10-16,32-4 1 15,18-21-1-15,13-29 0 16</inkml:trace>
  <inkml:trace contextRef="#ctx0" brushRef="#br0" timeOffset="6483.62">17441 401 102 0,'-46'-60'51'0,"-45"13"-53"15,63 38 61-15,-11 18-59 16,-11 10 0-16,-6 16 0 15,-15 9 0-15,1 12-1 0,-4 32 1 16,14 12-1-16,10 4 0 16,12 12-1-16,20 9 1 15,28-18 0-15,33-7 0 16,27-22 0-16,26-24 1 16,17-13 1-16,13-20 0 15,-2-36 0-15,3-23 0 16,-7-12 0-16,-14-13 1 15,-18-9-1-15,-21-9 0 0,-14-23-2 16,-18 10 1-16,-14 6-7 16,-21 7 1-16,-24 12-1 15,-19 12 0-15</inkml:trace>
  <inkml:trace contextRef="#ctx0" brushRef="#br0" timeOffset="7423.3">17163 1003 104 0,'14'-38'52'0,"10"38"-58"16,-13 7 66-16,7 5-61 15,3 4 1-15,14 9-1 16,4 22 0-16,0-3 0 15,7 12 1-15,10 4-2 16,4-13 1-16,7-6-1 0,14-13 1 16,0-6 1-16,0-19 0 15,1-19 1-15,2-12 1 16,-3-16 0-16,-7 4 0 16,1-14 0-16,-5-2 0 15,-10 2-1-15,-7 7 0 16,-7 4-2-16,-14-1 1 15,-8 9-1-15,-6 7 1 16,-7 0 0-16,-1 12 0 16,-3 10 0-16,-7 12 0 0,-3 13 1 15,-4 15 0-15,-4 4-1 16,4 3 1-16,7-4-1 16,7 7 0-16,7-9 0 15,11-7 0-15,3-16 0 16,4-5 0-16,0-17 0 15,3 4 0-15,-3-13 0 16,-1-6 0-16,-2 3 0 16,-8-6 0-16,-4 3 0 15,1 6 0-15,-4 3 0 16,0 10 1-16,0 6-2 16,7 3 1-16,11 7-1 15,0-1 1-15,3 4-1 16,4 5 1-16,3-2-1 15,4 0 1-15,7-7 0 16,7 4 1-16,7-1-1 16,4 1 1-16,6-4 0 0,1-9 0 15,-4 0 0-15,0-9 0 16,0-10-1-16,-3-6 1 16,-8-13-1-16,-6 1 1 15,-15-7-1-15,-14-16 0 16,-14 13 0-16,-10 3 0 15,-15 10 0-15,-13 15 1 16,-12 10-1-16,-6 18 0 16,-11 16 0-16,4 6 1 0,3 10-2 15,3-6 1-15,12 2-1 16,10 1 1-16,10-7-1 16,15-2 0-16,13-8 0 15,11-5 1-15,8-6 0 16,6-1 0-16,7-3 0 15,1-3 0-15,3-6 1 16,-4 13 0-16,-3-10 0 16,0 0 1-16,-4-7-2 15,0 14 1-15,-3-7-1 16,-3 0 1-16,-5 3-3 16,-2 3 0-16,-5-6-6 15,-3 6 0-15,-3 4-9 16,-4-1 1-16,0 1 0 15,0-10 0-15</inkml:trace>
  <inkml:trace contextRef="#ctx0" brushRef="#br0" timeOffset="7820.47">20609 947 75 0,'-3'-19'37'0,"-11"-13"-29"0,10 20 51 15,-3-7-55-15,4 10 0 16,-1-7 1-16,4 7 0 15,4-1-7-15,3 4 0 16,0 3 4-16,3 12 1 16,4-9-3-16,4 10 1 15,0-10-1-15,-1 9 1 0,-3 0-2 16,0 7 1-16,1-7 0 16,2 1 0-16,1-7 0 15,3 3 1-15,0-6-1 16,7-6 0-16,4-7 0 15,0 4 0-15,0-13 0 16,6 0 1-16,-6 3 0 16,0 4 0-16,-7-1 0 15,-4 3 1-15,-4 13-1 16,1 0 1-16,-4 4-1 16,4 11 0-16,0-5-1 15,-1 15 1-15,4 3-1 16,0-3 0-16,-3 13-5 15,-4-4 0-15,-3 4-10 16,-1-1 1-16,1-5 0 16,0-4 0-16</inkml:trace>
  <inkml:trace contextRef="#ctx0" brushRef="#br0" timeOffset="8075.06">21646 288 96 0,'-3'-28'48'0,"6"22"-57"0,-3 18 74 0,-3-2-65 16,-1 27 0-16,1-2 0 16,-4 12 0-16,0 15 0 15,7 17 0-15,7-1 0 16,3-3 0-16,8-2-2 15,7-1 1-15,3-3-11 16,4-7 1-16,3-2-1 16,-7-10 1-16</inkml:trace>
  <inkml:trace contextRef="#ctx0" brushRef="#br0" timeOffset="9056.96">21340 771 98 0,'-15'-53'49'0,"37"40"-61"15,-8 13 73-15,14-16-63 0,14 4 1 16,22 6-1-16,3-4 0 16,3 1 2-16,1-1 1 15,-1 1-2-15,-3 0 1 16,-7 9 0-16,-3 9 1 15,-15 4 0-15,-7 18 1 16,-10 0-1-16,-11 13 1 16,-7 6-1-16,-7-9 1 15,-3 3-2-15,3-3 1 16,3-7-1-16,8-5 1 0,3-11-1 16,4-2 0-16,6-13 0 15,1-6 0-15,3-10 0 16,8 1 1-16,-5-7-1 15,5-3 1-15,-5-9-1 16,1 6 1-16,0-10-1 16,-4 7 0-16,4 0 0 15,-4 3 1-15,-3 0-1 16,-4 12 1-16,-3-6-1 16,-1 4 0-16,-6 15 0 15,-1 3 1-15,-3 9 0 16,-3 7 0-16,-1 9 0 15,5 7 0-15,-1-1-1 16,-4-2 1-16,4 8-1 16,0-2 1-16,4-13-1 15,-1 3 1-15,5-12-1 16,2 3 0-16,1-16-1 16,6-3 1-16,1-3 0 0,10-7 0 15,4-5 0-15,4-1 1 16,6-6-1-16,4-3 0 15,-7 0 0-15,0-3 1 16,-1-7-1-16,-2 7 0 16,-4 0 0-16,-4 3 1 15,-3 6-2-15,-4 9 1 16,0 10 0-16,-3 10 0 0,-1 9 0 16,-6 6 0-1,-11 22 0 1,0 3 0-16,-7-9 0 15,0 0 0-15,4-7-1 16,6-6 1-16,4-6 0 16,11-6 0-16,3-7-1 15,4-2 1-15,3-7 0 16,1-7 0-16,-1-2 0 16,4-10 0-16,0 0 0 15,3-6 0-15,0 0 0 16,11-3 0-16,4 0 0 15,-1-1 0-15,4-2 0 16,-11 9 1-16,-6 6 0 16,-12 16 0-16,-2 16 0 15,-8 12 1-15,-3 7 0 16,-8 2 0-16,1 10-2 0,-1 13 0 16,8 9-21-16,7-6 0 15,3-10-1-15,25-31 1 16</inkml:trace>
  <inkml:trace contextRef="#ctx0" brushRef="#br0" timeOffset="14878.61">3747 2703 105 0,'-11'-22'52'0,"11"50"-77"0,3-22 53 0,5 10-28 16,-5-7 0-16</inkml:trace>
  <inkml:trace contextRef="#ctx0" brushRef="#br0" timeOffset="15078.65">5154 2436 104 0,'49'-97'52'0,"68"56"-84"15,-96 38 64-15,-3-3-32 16,3 3 0-16</inkml:trace>
  <inkml:trace contextRef="#ctx0" brushRef="#br0" timeOffset="15225.45">4992 3258 98 0,'-46'47'49'0,"25"-10"-67"0,17-27 60 16,4 2-79-16,-7-9 1 15,4 4 0-15,-4-7 0 16</inkml:trace>
  <inkml:trace contextRef="#ctx0" brushRef="#br0" timeOffset="15413.04">4075 4311 94 0,'-11'16'47'0,"71"3"-127"16,-46-19 91-16,14-3-11 16,1-4 0-16</inkml:trace>
  <inkml:trace contextRef="#ctx0" brushRef="#br0" timeOffset="15539.9">5708 4148 120 0,'21'10'60'0,"-21"-13"-100"0,4 6 102 16,3 3-62-16,10-15 0 15</inkml:trace>
  <inkml:trace contextRef="#ctx0" brushRef="#br0" timeOffset="15720.61">7056 2812 105 0,'17'-50'52'0,"-3"41"-118"0,-7 15 54 15,-7-6 12-15,0-9 0 0</inkml:trace>
  <inkml:trace contextRef="#ctx0" brushRef="#br0" timeOffset="15871.85">7246 3806 80 0,'109'148'40'0,"-102"-95"-51"16,-10-43 61-16</inkml:trace>
  <inkml:trace contextRef="#ctx0" brushRef="#br0" timeOffset="16161.95">5973 3001 95 0,'-46'-44'47'0,"60"62"-51"15,-4-8 56-15</inkml:trace>
  <inkml:trace contextRef="#ctx0" brushRef="#br0" timeOffset="16382.69">8728 2311 104 0,'14'-44'52'0,"3"53"-117"0,-17-6 58 16,0 13 6-16,-3 9 1 16</inkml:trace>
  <inkml:trace contextRef="#ctx0" brushRef="#br0" timeOffset="16528.02">8869 3647 96 0,'-14'0'48'0,"10"3"-138"0,4-3 76 0,0 0 14 15,-17 0 0-15</inkml:trace>
  <inkml:trace contextRef="#ctx0" brushRef="#br0" timeOffset="16694.81">6406 5613 17 0,'-60'12'8'0,"11"-24"-7"0,31-10 8 16</inkml:trace>
  <inkml:trace contextRef="#ctx0" brushRef="#br0" timeOffset="16911.46">4314 6045 107 0,'-49'41'53'0,"21"-28"-95"16,35-20 98-16,3 1-95 15,12-6 0-15,-1-10 0 16,7-7 1-16</inkml:trace>
  <inkml:trace contextRef="#ctx0" brushRef="#br0" timeOffset="17085.2">4533 4910 100 0,'-46'-3'50'0,"25"-9"-73"0,21 12 99 16,0 0-90-16,7-4 1 16,4-2 0-16,13 3 0 15</inkml:trace>
  <inkml:trace contextRef="#ctx0" brushRef="#br0" timeOffset="17274.27">7472 5418 115 0,'134'-15'57'0,"-56"-20"-74"0,-61 32 81 0,4-3-81 16,0 3 1-16,1-4-1 15,-5 7 1-15</inkml:trace>
  <inkml:trace contextRef="#ctx0" brushRef="#br0" timeOffset="17414.02">7352 6428 57 0,'-49'9'28'0,"13"-40"-16"15,29 12 6-15</inkml:trace>
  <inkml:trace contextRef="#ctx0" brushRef="#br0" timeOffset="17628.97">5235 6218 104 0,'-53'47'52'0,"43"-31"-78"0,10-16 76 0,10-7-90 16,11-11 0-16,8-20 0 16,-1-15 0-16</inkml:trace>
  <inkml:trace contextRef="#ctx0" brushRef="#br0" timeOffset="17790.08">5369 4954 100 0,'0'-47'50'0,"53"16"-140"15,-25 18 99-15,15-6-9 16,3-3 0-16</inkml:trace>
  <inkml:trace contextRef="#ctx0" brushRef="#br0" timeOffset="17979.58">8594 4427 103 0,'67'-15'51'0,"-28"21"-134"0,-29 3 87 0,1-6-5 16,-8-12 1-16</inkml:trace>
  <inkml:trace contextRef="#ctx0" brushRef="#br0" timeOffset="18109.47">9384 5374 54 0,'7'-44'27'0,"-7"-141"-32"16,3 129 37-16</inkml:trace>
  <inkml:trace contextRef="#ctx0" brushRef="#br0" timeOffset="18301.07">7867 3170 90 0,'-39'-3'45'0,"25"31"-68"0,14-19 64 15,4 1-41-15,3-4 0 16</inkml:trace>
  <inkml:trace contextRef="#ctx0" brushRef="#br0" timeOffset="18482.03">9610 2562 110 0,'102'-54'55'0,"-42"-99"-70"16,-42 131 73-16,3 3-79 15,0 6 1-15,0 16-1 16,0 16 0-16</inkml:trace>
  <inkml:trace contextRef="#ctx0" brushRef="#br0" timeOffset="18664.08">10372 4170 89 0,'53'63'44'0,"14"6"-49"0,-53-50 54 16,0-7-71-16,0 4 1 16,-3-10-1-16,-1-3 1 15</inkml:trace>
  <inkml:trace contextRef="#ctx0" brushRef="#br0" timeOffset="18820.03">10291 6353 45 0,'-29'15'22'0</inkml:trace>
  <inkml:trace contextRef="#ctx0" brushRef="#br0" timeOffset="19006.77">8816 6475 11 0,'-32'16'5'0,"32"-13"-5"0,11-3 6 16</inkml:trace>
  <inkml:trace contextRef="#ctx0" brushRef="#br0" timeOffset="19322.66">8170 2430 103 0,'4'-82'51'0,"-4"67"-130"16,7 12 98-16,4 3-19 16,-4 0 0-16</inkml:trace>
  <inkml:trace contextRef="#ctx0" brushRef="#br0" timeOffset="19522.97">6745 2235 68 0,'-35'-18'34'0,"31"14"-40"0,11 4 45 0</inkml:trace>
  <inkml:trace contextRef="#ctx0" brushRef="#br0" timeOffset="20375.77">17395 2954 95 0,'-45'-22'47'0,"38"53"-46"15,21-19 47-15,0 4-64 16,10 3 1-16,5 0 0 16,13-4 0-16</inkml:trace>
  <inkml:trace contextRef="#ctx0" brushRef="#br0" timeOffset="20538.87">18877 2574 97 0,'71'-81'48'0,"17"8"-57"0,-70 55 66 15,-4-7-77-15,-4 6 0 16,-3 3 0-16,-7 4 1 15</inkml:trace>
  <inkml:trace contextRef="#ctx0" brushRef="#br0" timeOffset="20859.58">18041 3982 97 0,'0'57'48'0,"-28"-79"-109"15,24 25 69-15,1 3-8 16,3-6 0-16</inkml:trace>
  <inkml:trace contextRef="#ctx0" brushRef="#br0" timeOffset="21201.97">21011 2596 105 0,'4'-50'52'0,"45"15"-90"16,-27 26 83-16,6 9-46 16,-7 0 1-16</inkml:trace>
  <inkml:trace contextRef="#ctx0" brushRef="#br0" timeOffset="21456.46">19664 3452 105 0,'-50'-75'52'0,"36"91"-115"0,14-16 64 0,4 9-1 16,6 10 0-16</inkml:trace>
  <inkml:trace contextRef="#ctx0" brushRef="#br0" timeOffset="21740.32">22059 4164 98 0,'0'-41'49'0,"4"29"-136"0,-4 2 75 16,0 4 12-16,-7-7 0 16</inkml:trace>
  <inkml:trace contextRef="#ctx0" brushRef="#br0" timeOffset="21994.29">19703 5007 86 0,'-14'29'43'0,"-18"-26"-133"15,28 0 74 1</inkml:trace>
  <inkml:trace contextRef="#ctx0" brushRef="#br0" timeOffset="22177.49">21343 3606 78 0,'-46'-63'39'0,"-31"91"-56"0,52-12 73 0</inkml:trace>
  <inkml:trace contextRef="#ctx0" brushRef="#br0" timeOffset="22514.95">18161 4982 25 0,'-11'-9'12'0,"33"25"2"0,-8-19-14 16</inkml:trace>
  <inkml:trace contextRef="#ctx0" brushRef="#br0" timeOffset="22745.81">21682 5139 74 0,'14'-53'37'0,"-25"37"-50"16,8 19 63-16</inkml:trace>
  <inkml:trace contextRef="#ctx0" brushRef="#br0" timeOffset="23017.96">17734 6306 100 0,'-60'-3'50'0,"50"9"-80"0,24-6 64 0,14 6-34 16,18-9 0-16</inkml:trace>
  <inkml:trace contextRef="#ctx0" brushRef="#br0" timeOffset="23227.03">21555 6281 10 0,'-21'-16'5'0,"31"3"11"0,-6-5-28 16</inkml:trace>
  <inkml:trace contextRef="#ctx0" brushRef="#br0" timeOffset="23543.05">20440 5240 103 0,'-18'-26'51'0,"36"42"-130"16,-11-6 98-16,4-4-19 15,-4 3 0-15</inkml:trace>
  <inkml:trace contextRef="#ctx0" brushRef="#br0" timeOffset="23769.54">19124 6356 88 0,'-32'0'44'0,"15"12"-114"0,17-12 65 0,7-3 5 15,0-9 0-15</inkml:trace>
  <inkml:trace contextRef="#ctx0" brushRef="#br0" timeOffset="24284.79">22885 2753 106 0,'-36'-57'53'0,"-17"-2"-84"15,50 49 92-15,-1 7-102 16,8 3 1-16,3 10-1 16,14-7 1-16</inkml:trace>
  <inkml:trace contextRef="#ctx0" brushRef="#br0" timeOffset="24488.07">21777 2872 87 0,'-60'-78'43'0,"74"81"-126"0,0 6 78 0,14 1 5 16,11-4 0-16</inkml:trace>
  <inkml:trace contextRef="#ctx0" brushRef="#br0" timeOffset="24727.43">24038 2511 108 0,'18'-44'54'0,"-32"57"-95"15,10 0 99-15,1 12-59 16,-8 3 1-16</inkml:trace>
  <inkml:trace contextRef="#ctx0" brushRef="#br0" timeOffset="24966.92">22832 4430 45 0,'0'-34'22'0,"49"40"-10"0,-35-6 0 0</inkml:trace>
  <inkml:trace contextRef="#ctx0" brushRef="#br0" timeOffset="25146.57">23918 5164 62 0,'36'-12'31'0,"-36"-42"-35"0,0 48 40 16</inkml:trace>
  <inkml:trace contextRef="#ctx0" brushRef="#br0" timeOffset="25344.62">22539 5898 79 0,'-53'-6'39'0,"53"3"-43"15,7-4 48-15</inkml:trace>
  <inkml:trace contextRef="#ctx0" brushRef="#br0" timeOffset="25525.21">24098 6011 13 0,'11'-3'6'0,"-29"-7"11"0,1 1-27 15</inkml:trace>
  <inkml:trace contextRef="#ctx0" brushRef="#br0" timeOffset="26078.18">6706 7394 106 0,'-31'0'53'0,"45"22"-53"0,-4-7 53 16,8 11-53-16,10 2 0 16,0 9 0-16,11 17 0 0,3 15 0 15,-3 28 0-15,-3 6 0 16,-1 7 0-16,-10 6-2 15,-1-3 1-15,-3-9-7 16,1-14 0-16,2-24 0 16,1-22 1-16</inkml:trace>
  <inkml:trace contextRef="#ctx0" brushRef="#br0" timeOffset="26413.26">7885 7532 101 0,'3'0'50'0,"-28"25"-56"16,22-19 63-16,-8 10-57 16,-3 9 0-16,-3 16-1 0,-1 12 0 15,7 13 0-15,-3 6 1 16,7 0-1-16,4-9 0 15,6-10 0-15,11-6 1 16,7-12 0-16,11-17 1 16,18-18 0-16,3-6 0 15,-11-13 0-15,0-9 1 16,-3-22-1-16,-11-13 1 0,-14-3-2 16,-3-3 0-1,-15 7-10-15,-10-7 1 0,-3 9-2 16,-15 10 1-16</inkml:trace>
  <inkml:trace contextRef="#ctx0" brushRef="#br0" timeOffset="26738.88">8784 7607 102 0,'21'-9'51'0,"-7"18"-61"16,-10-3 72-16,-4 4-63 16,-4 9 0-16,-6 6-2 15,-4 9 0-15,-7 16 4 16,3 7 0-16,4 5-2 16,7 4 0-16,7-6 1 0,21-4 0 15,0-12 1-15,18-9 1 16,10-20 0-16,15-8 0 15,-4-14 0-15,-7-15 1 16,-11-15-1-16,-14-20 0 16,-17-2-1-16,-25-10 1 15,-15-3-7-15,-13 6 1 16,-4 3-1-16,0 7 0 16</inkml:trace>
  <inkml:trace contextRef="#ctx0" brushRef="#br0" timeOffset="27020.62">9832 7491 105 0,'35'-16'52'0,"-14"-9"-55"15,-17 25 61-15,3-3-58 16,0 3 0-16,4 6 0 15,-8 19 0-15,1 13-1 16,-4 22 1-16,0 31 0 16,-4 28 0-16,1 16 0 15,3 25 0-15,0-4-3 16,3-5 1-16,4-16-10 16,4-13 0-16,3-22 0 15,0-24 0-15</inkml:trace>
  <inkml:trace contextRef="#ctx0" brushRef="#br0" timeOffset="27279.16">10178 7867 103 0,'-18'-44'51'0,"53"-31"-62"0,-21 53 76 0,4 0-66 16,3 3 1-16,7 1 0 15,1 2 0-15,2 7 0 16,-2 12 0-16,-5 12 0 16,1 17 1-16,-11 18-1 15,-7 13 0-15,-14 2 0 16,-3 1 1-16,-19-3-2 16,-2 6 0-16,-15-13-6 15,3-12 0-15,1-9-1 16,3-7 1-16</inkml:trace>
  <inkml:trace contextRef="#ctx0" brushRef="#br0" timeOffset="27720.94">10950 7742 94 0,'53'-19'47'0,"-35"16"-50"15,-11 0 56-15,-4-3-54 0,1-1 1 16,-8 7-1-16,-3-3 1 16,-10 3 0-16,-8 0 1 15,-7 6 0-15,0 7 0 16,-17 9 1-16,7 3 1 16,-1 9-1-16,8 14 1 15,7 8-1-15,7 0 1 16,10 1-2-16,15-4 0 0,17-18-2 15,11-10 1-15,6-10-1 16,12-18 0-16,-1-9-1 16,8-13 1-16,-1-7 0 15,-3-2 1-15,-4-7 0 16,-6 10 0-16,-8 6 0 16,-3 9 1-16,-15 7-1 15,-2 12 1-15,-8 3 0 16,-4 10 0-16,-3 2-1 15,0 4 0-15,0 0-4 16,0 3 0-16,7-3-8 16,-3 3 1-16,10-3-1 15,-7 3 0-15</inkml:trace>
  <inkml:trace contextRef="#ctx0" brushRef="#br0" timeOffset="28288.83">11596 7776 72 0,'-11'-22'36'0,"1"-21"-29"0,10 30 40 15,0 7-44-15,-4-4 1 16,4-2 3-16,0 6 0 16,4-1-8-16,3 10 1 15,0 1 4-15,7 8 1 16,0 7-2-16,4 6 1 0,3 13-3 15,0 12 1-15,0 3-2 16,-3 7 1-16,-4-1-2 16,-7 4 1-16,-7-10-1 15,-4-6 0-15,1-9-1 16,-1-10 1-16,1-9-3 16,3-10 0-16,7-15-1 15,3-13 1-15,8-9 1 16,3-10 0-16,11-5 1 15,3-11 1-15,1-5 3 16,2-1 1 0,5-37 1-1,-8 6 0-15,-3 3 0 16,-8 7 0-16,-2 12-1 16,-1 12 1-16,-4 7-1 15,1 15 0-15,-4 17-1 16,0 11 0-16,0 17 1 15,-7 18 0-15,0 16 0 0,-7 22 0 16,-3 9-1-16,-1 13 0 16,1 12-1-16,3-12 0 15,0-6-7-15,0-14 0 16,0-5-12-16,0-19 0 16,0-22 0-16,3-9 0 15</inkml:trace>
  <inkml:trace contextRef="#ctx0" brushRef="#br0" timeOffset="28483.52">12051 7999 85 0,'-11'-16'42'15,"15"-9"-51"-15,3 10 64 0,7-4-55 16,4-6 0-16,6 0-1 16,5 0 1-16,2 6 0 15,1 6 1-15,0 7 1 16,-4 9 0-16,4 10 1 15,3 12 0-15,-3 6 1 16,3 7 0-16,-3-1-1 16,-4 1 1-16,-3-7-13 15,3-6 1-15,-3 0-2 16,-8-3 1-16</inkml:trace>
  <inkml:trace contextRef="#ctx0" brushRef="#br0" timeOffset="28617.62">12545 7519 68 0,'-21'-25'34'0,"-1"13"-32"0,15 8 30 16</inkml:trace>
  <inkml:trace contextRef="#ctx0" brushRef="#br0" timeOffset="29670.96">12806 7955 104 0,'21'3'52'0,"-10"-3"-59"0,-11 0 71 0,0 0-65 16,3-9 0-16,-3 3-3 15,0 2 0-15,-3 8 1 16,-4 8 1-16,-1 13-3 15,5 10 1-15,-1 12 1 16,8 6 1-16,7 0 2 16,6-2 1-16,8-11 2 15,10-8 1-15,7-17-1 16,4-21 0-16,4-22-2 16,-1-16 0-16,-3-25-2 15,-4-16 0-15,-6-18 0 16,-8-1 0-16,-7-5 0 15,-7 5 1-15,-7 16 0 0,-3 16 0 16,-4 13 1-16,-4 15 1 16,-3 22-1-16,0 19 0 15,-4 18 0-15,4 17 0 16,0 18-1-16,0 9 1 16,0 20-1-16,0 18 0 15,7 10 0-15,0-1 0 16,7-2 0-16,7-4 0 15,11-18 0-15,7-10 0 16,7-22 0-16,10-22 0 0,7-22 0 16,-3-18 1-16,4-26-1 15,-1-6 0-15,-10-12 0 16,-7-10 0-16,-11-3-1 16,-7 3 1-16,-10 10 0 15,-8 6 0-15,-13 12 1 16,-1 13 0-16,-10 19 0 15,-4 12 0-15,-3 16 0 16,0 12 1-16,7 7 0 16,3 6 0-16,11-3-1 15,7 3 0-15,7-6 0 16,14-7 0-16,11-12-1 16,7-12 0-16,14-7-1 15,10-9 1-15,11-4-1 16,4-2 0-16,-11-1 0 15,0 7 0-15,-7 6 1 0,-7 3 0 16,-7 9 0 0,-11 1 0-16,-7 9 0 0,-7 9 1 15,-6 4-1-15,-12 6 1 16,-6 9-1-16,-12 6 1 16,-13 7-1-16,-14 0 1 15,-29 6 0-15,-20 3 0 16,-15-6 0-16,-18-10 1 15,-10-9 0-15,4-12 1 16,-8-14-2-16,-14-14 0 16,-3-20-1-16,-7-12 1 0,-25-9-1 15,-4-4 0-15,-27 0-1 16,-12 7 0-16,-27 3 0 16,-15 6 1-16,-24 12 0 15,-18 4 0-15,0 12 0 16,-14 13 0-16,17 9 0 15,-10 13 0-15,25 0 0 16,0 3 0-16,24 3 0 16,4-3 0-16,21 3-1 15,14-3 1-15,11-3 0 16,21-4 0-16,21 1 0 16,0-7 0-16,28 1-4 15,25-11 1-15,29-2-1 16,27-12 1-16</inkml:trace>
  <inkml:trace contextRef="#ctx0" brushRef="#br0" timeOffset="30355.92">18764 7729 89 0,'-10'-34'44'0,"20"18"-33"0,-10 16 44 0,7 0-52 16,4 6 1-16,7 10 1 15,3 19 0-15,0 30-6 16,-3 17 0-16,-8 12 3 15,-3 13 1-15,-3 2-2 16,-1 4 0-16,1-9-3 16,-1-26 1-16,8 1-11 15,-1-7 1-15,-3-19-1 16,-3-18 1-16</inkml:trace>
  <inkml:trace contextRef="#ctx0" brushRef="#br0" timeOffset="30722.98">19459 7842 108 0,'-49'-22'54'0,"-4"25"-66"0,39 7 77 15,-7 15-66-15,-1 16 1 16,-2 3-1-16,-1 15 1 15,4 1 0-15,14 2 0 16,3-2 0-16,11 0 0 16,11-13 0-16,10-10 1 15,8-5-1-15,6-17 1 0,-3-12 0 16,10-12 1-16,-3-13-1 16,-11-16 0-16,-3-9-1 15,-11-15 1-15,-7-10-4 16,-3 3 1-16,-8 0-13 15,-17 15 1-15,-10 7-1 16,-12 13 1-16</inkml:trace>
  <inkml:trace contextRef="#ctx0" brushRef="#br0" timeOffset="31050.25">19971 7943 110 0,'31'6'55'0,"-27"-22"-71"15,-4 16 86-15,0 0-72 0,0 0 0 16,0 6-3-16,-4 10 1 16,-6 3 4-16,-1 15 1 15,1 7-3-15,-1 0 1 16,4 9 1-16,11-3 0 15,10-3 2-15,10-9 1 16,15-10 0-16,4-16 1 16,6-12-2-16,0-16 1 15,-6-12-1-15,-15-10 0 0,-14-6-3 16,-10-6 1-16,-19-1-6 16,-13 4 1-16,-11 6-19 15,-6 7 0-15,2 5 0 16,11-8 1-16</inkml:trace>
  <inkml:trace contextRef="#ctx0" brushRef="#br0" timeOffset="31393.03">21569 7105 107 0,'-39'-25'53'0,"14"41"-71"0,18 3 102 15,0 18-82-15,0 32 1 16,7 25-1-16,0 35 1 15,7 34-5-15,-3 22 1 16,3 22 2-16,-4 6 1 16,1-3-4-16,-4-9 1 15,0-19-1-15,-7-19 0 16,0-16-6-16,0-18 1 0,-7-32-16 16,-4-22 0-16,0-28 1 15,4-34 0-15</inkml:trace>
  <inkml:trace contextRef="#ctx0" brushRef="#br0" timeOffset="31674.35">21608 7933 107 0,'7'-94'53'0,"-7"-13"-74"15,7 86 100-15,3-5-79 16,8 5 0-16,7 2-1 15,10 6 1-15,0 10 0 16,4 9 0-16,0 10 0 16,-7 15 0-16,-8 16 0 15,-13 13 0-15,-11 6 0 16,-11 0 1-16,-20-4-1 16,-8 4 1-16,-14-6-7 0,-4-10 0 15,8-16 0-15,0-8 0 16</inkml:trace>
  <inkml:trace contextRef="#ctx0" brushRef="#br0" timeOffset="32086.41">22761 7789 104 0,'7'0'52'0,"-46"-6"-58"16,25 9 61-16,-10 3-56 16,-12 3 1-16,-2 7-1 15,-12 12 1-15,-10 13 0 16,-7 6 1-16,4 6-1 16,6 10 0-16,11-6 0 15,15-10 0-15,13-7-1 16,14-8 1-16,19-17-2 15,16-11 1-15,8-14-1 16,0-9 0-16,7-9 0 16,-4-9 1-16,-7-1 1 15,-10 0 0-15,-11 10 2 16,-10 6 0-16,-15 22 1 16,-3 16 0-16,-4 3 1 0,-3 12 0 15,4 0-2-15,6 7 1 16,8 0-6-16,3-4 0 15,7-9-13-15,3-3 1 16,4-3-1-16,-3-7 0 16</inkml:trace>
  <inkml:trace contextRef="#ctx0" brushRef="#br0" timeOffset="32591.42">22948 7698 104 0,'-10'-9'52'0,"13"24"-63"15,8-8 85-15,-1 8-73 16,4 7 0-16,4 3-1 16,3 13 1-16,0 6-2 15,1 6 0-15,-5 3-1 16,-10 7 1-16,-3-4-2 15,-11-6 1-15,-4-2-1 16,-3-14 1-16,0-6 1 16,3-6 0-16,8-12 0 15,3-10 1-15,17-13 0 16,19-12 0-16,10-10-1 16,17-8 0-16,15-20 0 15,6-16 0-15,1-2-1 0,3-1 0 16,-10-9 1-16,-8-3 0 15,-13 3 1-15,-15 10 1 16,-10 9 1-16,-11 9 1 16,-7 10 1-16,-7 12 0 15,-7 6 0-15,0 14 1 16,-3 5-1-16,3 10 0 16,0 9-1-16,3 3 0 0,1 13-1 15,-1 18 0 1,1 23-1-16,-4 12 1 0,-4 16-3 15,-3 9 1-15,-3 13-5 16,-1 0 1-16,0-7-16 16,4-6 1-16,0-12 0 15,4-19 0-15</inkml:trace>
  <inkml:trace contextRef="#ctx0" brushRef="#br0" timeOffset="32926.55">23541 7858 106 0,'25'-28'53'0,"45"-35"-75"16,-45 47 86-16,7-9-67 15,6 3 0-15,1 0-2 0,11 7 1 16,-5-1 7-16,-2 3 0 15,-1 1-1-15,-7 9 0 16,1 0 3-16,-5 3 0 16,1 6 1-16,-4 13 1 15,-3 3-3-15,-7 3 1 16,-8 9-4-16,-6 10 1 16,-8 6-4-16,-3-3 1 15,-7 4-5-15,4-4 0 0,-1-10-10 16,0-9 1-16,1-3 1 15,6-15 0-15</inkml:trace>
  <inkml:trace contextRef="#ctx0" brushRef="#br0" timeOffset="33074.49">24112 7234 118 0,'0'16'59'0,"-10"-26"-89"15,10 10 97-15,7 3-101 16,3-3 0-16,8 0 0 16,10-9 0-16</inkml:trace>
  <inkml:trace contextRef="#ctx0" brushRef="#br0" timeOffset="33745.71">24673 7607 112 0,'7'22'56'0,"-17"-13"-76"0,3-2 95 16,0 5-78-16,-11 10 1 16,-10 0-5-16,-4 13 1 15,-7 15 6-15,-3 3 1 16,3 0-5-16,0 1 1 16,11-4 2-16,7-6 1 15,7-10 3-15,7-5 0 16,10-8 0-16,15-8 1 15,21-13-2-15,10-13 0 0,8-15-3 16,6-16 0-16,4-12-1 16,7-4 0-16,-3-9 1 15,6-3 0-15,-10-9 2 16,0-17 0-16,-10-2 2 16,-15-3 0-16,-10 12 1 15,-7 6 0-15,-11 4-1 16,-4 8 0-16,-10 20-1 15,-7 12 0-15,-3 22-1 16,-8 13 0-16,-3 19-1 16,0 21 0-16,-4 20 0 15,0 30 1-15,4 13-1 16,0 4 0-16,3 5 0 16,8-2 0-16,10-4 0 15,10-12 0-15,8-13-1 16,10-18 1-16,7-16-1 15,8-23 0-15,3-11 0 0,3-23 0 16,4-15 0-16,-4-13 1 16,-3-13 0-16,0-9 1 15,-11 1-1-15,-3-8 1 16,-14 8 0-16,-15 8 0 16,-10 10-1-16,-10 13 1 15,-8 15 0-15,-3 16 0 16,-4 25-1-16,4 15 1 0,6 16-1 15,12 16 1-15,3 16-5 16,7 6 1-16,7 6-18 16,3-9 0-16,1-6 0 15,3-13 0-15</inkml:trace>
  <inkml:trace contextRef="#ctx0" brushRef="#br0" timeOffset="34242.64">26539 8378 111 0,'4'22'55'0,"-43"-3"-84"0,25-9 96 16,-14 5-75-16,-25 1 0 16,-14-3-4-16,-21 2 1 15,-22 4 17-15,-20-6 0 16,-22-4-7-16,-17 4 1 15,-29-7 5-15,-20 6 1 0,-22-5 1 16,-32 5 1-16,-10 4-3 16,-22-7 1-16,-17 7-5 15,-10 3 1-15,-22-4-3 16,-3 1 1-16,-1 3-1 16,-20 6 1-16,-1 6-1 15,-6 4 1-15,3-1 0 16,10 7 1-16,22 3-1 15,14 6 0-15,25 0 0 16,13-6 1-16,33 0-1 16,27-6 1-16,26-7-5 15,24-9 1 1,24-9-10 0,58-10 0-16</inkml:trace>
  <inkml:trace contextRef="#ctx0" brushRef="#br0" timeOffset="34786.46">26624 8745 112 0,'4'10'56'0,"-82"12"-72"15,46-13 77-15,-24 1-65 16,-29 5 0-16,-28 1-4 15,-35 0 0-15,-35-4 11 16,-29 1 1-16,-24-1-5 16,-32 1 0-16,-25-1 2 15,-25 1 1-15,-17 3 2 16,-21-4 0-16,-8 1-2 16,-24-1 0-16,-3 1-2 15,-1 12 1-15,-6-6-3 16,2-1 1-16,26 1 0 15,10 0 0-15,39-10 0 16,4-2 0-16,27 2 1 0,15 1 1 16,11 2-1-16,13 1 1 15,18 2-1-15,25 7 1 16,21 0-2-16,21-3 1 16,36 3-6-16,31-3 1 15,25-7-13-15,32-2 0 16,35-7-1-16,21-6 1 15</inkml:trace>
  <inkml:trace contextRef="#ctx0" brushRef="#br0" timeOffset="35370.37">25933 8024 104 0,'-25'47'52'0,"21"-53"-79"15,12 9 96-15,6-3-75 0,10 0 0 16,12-3-2-16,6 3 1 16,4 0 10-16,3-10 0 15,1 7-6-15,-1-9 1 16,-3-4 3-16,-4 4 0 15,-3-1 2-15,-7-3 0 16,-8 1-2-16,-9-4 0 16,-12-3-1-16,-14-6 1 0,-13-7-2 15,-15 1 1-15,-10-10-1 16,-8 3 0-16,-3-6 2 16,0 3 0-16,7 3 0 15,7 1 1-15,11-1 0 16,10 0 0-16,4 3 0 15,18 7 1-15,6 22-1 16,4 12 1-16,4 16-1 16,-15 18 1-16,-17 10 0 15,-11 10 0-15,-17 5-6 16,-14 11 0-16,-11 2-1 16,-1 0 0-16</inkml:trace>
  <inkml:trace contextRef="#ctx0" brushRef="#br0" timeOffset="36461.32">13998 8375 100 0,'14'-3'50'0,"50"25"-53"15,-47-16 50-15,1 1-53 16,0 5 1-16,-1 4-2 15,5-7 1-15,-5 1 9 16,4-4 1-16,4-6-4 16,3-6 0-16,1-4 4 15,2-5 0-15,1-4 1 0,0-6 1 16,-8 0-1-16,-2-7 0 16,-12 1-3-16,-10-4 0 15,-10 1-1-15,-15-4 0 16,-3-2-1-16,-1-1 0 15,-2-13-1-15,-1-5 1 16,11 2 0-16,7 4 0 16,10 3-1-16,8 3 1 15,3 6 0-15,7 7 0 0,7 12 0 16,0 12 0-16,0 7 1 16,-3 16 0-16,-4 12-1 15,-10 19 1-15,-8 9-1 16,-10 13 1-16,-11 3-9 15,-10 0 1-15,-4-3-1 16,-21 0 0-16</inkml:trace>
  <inkml:trace contextRef="#ctx0" brushRef="#br0" timeOffset="37203.94">6745 9645 82 0,'4'0'41'0,"45"3"-35"16,-14 1 39-16,18-8-44 15,18-5 0-15,21-3 0 0,35-1 1 16,17-3-3 0,47-3 0-16,20 1 2 0,47-1 0 15,13-9-2-15,33 3 1 16,31-4 0-16,28-2 0 15,-3-4 0-15,18 1 0 16,-19 3 0-16,-9-1 0 16,-5 10 0-16,-20-6 1 15,0 0 0-15,-15 0 1 16,-17 3 0-16,-14-10 0 16,-15 13 1-16,-20-6 0 0,-26 3 0 15,-17 6 0-15,-35 6-1 16,-32 10 0-16,-28-6-2 15,-21 6 0-15,-29 6-16 16,-21-3 1-16,-31 9-1 16,-32-12 0-16</inkml:trace>
  <inkml:trace contextRef="#ctx0" brushRef="#br0" timeOffset="100669.35">5757 11718 69 0,'0'-50'34'0,"0"-25"-15"0,0 56 34 15,0 0-46-15,-7-3 0 0,4 3 3 16,-1 0 0-16,-3 7-13 16,0 3 1-16,-3 5 8 15,-1 14 0-15,-7 12-3 16,8 18 0-16,-8 23-2 16,4 25 0-16,0 12-1 15,0 13 1-15,-4 19-1 16,15 3 1-16,-8 0 0 15,4-4 1-15,7-5-1 16,7-13 1-16,7-13 0 16,4-6 0-16,10-22-1 15,4-12 1-15,17-16-2 16,0-19 0-16,11-19-1 16,0-9 0-16,4-22-4 15,-1-7 0-15,-3-5-9 16,-7-1 0-16,-14 1 0 15,-21-4 1-15</inkml:trace>
  <inkml:trace contextRef="#ctx0" brushRef="#br0" timeOffset="100944.53">4851 12301 101 0,'-4'-12'50'0,"78"-45"-58"0,-38 45 69 0,23-10-61 15,26 0 1-15,25 0-1 16,-1 3 1-16,21 3-2 16,-3 4 1-16,-3-1 0 15,-8 10 1-15,-20 3-1 16,-12 3 0-16,-24 1-4 15,-17-1 0-15,-15-3 0 16,-25-10 0-16</inkml:trace>
  <inkml:trace contextRef="#ctx0" brushRef="#br0" timeOffset="102769.12">6615 10655 81 0,'-82'-50'40'0,"-105"22"-27"0,127 25 33 15,-31 3-40-15,-33 9 0 16,-10 16 3-16,-14 16 0 15,7 6-12-15,3 16 1 16,8 6 7-16,10 9 1 0,11 29-4 16,10 12 1-16,7 6-2 15,14 32 0-15,18 15-1 16,22 23 0-16,16 15 0 16,22 0 0-16,22 3 0 15,16-15 0-15,1-26 0 16,21-12 0-16,0-16 0 15,14-15 0-15,11-26 0 16,0-15 1-16,10-28-1 16,14-29 0-16,4-15 1 15,14-32 0-15,-3-21-1 16,20-17 1-16,-10-12-1 16,-3-9 1-16,3-13-1 15,-11-9 1-15,1-3-1 16,-11-7 0-16,-11-18 0 15,-14-4 1-15,-10-9 0 0,-18-12 1 16,-18-7-1-16,-10 10 0 16,-14 2 1-16,-18-5 0 15,-18 6-1-15,-17 9 1 16,-22 12-1-16,-13 1 0 16,-12 19-1-16,-9-4 1 15,-8 13-1-15,-10 12 1 16,-8 23-1-16,-3 9 0 15,-3 15 0-15,-4 16 0 0,-4 26 0 16,-3 18 0 0,4 25 0-16,-1 9 0 0,8 14 0 15,13 21 0-15,12 25 0 16,9 3 0-16,19 16 0 16,10 22 0-16,14 12 0 15,11 13 0-15,10 10 0 16,14-1 0-16,11 1 0 15,18-17 0-15,0-11 0 16,6-11 0-16,12-14 0 16,13-20 0-16,15-22-1 15,13-18 1-15,11-20-1 16,8-33 1-16,24-29-1 16,3-29 1-16,8-30 0 15,3-10 0-15,14-19 0 16,-7-19 0-16,-7-15 0 15,-4-6 0-15,-13-17 0 16,-4 7 0-16,-14-3 0 0,-11-6 0 16,-18-10 0-16,-10 3 1 15,-24 7-1-15,-12-7 0 16,-20 4 0-16,-18 9 1 16,-18 9-1-16,-17 7 1 15,-15 12-1-15,-7 12 1 16,-6 14-1-16,-15 14 1 15,-7 1-1-15,1 19 0 16,-12 9 0-16,1 7 0 16,3 11 0-16,-10 17 0 0,-1 12 0 15,4 19 0-15,-7 16-1 16,0 21 1-16,-7 17 0 16,14 11 0-16,4 23 0 15,3 19 0-15,15 9 0 16,13 12 0-16,18 10 0 15,18 9 0-15,13 10 0 16,19 0 0-16,17 0 0 16,14-10 0-16,7 3-1 15,4-15 1-15,7-6 0 16,3-13 0-16,8-13-1 16,6-18 1-16,15-19-1 15,10-16 1-15,0-16 0 16,14-31 0-16,18-22-1 15,3-21 1-15,1-26 0 16,6-19 0-16,1-15 0 16,3-23 0-16,-7-15 0 0,-4-6 0 15,1-22 0-15,-12-1 0 16,-6-5 0-16,-14 9 0 16,-11-10 0-16,-14 7 1 15,-21 9-1-15,-15-9 0 16,-13 3 0-16,-18 3 1 15,-18 9-1-15,-7 4 1 16,-10 9-1-16,-7 6 0 16,-8 13 0-16,-10 12 1 0,-7 13-1 15,-14 13 0-15,0 11 0 16,-4 14 0-16,0 15 0 16,-6 10 0-16,-1 15 0 15,-7 13 0-15,0 18 0 16,7 17 0-16,1 5 0 15,-12 10 0-15,1 10 0 16,10 12 0-16,7 15-1 16,8 4 1-16,3 6 0 15,3 10 0-15,7 11 0 16,22 8 0-16,10 8 0 16,14 10 0-16,8-3-1 15,17-9 1-15,17 6-1 16,12-19 1-16,13-22 0 15,0-7 0-15,18-11-1 16,11-14 1-16,14-8-1 16,3-17 1-16,3-12-1 15,12-15 1-15,13-14-1 0,-6-8 1 16,-1-13-1-16,0-10 1 16,1-15-1-16,3-7 1 15,-8-9 0-15,-2-18 0 16,-12-23 0-16,5-12 0 15,-15-29 0-15,-11-27 1 16,-6-17-1-16,-8-15 1 16,-3 0-1-16,-17 7 1 15,-22-4-2-15,-14 12 1 0,-25 14-19 16,-42 21 0-16,-67 13 0 16,-131-51 0-16</inkml:trace>
  <inkml:trace contextRef="#ctx0" brushRef="#br0" timeOffset="104140.78">10576 909 95 0,'-35'-16'47'0,"3"60"-45"16,25-34 48-16,-7 15-50 16,0 6 0-16,0 4 0 15,10 15 0-15,4-13 0 16,11 7 0-16,7-9 0 15,17-7 1-15,18-9 1 16,14-10 0-16,14-3 1 16,7-12 0-16,29-9 1 15,27-14 0-15,43-18-1 16,71-15 0-16,66-26-3 16,68-22 0-16,42 3-1 15,0 20 0-15</inkml:trace>
  <inkml:trace contextRef="#ctx0" brushRef="#br0" timeOffset="107484.18">2752 14104 103 0,'0'0'51'0,"38"38"-48"0,-23-7 52 0,-5 23-54 16,-3 40 0-16,-7 31 1 16,-7 35 0-16,-3 16-3 15,-5-1 1-15,-2-8 1 16,6-4 1-16,-10-25-4 15,10-22 1-15,4-32-18 16,7-18 1-16,-3-34-1 16,3-26 0-16</inkml:trace>
  <inkml:trace contextRef="#ctx0" brushRef="#br0" timeOffset="107795.05">4195 14575 98 0,'-29'-22'49'0,"-38"-13"-59"0,53 26 80 16,-14 0-68-16,-11 5 0 16,-3 14 1-16,-15 18 0 15,-6 19-4-15,-15 19 0 16,8 9 2-16,10 13 1 15,14 12-2-15,21-6 1 16,15-9-2-16,31-19 1 16,11-10-1-16,10-18 1 15,4-16 0-15,-4-22 0 0,4-19 1 16,-4-15 0-16,-3-20-1 16,0-8 1-16,-7-14-5 15,-4 4 1-15,-3-9-18 16,-1 2 1-16,1 10-1 15,0-3 0-15</inkml:trace>
  <inkml:trace contextRef="#ctx0" brushRef="#br0" timeOffset="108425.9">4427 14484 108 0,'0'-10'54'0,"22"-5"-76"15,-8 12 98-15,-4 3-77 16,11 6 1-16,-10 6-2 16,0 14 1-16,-11 14 0 15,-8 20 1-15,-6-4-1 0,-7 7 0 16,-7-3 1-16,-4-4 0 16,4-6 0-16,7 0 1 15,0-12 0-15,14-7 0 16,-4-9-2-16,11-9 1 15,11-10-2-15,-1-15 0 16,8-14-1-16,7-11 1 16,10-1 0-16,-7-9 0 0,7 0 2 15,4 0 0-15,7-3 2 16,-4 6 0-16,1 3 0 16,-5 10 0-16,-6 3-1 15,-7 12 1-15,-4 7-1 16,-10 12 1-16,-4 15-2 15,3 14 1-15,-10 5-1 16,4 1 0-16,6 3 0 16,1 6 1-16,7-9-1 15,10-4 0-15,0-6 0 16,4-3 0-16,7-9 0 16,-4-7 1-16,4-2 0 15,7-10 0-15,-8-4 0 16,5-2 0-16,-12-10 0 15,-2-6 0-15,-12 0-1 16,-6-6 1-16,-1-7 0 16,-17 7 0-16,-3 2-1 15,-4 14 0-15,-4 8 0 0,-3 17 0 16,0 15 0-16,-4 19 1 16,0 12-1-16,8 19 1 15,-1 4-1-15,15-1 1 16,3-9-7-16,3-3 0 15,18-22 0-15,25-28 0 16</inkml:trace>
  <inkml:trace contextRef="#ctx0" brushRef="#br0" timeOffset="108782.35">6826 14757 102 0,'-10'-10'51'0,"-11"-9"-53"15,10 13 55-15,-10 0-52 16,-7 6 0-16,-11 3 0 16,-7 16 1-16,0 3-3 15,-17 9 1-15,10 13 1 16,14 6 1-16,11 4-2 15,21 2 1-15,14-6 0 16,10-12 0-16,15-7-1 16,3-21 1-16,1-10-1 0,2-16 0 15,8-9-6 1,-7-13 1-16,-7-9-16 0,7-9 0 16,-11-10-1-16,11-6 1 15</inkml:trace>
  <inkml:trace contextRef="#ctx0" brushRef="#br0" timeOffset="109056.74">7532 14286 104 0,'21'-12'52'0,"11"-107"-74"0,-29 103 97 16,8-44-76-16,-1 4 0 0,-6-10-2 16,-4 13 1-16,-7-1 2 15,0 7 0-15,-7 7 0 16,0 8 1-16,-11 10 2 15,0 10 0-15,1 15 2 16,-1 25 0-16,4 22 0 16,-4 29 0-16,11 21-1 15,-4 25 0-15,11 26-3 16,7 18 1-16,0 1-3 16,4 5 1-16,-4-15-5 15,3-12 0-15,8-17-14 16,-4-18 1-16,0-22-1 15,-4-38 1-15</inkml:trace>
  <inkml:trace contextRef="#ctx0" brushRef="#br0" timeOffset="109192.36">7232 14986 118 0,'11'-4'59'0,"73"-24"-81"0,-38 9 101 15,32-12-95-15,13-22 0 16,26-16 0-16,6-19 1 16</inkml:trace>
  <inkml:trace contextRef="#ctx0" brushRef="#br0" timeOffset="109461.2">9285 13850 97 0,'-35'-15'48'16,"-11"5"-42"-16,32 7 49 0,-4 6-52 15,1 0 1-15,-1 4 3 16,0 2 1-16,1 10-10 16,3 9 1-16,3 19 5 15,4 10 0-15,3 27-2 16,4 14 1-16,0 27-4 15,0 7 0-15,-3 6-4 16,-8 9 0-16,-6-12-10 16,-8-19 0-16,-7-22 0 15,-10-19 1-15</inkml:trace>
  <inkml:trace contextRef="#ctx0" brushRef="#br0" timeOffset="110166.56">8467 15026 90 0,'-21'-59'45'0,"45"-7"-40"15,1 47 58-15,7-6-62 0,10-6 1 16,18-23-1-16,14-11 0 16,11-14-2-16,13-9 0 15,5-6 2-15,-29 22 0 16,28-38 0-16,-3 7 1 0,-21 9 0 16,3 9 1-16,-14 19 1 15,-14 10 0-15,-18 12 0 16,-7 16 0-16,-3 15-2 15,-18 23 1-15,-11 30-1 16,-13 32 0-16,-12 19-1 16,-9 16 0-16,2 6-1 15,5 3 1-15,-1-6-1 16,7-7 0-16,1-12-1 16,6-16 1-16,0-2-1 15,4-14 0-15,7-9-2 16,0-9 1-16,0-13-1 15,7-6 1-15,3-9-1 16,5-10 1-16,9-16 1 16,15-12 0-16,14-12 1 15,17-14 0-15,8-11 1 16,10-4 0-16,-7 3 0 16,0 13 1-16,-10 3-1 15,-11 12 0-15,-11 14 0 0,-10 14 0 16,-8 14 0-16,-6 11 0 15,-4 14 0-15,0 12 0 16,0 3-1-16,7 6 1 16,1 7 0-16,9-4 0 15,8-3-1-15,7-6 0 16,3-12 0-16,1-10 0 16,6-13 0-16,8-8 0 0,-8-14 0 15,1-12 0-15,3-12 0 16,-7-16 0-16,-8-7 0 15,-9-15 1-15,-8-6-1 16,-10 9 0-16,-8 3 0 16,-10 9 1-16,-7 13-1 15,-7 13 0-15,-4 12 0 16,1 25 0-16,3 7 0 16,10 12 1-16,15 16-1 15,10 6 0-15,11 3-5 16,13-6 0-16,12-16 0 15,10-9 0-15</inkml:trace>
  <inkml:trace contextRef="#ctx0" brushRef="#br0" timeOffset="110618.44">4389 16252 118 0,'-36'-3'59'0,"40"3"-69"0,3 3 68 0,3 7-59 16,1 12 1-16,7 19 0 16,-8 28 0-16,-10 34 0 15,0 32 0-15,-10 34 0 16,-8 19 0-16,7-9 0 15,1-10 1-15,-1-27-6 16,11-20 1-16,4-31-20 16,3-35 0-16,3-31 0 15,-10-43 0-15</inkml:trace>
  <inkml:trace contextRef="#ctx0" brushRef="#br0" timeOffset="110826.96">4547 16798 113 0,'0'-9'56'0,"29"-48"-83"0,-8 38 109 16,14-3-83-16,11-6 1 15,3 6-2-15,-3 10 0 16,-7 15 1-16,-18 13 0 16,-10 15-1-16,-15 19 1 15,-14 3-1-15,-20 1 1 0,-5-7 0 16,-6-3 0-16,0-13-12 15,3-15 0-15,10-10 0 16,19-19 0-16</inkml:trace>
  <inkml:trace contextRef="#ctx0" brushRef="#br0" timeOffset="111113.87">5405 16525 111 0,'-22'19'55'0,"-13"16"-70"16,21-29 87-16,-7 13-74 16,-4 9 1-16,-10 13-3 15,-7 15 0-15,3 1 5 16,7-4 0-16,4 0-2 16,7-3 0-16,14-3 2 15,24-12 0-15,22-16 1 0,14-16 1 16,17-16-1-1,1-18 0-15,3-13-1 0,-14-6 0 16,-14-3-2-16,-18-4 0 16,-10 4-3-16,-18-1 1 15,-21 7-11-15,-4 7 1 16,0 5-1-16,4 7 1 16</inkml:trace>
  <inkml:trace contextRef="#ctx0" brushRef="#br0" timeOffset="111452.39">6819 16165 113 0,'25'18'56'0,"-82"-18"-66"16,43-3 88-16,-14 0-78 15,0 0 0-15,-14 3-1 16,-8 0 1-16,-20 3-1 15,-15 7 0-15,0 8 0 16,11 11 0-16,11 5-1 16,13 7 1-16,19 9-1 15,20 13 1-15,15 6 0 16,24 6 1-16,14-3-1 16,4 10 0-16,-7-16-1 15,-15-10 1-15,-13-9-6 16,-22-12 0-16,-17-14-11 15,-14-14 1-15,-11-23 0 16,-14-18 0-16</inkml:trace>
  <inkml:trace contextRef="#ctx0" brushRef="#br0" timeOffset="111753.14">7331 16246 89 0,'39'-44'44'0,"-15"-12"-61"0,-17 43 69 0,-21 1-53 16,-14 2 1-16,-14 7 1 15,-18 6 0-15,-21 10 3 16,-11 9 0-16,0 12 2 16,7 10 1-16,4 3 0 15,28 7 1-15,7 15-2 16,25 6 1-16,25 3-5 15,21 1 1-15,17-1-4 16,4-6 1-16,0-9-2 16,-4-10 1-16,-10-12-5 15,-18-13 1-15,-14-12-11 16,-14-16 1-16,-11-16 0 16,-10-18 1-16</inkml:trace>
  <inkml:trace contextRef="#ctx0" brushRef="#br0" timeOffset="111979.01">7853 16221 111 0,'-4'3'55'0,"15"0"-79"0,-11-3 91 15,-7 7-70-15,-7 8 0 16,-7 7-1-16,-15 13 0 15,-6 9 6-15,-7 9 0 16,-11 7-4-16,10 2 1 0,-3-2-13 16,14-7 0-16,11-15 1 15,11-19 0-15</inkml:trace>
  <inkml:trace contextRef="#ctx0" brushRef="#br0" timeOffset="112128.98">7782 15889 107 0,'-31'0'53'0,"-22"-29"-161"16,56 14 87-16,8-13 21 16,6-16 0-16</inkml:trace>
  <inkml:trace contextRef="#ctx0" brushRef="#br0" timeOffset="112530.72">8311 15719 120 0,'0'47'60'0,"11"29"-87"0,-7-58 112 16,3 11-88-16,-7 15 0 16,-7 9-3-16,-8 16 0 15,-9 16 7-15,-4-7 1 16,-4 0-4-16,-7-6 0 15,4-3 1-15,-1-12 1 16,8-10 1-16,0-13 1 0,7-8-2 16,10-14 0-16,11-12-2 15,14-19 0-15,11-3-2 16,7-6 1-16,7-3-1 16,3-7 0-16,7 7 2 15,8 6 1-15,6 3 3 16,8 6 0-16,-8 10 1 15,4 9 1-15,-10 9 0 16,-8 1 1-16,-10 6-1 16,-18 6 0-16,-17 9-2 15,-22 4 0-15,-24 6-1 16,-18 0 0-16,-11-3-4 16,-6-7 1-16,-5-6-10 15,1-9 0-15,14-3 0 16,14-10 0-16</inkml:trace>
  <inkml:trace contextRef="#ctx0" brushRef="#br0" timeOffset="113128.18">9028 16704 114 0,'21'22'57'0,"35"-3"-65"0,-38-19 81 16,3-6-74-16,0-10 1 15,0-19-2-15,-3-12 0 16,-11-9 2-16,-7-13 0 16,-7-13-1-16,-4-15 0 0,1-3 0 15,-1-1 0-15,8 1 1 16,6 15 0-16,4 13-1 16,4 16 1-16,3 12-1 15,-3 16 1-15,-1 18 0 16,-3 26 1-16,0 22 0 15,-3 15 0-15,-1 25 1 16,1 20 0-16,-1 11 0 16,-3 4 0-16,4 0-1 15,3 0 1-15,4-10-2 16,3-12 1-16,0-6-1 16,3-19 0-16,8-10 0 15,3-15 0-15,-3-13 0 16,14-15 0-16,-4-10 0 15,4-16 0-15,7-15 0 16,-4-6 0-16,-3-20 0 0,0 4 0 16,-4-12-1-16,-7-4 1 15,-3 0 0-15,-7 3 0 16,-8 0 0-16,-3 10 1 16,-10 0-1-16,-4 15 1 15,-8 7 0-15,-6 9 1 16,-3 12-1-16,6 14 0 15,-10 18-1-15,3 18 1 16,7 20-1-16,8 9 1 0,10 6-2 16,10 0 1-16,12-2-1 15,6-11 1-15,7-8-9 16,11-23 1-16,3-15-1 16,-3-16 1-16</inkml:trace>
  <inkml:trace contextRef="#ctx0" brushRef="#br0" timeOffset="121158.49">11074 16428 99 0,'-14'-22'49'0,"-1"-56"-46"15,15 50 49-15,-3-7-52 16,-1-3 1-16,-6 1 0 16,-8 9 1-16,-3 6-3 15,-7 9 1-15,-4 16 0 16,-14 16 1-16,0 19-1 15,0 24 0-15,8 10-1 16,6 10 1-16,14 0-1 16,15-4 0-16,10-12-1 15,18-7 0-15,3-21 0 16,3-16 0-16,5-19 0 16,3-12 1-16,-4-10 0 0,0-9 1 15,-7-4 0-15,1 1 0 16,-8 0 1-16,-4 2 0 15,-3 7 0-15,1 4 0 16,-5 5 0-16,-3 4 0 16,0 5 0-16,0 8 1 15,-3 5-1-15,-1 13 0 16,-3 9-1-16,0 13 1 16,0 6-4-16,4 7 1 0,3-4-13 15,4-12 1-15,3-13 0 16,3-15 0-16</inkml:trace>
  <inkml:trace contextRef="#ctx0" brushRef="#br0" timeOffset="122142.13">11321 16174 105 0,'-43'13'52'0,"12"-10"-72"15,31-3 87-15,0 0-67 16,28 0 1 0,-4 3 1-16,1 3-2 15,0 16 0-15,3 6 0 16,4 10 1-16,-4 9-1 16,-7 19 1-16,-7 12-2 15,-7 13 1-15,-7-3-1 16,0-10 1-16,-7-12-2 0,0-12 1 15,-3-20-1-15,-1-18 0 16,1-19-1-16,6-23 1 16,4-14 0-16,7-17 0 15,0-9 1-15,11-9 0 16,3-3 1-16,0 3 0 16,4 9 1-16,-1 9 1 15,-2 13 1-15,2 10 1 16,-3 6-1-16,4 9 0 15,-4 6 0-15,4 10 1 0,-4 9-2 16,0 10 1-16,-3 9-2 16,-7 16 0-16,-1 6-1 15,-3 13 1-15,-7-1-1 16,-7 7 0-16,-3 0 0 16,-4-7 0-16,-1-5-1 15,-2-10 1-15,-1-10-1 16,4-6 0-16,3-18-1 15,8-10 1-15,10-16-1 16,11-9 0-16,10-13 0 16,14-6 1-16,4-6 0 15,3 6 0-15,1 0 1 16,3 1 0-16,-11 2 1 16,-3 0 1-16,-4 7 0 15,-3-4 0-15,-4 7 0 16,-3 2 1-16,-4 4-1 15,-7 3 0-15,0 7-1 0,-7 5 1 16,-7 10-2-16,-7 16 1 16,-3 12-1-16,-5 7 0 15,1 5 0-15,0 11 1 16,7-8-2-16,7-2 1 16,14-13 0-16,18-9 0 15,25-19-1-15,10-15 1 0,0-11-1 16,3-11 0-1,-3-10 0-15,-10 0 0 0,-12 6 0 16,-9 3 0-16,-15 4 0 16,-11 6 1-16,-10 6 1 15,-7 3 0-15,-3 0-1 16,-4 10 1-16,-4-1 0 16,0 7 0-16,1 6-1 15,-4 4 1-15,3 8-1 16,-3 17 0-16,3 11 1 15,4 14 0-15,4 6 0 16,6 12 0-16,8-3-1 16,6 3 0-16,8-12-4 15,6-7 0-15,5-21-11 16,-1-19 0-16,4-23 0 16,3-21 0-16</inkml:trace>
  <inkml:trace contextRef="#ctx0" brushRef="#br0" timeOffset="122538.66">12806 16083 111 0,'25'31'55'0,"-18"-27"-75"0,3-4 88 16,1 3-68-16,3 0 0 16,0 3-1-16,-3 7 1 15,-1 2 0-15,1 7 0 16,-4 3 0-16,0 1 1 0,0-1-1 15,7 0 1-15,-3-3 0 16,3-7 0-16,-4-2-1 16,1-7 1-16,-4-3-2 15,0-3 1-15,-3-6-1 16,-1 0 0-16,-3-7 0 16,4 4 0-16,-1-4 0 15,11 1 1-15,4-4 0 16,10-3 0-16,4-3 0 15,3 0 0-15,4-3 1 16,0 10 0-16,-8 2-1 16,-2 7 1-16,-5 9 0 15,-2 13 0-15,-5 15 0 16,-3 7 0-16,-3 5-1 16,-1 8 0-16,1-8-5 15,0 5 1-15,6-11-17 16,1-9 1-16,7-15-1 15,3-13 1-15</inkml:trace>
  <inkml:trace contextRef="#ctx0" brushRef="#br0" timeOffset="124473.59">14129 16227 97 0,'-18'-3'48'0,"4"-47"-76"0,7 31 85 0,-4 0-56 16,-6-3 1-16,-11-9 2 16,-8 9 0-16,-6 3-4 15,-7 7 1-15,3 6 4 16,-4 6 0-16,8 9-1 16,3 10 0-16,7 6-2 15,15 9 1-15,17-2-3 16,10-7 1-16,19-3-2 15,13-7 0-15,11-5-1 16,0-4 1-16,7-3 0 16,-11 0 0-16,-7 1 1 15,-3 11 1-15,-7-2 0 16,-4 12 0-16,-14 9 0 16,-3 13 0-16,-15 13-1 15,-10 12 1-15,-10 13-1 16,-8 9 0-16,-7-3-1 15,-7-7 1-15,0-2-1 16,-14-4 1-16,0-12-1 0,0-13 1 16,-3-12-1-16,6-13 1 15,4-9 0-15,8-12 0 16,13-17-1-16,18-12 1 16,24-15-1-16,19-10 0 15,20-16 0-15,18-12 0 16,14-4 0-16,11-2 1 15,0 5 0-15,-1-2 1 0,-10 3 0 16,-3-4 0-16,-7 4 0 16,-8-3 1-16,-10 6 0 15,-7 6 0-15,-7 6 0 16,-11 7 0-16,-10 3 0 16,-8 9 1-16,-6 10 0 15,-11 9 0-15,-8 18 0 16,-6 17 0-16,-3 12-1 15,-5 16 0-15,5 18-2 16,10 4 0-16,10 3-1 16,11 0 0-16,7-10-1 15,7-2 1-15,11-17-1 16,0-2 0-16,7-13 0 16,0-13 1-16,-1-12 0 15,-2-6 0-15,-1-13 0 16,4-10 1-16,-1-9 0 15,-6-6 1-15,0 4 0 0,-7 5 0 16,-1 7 1-16,-10 5 0 16,1 8 0-16,-8 5 0 15,0 7 0-15,-7 9 0 16,-4 9-1-16,1 14 1 16,-8 5-2-16,0 3 0 15,1 1 0-15,3-1 0 16,0 1 0-16,3-1 0 15,1-9-1-15,-1 1 1 16,4-8-1-16,7-2 0 0,0-16-1 16,7 0 1-16,8-6-1 15,2-10 1-15,12-6 0 16,2-9 0-16,5-1 1 16,3-2 0-16,-1-1 0 15,1 4 0-15,-3 0 0 16,-5-1 1-16,-6 10-1 15,-4 0 1-15,1 7-1 16,-12 5 0-16,-3 14 1 16,-3 5 0-16,-8 13 0 15,-6 9 1-15,-4 16-1 16,-4 7 0-16,-3-4 0 16,0 6 0-16,-4-9-1 15,4-9 1-15,4-10-3 16,-1-9 1-16,11-10-1 15,4-12 0-15,6-12 0 16,11-11 0-16,4-2-1 16,3-6 0-16,4-4 1 0,0 0 1 15,3-2 0-15,-7 2 0 16,1 4 0-16,-5 2 1 16,-3 7 0-16,1 6 1 15,-5 7 0-15,-3 9 0 16,0 9-1-16,-3 10 1 15,-4 9 0-15,-3 12 0 16,-4 7-1-16,3 0 1 0,1-3-1 16,3-4 1-16,10-5-1 15,8-13 0-15,3-7 0 16,4-6 0-16,0-6 0 16,7-12 0-16,-4-10-1 15,-7-6 1-15,-3-7-1 16,-8-6 1-16,-2 1-1 15,-8-1 0-15,0 3 0 16,-7 1 1-16,0 8-1 16,-4 8 0-16,1 5 0 15,-1 10 1-15,8 15 0 16,-1 10 1-16,4 15-1 16,0 7 1-16,4 6 0 15,-4 0 0-15,0 3-1 16,4-3 1-16,-1-6-2 15,1-6 1-15,6-10-2 16,5-13 1-16,-1-12 0 16,3-15 0-16,1-7-1 0,-4-7 1 15,0 1 1-15,-6 0 0 16,-1 6 0-16,-4-3 0 16,1 12 0-16,3 4 1 15,4 12 0-15,6 6 0 16,12 4-1-16,2 3 1 15,8-4 0-15,7-5 0 16,-7-1-1-16,3-9 1 0,-6-10 0 16,-1-3 0-16,-7-12-1 15,-3-3 1-15,-7-4-2 16,-4-2 1-16,0-7-1 16,-14-6 1-16,0 3-1 15,-7-4 0-15,7 8 0 16,0-4 1-16,0-7 1 15,0-2 0-15,4 6 0 16,0 3 0-16,-1 6 0 16,1 13 0-16,-1 9 0 15,-10 19 0-15,4 19-1 16,3 21 1-16,-4 26-1 16,1 22 1-16,3 28 0 15,4 9 1-15,3 4-2 16,7-4 1-16,-4-12-4 15,-2-12 1-15,6-26-8 16,-7-15 1-16,-4-20-12 16,-10-21 0-16,-10-16 1 15,-18-18 0-15</inkml:trace>
  <inkml:trace contextRef="#ctx0" brushRef="#br0" timeOffset="124581.52">16436 16256 108 0,'3'0'54'0,"47"-16"-81"0,-22 7 100 16,18-4-89-16,21-3 0 16,11-9 0-16,13-3 1 0</inkml:trace>
  <inkml:trace contextRef="#ctx0" brushRef="#br0" timeOffset="124955.93">17194 16695 108 0,'-7'87'54'0,"11"-65"-73"16,3-18 73-16,14-4-56 15,11-4 1-15,10-2 0 16,4-6 0-16,0-7 2 16,7-9 1-16,-4-4 0 15,1-9 0-15,-5 1 2 16,-2-11 0-16,-11-2 0 15,-15-6 0-15,-10-7-1 16,-10 0 1-16,-11 0-3 16,-11 0 1-16,-3 7-1 15,-1 8 0-15,8 8-1 0,7 5 0 16,11 13 0-16,17 9 1 16,14 16-2-16,11 16 1 15,3 15 0-15,-3 16 0 16,-11 16-1-16,-21 3 1 15,-24 0-4-15,-33-7 0 16,-27-9-22-16,-19-9 0 16,-20-22 0-16,10-13 1 15</inkml:trace>
  <inkml:trace contextRef="#ctx0" brushRef="#br0" timeOffset="125474.7">18295 17234 106 0,'-56'25'53'0,"-64"-56"-87"16,81 24 103-16,-25 1-68 15,-31-3 1-15,-25-1 5 16,-24-8 0-16,-22-1-7 15,-32-3 0-15,-24 0 5 16,-29-10 1-16,-17 11-2 16,-35 2 1-16,-18 9-3 15,-21 4 1-15,-22 6-2 0,-13 6 0 32,-360 4 0-32,102-4 0 15,67-12 0-15,28-4 0 16,25-9 0-16,14 7 0 15,7 6-1-15,14 9 1 16,7 9-1-16,11 20 0 16,-3 15 0-16,-1 9 0 15,11 7 0-15,14 12 1 0,14-18-1 16,14-17 0-16,36-11 0 16,38-17 1-16,39-6-2 15,46-12 1-15,36-6-1 16,34-4 1-16,36 0-5 15,32 4 0-15,31-1-18 16,28 1 1-16,26-4 0 16,20-15 0-16</inkml:trace>
  <inkml:trace contextRef="#ctx0" brushRef="#br0" timeOffset="126097.07">10760 15111 100 0,'-74'-16'50'0,"-22"4"-68"0,72 9 82 16,-19 0-65-16,-13-4 1 0,-29 4 0 15,-14 3 1-15,-13 3 0 16,-19 7 0-16,-24 8 1 15,-14 14 0-15,-15 2 0 16,-21 10 1-16,-13-3-1 16,-15-3 0-16,-14-1-2 15,-14 1 1-15,-14 0 0 16,-15-7 0-16,-2-3-1 16,-19-6 0-16,8-6 0 15,-8 3 1-15,1-4-1 16,-1 1 1-16,15 3-1 15,-4-4 0-15,25 1 0 16,3-3 1-16,22-4-2 16,-4-6 1-16,21 0-1 15,14 0 1-15,4-3-1 16,21-3 1-16,7 0-1 0,25 3 1 16,14 0 0-16,0 3 0 15,17 4 0-15,22-1 1 16,-1 0-1-16,19 4 0 15,6 2-1-15,11-6 1 16,7 1-1-16,7-1 0 16,18-6-4-16,3 0 0 15,11 0 0-15,6-3 1 16</inkml:trace>
  <inkml:trace contextRef="#ctx0" brushRef="#br0" timeOffset="150193.43">9751 2405 75 0,'-25'-28'37'0,"-21"15"-31"16,39 16 37-16,-3 13-43 16,-1-7 0-16,0 13-2 15,4 3 0-15,0 0 0 16,7-9 1-16,7 3-1 15,4-10 0-15,7 1 1 16,-1-7 1-16,1-3 1 16,0-10 1-16,3-2 1 15,-4-4 1-15,1-3 0 16,0-6 1-16,-8 0-1 16,1 3 0-16,-1 3-1 15,-6 10 0-15,-4 9-1 16,-4 13 1-16,-3 2-1 15,-3-2 0-15,-1-1-6 0,-7-2 1 16,4-1-1-16,0-9 0 16</inkml:trace>
  <inkml:trace contextRef="#ctx0" brushRef="#br0" timeOffset="150613.85">9634 3336 81 0,'-7'-6'40'0,"21"0"-25"15,-3 12 37-15,-11-3-50 16,0 13 1-16,-7 18-1 16,-4 10 1-16,-3-3-4 15,4 6 0-15,-1-6 2 16,4-1 1-16,7-11-2 16,4-14 1-16,13-12-1 15,4-15 1-15,-3-13 0 16,3-13 0-16,-10 1 0 15,-8 5 1-15,-13 4-1 0,-8 12 1 16,-10 10 0-16,-11 9 0 16,0 13-4-16,4 6 1 15,3 0-1-15,11 3 1 16</inkml:trace>
  <inkml:trace contextRef="#ctx0" brushRef="#br0" timeOffset="184706.03">16182 2213 52 0,'7'0'26'0,"0"0"-19"16,-7 0 26-16,0 0-31 15,0 0 0-15,4 0 2 0,3 0 1 16,10-9-5-16,4 0 1 16,1-7 3-16,6 7 1 15,-3-7 0-15,-1 6 0 16,-3-2-1-16,1-1 0 15,6 10-1-15,0-6 1 16,-7 9 0-16,-3 0 0 16,-1 0-1-16,1 0 1 15,0 0-1-15,3 0 0 0,4 0-1 16,3 0 1-16,0-6-2 16,14 6 1-16,1 0 0 15,-1 0 0-15,-3 0 0 16,-7 0 0-16,6 6-1 15,5-6 1-15,3 0-1 16,-4-6 1-16,7 2-1 16,4-5 1-16,14-10-1 15,0 7 0-15,0-1-1 16,4 4 1-16,-1-7-1 16,-3 0 1-16,0 4-1 15,4 2 1-15,3 1-1 16,0 0 1-16,0-4-1 15,0 1 1-15,4-7-1 16,7-6 1-16,6 6-1 16,1 0 1-16,0-6-1 15,-1 6 1-15,1-6-1 16,-4 6 1-16,11 0 0 16,0 10 0-16,0-10 0 0,-4 3 0 15,4 7-1-15,7-7 1 16,3 4-1-16,0-4 1 15,-3 0-2-15,0 4 1 16,3 3 0-16,-3-4 0 16,-4 4 0-16,-10 5 0 15,3-5 0-15,-3 0 0 16,7 2 0-16,3 4 0 0,1-3 0 16,-5 3 0-16,1-7 0 15,-4 4 0-15,11 0 0 16,-11 3 1-16,-3-4-1 15,-4 4 0-15,-3-3 1 16,0 3 0-16,10-6-1 16,0-4 1-16,-3 10-1 15,0-16 0-15,3 10 0 16,7-7 1-16,-3 7-1 16,-4-1 0-16,-7 1 0 15,1-10 1-15,2 9 0 16,-2 1 0-16,2 6-1 15,1-6 0-15,-4-1 0 16,-3 7 1-16,7-3-1 16,-8 3 1-16,-3-7-1 15,-3 10 0-15,-7 3 0 16,-8-3 1-16,-6 7-1 16,-5-7 0-16,-2 9-2 0,-8-6 1 15,4 3 1-15,-4-2 0 16,1 2-2-16,-5-6 0 15,-2 15 0-15,-5-5 1 16,-2-1 3-16,-1 1 0 16,0 2-2-16,-3 1 0 15,-4-1 2-15,4 7 1 16,-4 3-1-16,4 6 0 0,-1-6-2 16,4 3 0-16,1 0 0 15,-5 1 0-15,1 2 0 16,-4 9 0-16,-3 7 0 15,0 3 0-15,-1 4 0 16,1 2 1-16,-1 0-1 16,1 0 1-16,0 4-1 15,-1 12 0-15,1 6 0 16,0 10 1-16,3-4-1 16,0 7 0-16,-3-3 0 15,3-1 0-15,7 20 0 16,0-10 1-16,0 3-1 15,1 0 0-15,-1 4 0 16,-3 5 1-16,-1 1-1 16,5 0 0-16,-5-7 0 15,-3 0 1-15,1 4-1 16,-1-4 0-16,3 4 0 16,1-10 0-16,0-3 0 0,3 3 0 15,0 3 0-15,0 0 0 16,-3 7 0-16,0-1 0 15,0-6 0-15,-4 13 1 16,7 3-1-16,-3-3 0 16,-4-1 0-16,0 1 0 15,4 3 0-15,-4-3 0 16,0-7 0-16,-3 1 0 0,3-16 0 16,-4-1 0-1,-2 1 0-15,-5-9 0 0,1-7 0 16,-4-6 0-16,0-7 0 15,3-2 1-15,-10-13-1 16,7-4 0-16,1-5 0 16,-1-4 0-16,-4-6 0 15,1-3 0-15,-1-3 0 16,-3-3 0-16,-3-4 0 16,-1-2 1-16,-6 5-1 15,-5-5 0-15,-2-7 0 16,-4-3 0-16,-11 9 0 15,-3-9 1-15,-4 7-1 16,-7-1 0-16,-7-6 0 16,-3 6 0-16,-11-6 0 15,-1 6 0-15,-9-6 0 16,-8 10 0-16,-7-4 0 16,-3 3 0-16,-11-2 0 15,-6-1 0-15,-12 3 0 0,4 1 0 16,-7-4 0-16,-3 0 0 15,-4-3 0-15,3 4 0 16,-3-1 0-16,3-3 0 16,-6 0 0-16,6 7 0 15,-10 2 0-15,-3 4 0 16,-5 0 0-16,8-1 0 16,-3 4 0-16,-1-6 0 15,0 2-1-15,4 1 1 0,-7 0 0 16,-4-1 0-16,1 4 0 15,6-3 0-15,-7 6 0 16,1 3 0-16,6-3-1 16,11-3 1-16,-11-4 0 15,1 1 0-15,6-3 0 16,8 2 0-16,-15-2 0 16,4-7 0-16,7 7 0 15,-7-7 0-15,-7 3 0 16,6 1 0-16,5 2 0 15,3 4 0-15,-7 0 0 16,7 2 0-16,10 1 0 16,11 0 0-16,-10-6 0 15,10-1 0-15,0 1 0 16,7-4 0-16,7 0-1 16,8 1 1-16,2-1 0 15,1 1 0-15,4 2-1 0,2 1 1 16,5-1 0-16,10 7 0 15,10-6 0-15,1-1 0 16,7-2 0-16,3-4 1 16,3 0-1-16,8-9 0 15,3-3 0-15,4-1 0 16,3 1 0-16,-10-3 0 16,7-1-1-16,0 4 1 15,3-3 0-15,0-1 0 0,4 1 0 16,3-7 1-16,4-6-1 15,0-9 0-15,4-13 0 16,3-9 1-16,0-1-1 16,-1-8 0-1,1-29 0 1,0 0 0-16,0 6 0 16,0-6 0-16,0-9 0 15,0-13 1-15,4-12-1 16,-1-20 0-16,1 1 0 15,3 0 0-15,0 18 0 16,-4 1 0-16,-3 6 0 16,0 9 0-16,3 16 0 15,-3 0 0-15,0 3 0 16,-3-6 0-16,3-7 0 16,-4 1 0-16,4-1 0 15,4 7 0-15,-1 3 0 0,-3-13 0 16,0 7 0-16,3 6 0 15,1 3 0-15,-1 6 0 16,4 4 0-16,-3-1 0 16,3-12 0-16,-4-6 0 15,8-4 0-15,-4-2 0 16,0-1 0-16,0 1 1 16,0 5-1-16,0 13 0 15,-4 19 0-15,-3 13 0 16,0-4 0-16,0 13 0 0,0 3 0 15,-4 1 0-15,4 5-1 16,4-6 1-16,-1 3 0 16,4 0 0-16,0-2 0 15,0-1 0-15,0 6 0 16,-3 4 0-16,-1-1 0 16,4 10 0-16,0-3 0 15,4 3 0-15,3 3 0 16,3-3 0-16,5-4 0 15,9-5 0-15,12-1-1 16,2 1 1-16,15 6 0 16,7-1 0-16,0 4 0 15,0 7 0-15,4 2 0 16,6 3 0-16,1 4 0 16,13 3 0-16,8-4 0 15,3-5 0-15,18-7 0 16,11-3 0-16,10 6 0 0,-4-10 0 15,11 4 0-15,8 7 0 16,-8-4 0-16,3 9 0 16,12 4 0-16,-8 9 0 15,-4-7 0-15,12 4 0 16,2-6 0-16,1-13 0 16,17 3 0-16,4 0 0 15,0 0 0-15,7-6 0 16,0 3-1-16,-10 7 1 0,-4-10 0 15,-1 12 0-15,-6 1 0 16,-7-1 0-16,-7 4-1 16,3-1 1-16,0-5 0 15,-7 5 0-15,7-6 0 16,1 4 0-16,-12-4 0 16,-3-3 0-16,-6 10 0 15,-1 0 0-15,-11 2 0 16,-14 4 0-16,-3 3 0 15,-3-6 0-15,-8 12 0 16,-3-6 0-16,-4-9 0 16,0-1 0-16,-3-2 0 15,3-1 0-15,-7 4 0 16,-11-1 0-16,-6 1 0 16,-8 3 0-16,-6 6 0 15,-11 0 0-15,-8 9 0 16,-9 1 0-16,2 8 0 0,-10-2 1 15,0 3-1-15,-3 6 0 16,0 3 0-16,-1 7 0 16,1 2 0-16,-1 14 1 15,1 14-1-15,-1 14 0 16,1-4 0-16,-4 10 0 16,7-4 0-16,0 16 1 15,4 10-1-15,0 0 0 16,3-7 0-16,4 0 0 15,6 13 0-15,5-6 0 0,-1-10 0 16,0-3 0-16,0 3 0 16,1-3 0-16,-1 7 0 15,7-4 0-15,-6-9 0 16,-5 3 0-16,1-7 0 16,0 1 0-16,0 3 0 15,-4 3 0-15,-4-7 0 16,-2 1 0-16,-5-3 0 15,-6-1 0-15,3 1 0 16,-3 2 0-16,3 7 0 16,7-3 0-16,0-6 0 15,4-4 0-15,-1-3 0 16,1 4 0-16,0-4 0 16,-4 0 0-16,-3 7 0 15,-4-7 0-15,-4 3 0 16,1-9 1-16,-1-3-1 0,19 66 0 15,-8-79 0 1,3 1 0-16,5-4 0 16,-5 3 0-16,-6-6 0 15,3-3 0-15,0-3 1 16,-6-4-1-16,-1 4 0 16,0-3 0-16,0-4 0 15,-4-9 0-15,1-3 1 16,0-3-1-16,-4 0 0 15,0 3 0-15,-4 3 0 0,1 0 0 16,-4 0 0 0,-4 10 0-16,-6-7 0 0,3 6 0 15,-4-9 0-15,0 1 0 16,-6-4 0-16,3-1 0 16,-4-11 0-16,-3 2 0 15,-4 4 0-15,-7 0 0 16,-3-1 1-16,-4 1-2 15,-7-3 1-15,1 2 0 16,-8 1 0-16,-4-3 0 16,1-4 0-16,-11 0-1 15,-4 1 1-15,-6-4 0 16,-5 3 0-16,-13 1 0 16,-7 9 0-16,-7 0 0 15,-11-1 0-15,0 1 0 16,-14-3 0-16,-11 0 0 15,-3-1 0-15,-14-2 0 16,-11 2 0-16,0 1 0 16,-14 3 0-16,-11 3-1 0,-10 6 1 15,-11 3-1-15,1 10 1 16,-15-3-1-16,0-4 1 16,-3 1 0-16,6-4 0 15,5-3 0-15,-1-9 1 16,7 0-1-16,7-3 0 15,1-1 0-15,10 4 0 16,3 3 0-16,1 0 0 16,20 0 0-16,1-3 0 0,3 0 0 15,14-1 0-15,11-2 0 16,-4 0 0-16,11-4 0 16,4 1 0-16,13-1-1 15,4 1 1-15,0 3 0 16,7-4 0-16,8 10 0 15,2-3 0-15,19 3 0 16,6 0 0-16,11-10 0 16,7 1 0-16,7 0 0 15,7-1 0-15,11-3 0 16,0-9 0-16,10 4 0 16,-7-4 0-16,11 3 0 15,3 0 0-15,4-3 0 16,0 6 0-16,7-6-1 15,-3 0 1-15,6 0-11 16,-3-16 0-16</inkml:trace>
  <inkml:trace contextRef="#ctx0" brushRef="#br0" timeOffset="186752.42">23689 10570 96 0,'14'-15'48'0,"0"24"-48"0,-14 1 49 15,-3 15-49 1,-4 19 0-16,-14 6 0 0,-4 16 0 16,-10 6 0-16,-18 3 0 15,0 10 1-15,-4 6 0 16,-6-10 1-16,3-3 0 15,-11-9 0-15,18-15 0 16,-31 8-1-16,-5-5 1 16,-2-4-1-16,-1-6 1 15,7-3-2-15,4-16 0 16,7-9 0-16,4-16 1 0,10-12-1 16,7-13 1-16,14-13 0 15,11-8 0-15,6-8 0 16,12-2 0-16,13-3 0 15,4 2 0-15,11 4-1 16,3 6 0-16,4 0 0 16,10 7 0-16,1 2-1 15,-1 7 1-15,-3 9 0 16,6 7 0-16,1 12 0 16,4 6 0-16,6 10 0 15,7 12 1-15,4 16-1 16,4 0 1-16,10 6-1 15,-4 0 0-15,5-6 0 16,9-6 1-16,-3-10-1 16,-3-3 0-16,-4-13 0 15,0-8 1-15,-7-8-1 16,-3-8 1-16,-4-13 0 0,0-10 0 16,0-9 0-16,0-6 0 15,-4-6 0-15,4-4 0 16,-7 7 0-16,-11-10 1 15,-10-3-1-15,-11 0 1 16,-10 1 0-16,-15-1 0 16,-13 3 0-16,-19-3 0 15,-6 10-5-15,-4 9 1 16,4 9-16-16,-1 10 0 0,12 6-1 16,6 9 1-16</inkml:trace>
  <inkml:trace contextRef="#ctx0" brushRef="#br0" timeOffset="187200.61">22010 12170 111 0,'-81'31'55'0,"84"-28"-74"0,15-6 88 16,14-10-71-16,28-5 1 16,31-7 0-16,26-7 0 15,24-2 1-15,28-1 1 16,11-9-1-16,14 7 1 16,-7-7 0-16,-4-3 1 0,-3 9-1 15,-17 0 1-15,-19 7-5 16,-13 3 1-16,-18 0-18 15,-29 6 0-15,-24 0-1 16,-28 9 1-16</inkml:trace>
  <inkml:trace contextRef="#ctx0" brushRef="#br0" timeOffset="187485.87">21826 12430 91 0,'-123'19'45'0,"24"6"-54"16,81-16 76-16,4-2-65 15,7-1 1-15,18 0 3 16,17-6 0-16,25-9-6 16,25-13 0-16,27-10 5 0,37-5 1 15,13-10-2-15,28 3 0 16,15 0-2-16,-8 0 1 15,1 0-2-15,-15 13 0 16,-24 2-2-16,-22 8 1 16,-17-1-2-16,-25 6 1 15,-17 0-6-15,-14 1 0 16,-15-11-1-16,-3 1 1 0</inkml:trace>
  <inkml:trace contextRef="#ctx0" brushRef="#br0" timeOffset="187976.51">25566 11226 117 0,'-18'-44'58'0,"8"-44"-64"16,6 66 74-16,-3-6-67 16,-4 0 1-16,-3 3 0 15,-3 3 0-15,-1 9-3 16,-3 7 0-16,7 9 1 16,-4 16 1-16,4 6-2 15,0 3 1-15,7 0-1 0,7-6 0 16,14-9 0-16,11-7 1 15,6-6-1-15,19-16 1 16,3-2-1-16,-4-8 1 16,-3 5 0-16,0 5 0 15,-7 10 0-15,-8 6 0 16,-6 12 0-16,-11 13 1 16,0 7-1-16,-7 5 1 15,4 10-1-15,-1-6 1 0,1 0-3 16,0-7 1-16,6-2-5 15,4-4 1-15,4-9-10 16,3-7 0-16,-3 1-1 16,0-7 1-16</inkml:trace>
  <inkml:trace contextRef="#ctx0" brushRef="#br0" timeOffset="190881.4">26070 10903 94 0,'-17'-16'47'0,"6"0"-45"16,15 13 64-16,3 0-63 15,3 3 1-15,8-3 3 16,10 9 0-16,7 4-9 16,1 5 1-16,6 14 4 15,0 8 1-15,-3 1-3 16,-4 6 1-16,-3 0-4 0,-7 0 1 15,-8-1 0-15,-9-11 0 16,-5-1-1-16,-3-9 1 16,-3-12 0-16,-5-7 1 15,8-13 0-15,0-5 1 16,4-4 0-16,3-6 0 16,7-4 0-16,11 1 0 0,3-3 0 15,4 0 0 1,3-4-1-16,7 1 0 0,-3 5 0 15,0 1 0-15,3 6 1 16,-3 3 0-16,-4 7-1 16,1 9 1-16,-4 6-1 15,-8 9 1-15,-6 13 0 16,-8 10 0-16,-6 6-1 16,-8 9 0-16,-3 6 0 15,0-6 0-15,-3 1-1 16,3-7 0-16,0-4-1 15,3-5 1-15,4-10-1 16,11 0 0-16,-1-9 1 16,8-10 0-16,3-3 1 15,11-12 0-15,3-10 1 16,11-19 0-16,7-12 0 16,10-10 1-16,8-5-1 15,3-8 0-15,-3-2-1 16,-11 3 1-16,-8 9-1 15,-16 10 1-15,-15 9-1 0,-14 13 1 16,-11 12-1-16,-6 16 1 16,-11 12-1-16,-11 16 1 15,-3 10-1-15,-1 9 0 16,1 6 0-16,14 3 0 16,10 4-1-16,15 2 1 15,14-9-1-15,10-12 0 0,7-10 0 16,14-15 0-16,4-10 0 15,4-12 1-15,3-10-1 16,0-6 1-16,-4-7 0 16,1 4 0-16,-4 0 1 15,-8 3 0-15,1 0 0 16,-10 6 0-16,-8 6 0 16,-7 4 0-16,-3 6 0 15,-8 3 0-15,-3 9-1 16,-7 7 1-16,-3 9-1 15,-4 6 1-15,0 4-1 16,-4 2 0-16,-3 4-1 16,7-3 1-16,0-4-2 15,3-12 1-15,4-6-1 16,4-7 0-16,3-12-1 16,0-6 1-16,0-10 0 15,3-6 1-15,5-3 0 16,2-4 0-16,8-2 1 0,7-1 0 15,3 1 1-15,4 2 0 16,3-2 0-16,0 9 1 16,4 3-1-16,-3 6 1 15,-5 1-1-15,5 2 1 16,-8 10-2-16,-7 9 1 16,-3 7-1-16,-4 9 0 15,0 9 0-15,-3 7 0 0,3 9 0 16,0 0 0-1,4 3-1-15,3-3 1 0,4-9-2 16,0-10 1-16,3-6-1 16,0-16 1-16,4-6 0 15,0-16 0-15,0-9 0 16,3-9 1-16,0-7 1 16,4 0 1-1,14-25-1 1,-10 1 1-16,-12 8 0 15,-13 4 0-15,-14 9 0 16,-15 9 0-16,-10 13-2 16,-7 7 1-16,-11 18-1 15,-3 6 1-15,3 7-2 16,7 6 1-16,8 6-1 16,6 7 1-16,15 5 0 15,6 11 0-15,8 18-1 16,7 3 1-16,3 12 0 15,-7 10 1-15,-7 4-1 16,-14-1 0-16,-7 6 0 0,-21-12 0 16,-15-9-1-16,-13-13 1 15,-15-19 0-15,-6-16 0 16,3-15-1-16,7-16 1 16,17-15-1-16,19-29 1 15,24-15-1-15,24-13 1 16,33-10-1-16,27-12 1 0,25-6-2 15,18 3 1-15,4-3-1 16,3 0 0-16,-7 9 0 16,-7 0 1-16,-22 10 0 15,-16 6 0-15,-19 9 2 16,-14 9 0-16,-10 14 1 16,-14 5 0-16,-18 16 0 15,-14 16 1-15,-11 19-1 16,-10 18 0-16,-11 13-1 15,-4 7 0-15,1 5-1 16,7 4 1-16,6-3-1 16,15 2 0-16,7-11-1 15,14-8 1-15,11-11 0 16,13-13 0-16,8-13-1 16,7-6 1-16,7-9 0 15,3-7 0-15,1-6 0 16,-5 0 0-16,5-6 0 15,-4-7 0-15,3-2 0 16,-7-10 0-16,4 9 0 0,-3-6 1 16,-5 6-1-16,-2 7 0 15,-8 6 0-15,-3 0 1 16,-4 12-1-16,-7 13 0 16,-4 10 0-16,-2 9 0 15,-5 9 0-15,-3 6 0 16,-3 4 0-16,-1 3 0 15,0-1-1-15,-3 4 0 16,4-9 0-16,-1-4 0 0,1 4-1 16,-1-10 1-16,4-6-1 15,0-7 1-15,4-6 0 16,3-9 1-16,7-6 0 16,7-10 0-16,11-6 1 15,7-10 1-15,0-2-1 16,3-4 1-16,4 0-1 15,-4 4 0-15,-3-4 0 16,-4 3 0-16,-7 10-1 16,-3 3 1-16,-7 6-1 15,-1 7 0-15,-6 8 0 16,-4 8 0-16,-4 11 0 16,-3 7 0-16,-3 3-1 15,-1 13 1-15,-3 3-1 16,0-1 1-16,-7 4-1 15,0-9 1-15,0-4-1 16,0-6 1-16,7-9-1 16,-4-7 1-16,8-5 0 0,3-11 0 15,3-8 0-15,4-4 0 16,4-6 0-16,7-4 0 16,-1 1 0-16,8-3 0 15,3 0 0-15,0-1 0 16,4 4 0-16,3 0 1 15,1 3-1-15,2 6 0 0,-2 13 0 16,-1 6 1-16,-10 12-1 16,-4 7 1-16,0 9-1 15,0 10 0-15,0 3 0 16,0 2 0-16,4 1-1 16,7-9 1-16,3-7 0 15,4-9 0-15,3-7 0 16,4-8 0-16,-3-11-1 15,-1-2 1-15,-7-13 0 16,-3 0 0-16,-14 0 0 16,-4-3 1-16,-7-3-1 15,-4 6 0-15,-3 6 0 16,-3 0 0-16,-1 7 0 16,1 0 0-16,3 5 0 15,0 14 0-15,3 2-1 16,4 7 1-16,4 6 0 15,3 3 0-15,0-2 0 16,4-4 0-16,-1-1 0 0,4-5 0 16,4-3 0-1,0-7 0-15,3-3 0 0,0-6 0 16,-3-3 0-16,0-7 0 16,-1-9 0-16,1-3 0 15,0-6 0-15,-4-13 0 16,0-6 0-16,0-10 1 15,4-9-1-15,0 0 0 16,6-9 0-16,-2 6 0 0,-1 3 0 16,0-3 1-16,-3 12-1 15,-4 10 1-15,-7 15-1 16,-3 13 1-16,-4 13-1 16,0 9 1-16,-4 16-1 15,1 9 1-15,3 9-1 16,0 16 1-16,0 22-1 15,0 10 0-15,-3 0 0 16,3 21 0-16,-4 0-1 16,-3 1 1-16,0 6-1 15,-3-16 1-15,-1-13-2 16,1-18 1-16,-4-10-1 16,-4-12 0-16,-3-19-1 15,-7-9 0-15,-4-13-1 16,-7-19 1-16,0-19-1 15,8-9 0-15,6-12 0 16,4 5 1-16,10-2 2 16,12 6 0-16,9 6 2 15,8 6 0-15,7 4 0 0,13 2 0 16,1 4-16-16,4-3 1 16,6-1-2-16,-3 1 1 15</inkml:trace>
  <inkml:trace contextRef="#ctx0" brushRef="#br0" timeOffset="191255.05">32216 11389 113 0,'42'19'56'0,"46"-16"-84"15,-53-9 94-15,8-1-73 16,13-2 1-16,-3-7-1 15,-3-9 1-15,-5-3 12 16,1-7 0-16,-7-9-4 16,-4 1 1-16,-6-8 4 15,-8 1 0-15,-7 0-1 16,-7-10 1-16,-7 7-4 16,-4-3 0-16,-3 2-3 15,-3 4 0-15,-4 6-1 16,3 4 1-16,-3 11 0 15,0 7 0-15,0 16 1 16,0 16 0-16,-11 11 0 16,-10 23 1-16,-8 10-1 0,-10 5 1 15,-3 1-5-15,-4 3 1 16,4-1-17-16,6-2 0 16,11-7 0-16,8-6 0 15</inkml:trace>
  <inkml:trace contextRef="#ctx0" brushRef="#br0" timeOffset="191822.63">32946 12010 122 0,'-78'37'61'0,"-24"-24"-83"16,74-10 104-16,-22 3-84 15,-24 1 1-15,-24-4-1 16,-29-6 0-16,-25-1 2 16,-25-8 0-16,-24-1-1 15,-17 1 0-15,-19 2 1 16,-6-2 1-16,-15 9 0 15,-10 0 0-15,-10 3 1 16,-5-7 0-16,-6 4-1 16,-4-3 0-16,-10 6-1 15,-4-6 1-15,-4 3-1 0,-6 6 0 16,3 3 0-16,14 6 0 16,11-2 0-16,21 2 0 15,3 4 0-15,25-3 1 16,0 2-1-16,15 4 1 15,6 3-1-15,14-3 1 16,1 0 0-16,6 0 0 16,4 2-1-16,0 5 0 15,14-4 0-15,14-1 0 16,8 1 0-16,16-3 0 16,19 0-1-16,17-6 1 0,14-1-3 15,15-9 0-15,6-3-21 16,8-12 1-16,-8-17-1 15,-10-21 1-15</inkml:trace>
  <inkml:trace contextRef="#ctx0" brushRef="#br0" timeOffset="-213966.83">25785 13430 102 0,'0'-28'51'0,"0"-57"-47"0,0 63 52 0,-4-12-55 16,0 3 1-16,-6-7 1 15,-8-3 0-15,-6-6-4 16,-5 9 1-16,-2 7 1 16,-8 19 1-16,-11 21-1 15,-3 25 0-15,-6 23-1 16,-9 24 0-16,12 17 0 16,7-4 0-16,10 0 0 15,14-13 0-15,15-9 0 16,13-9 0-16,15-22-1 15,6-19 1-15,8-19-1 16,7-15 1-16,0-10-1 16,0-16 1-16,-4 0 0 15,0 4 0-15,-7 6 2 16,-3 6 0-16,3 18-1 0,-3 8 1 16,-4 11-1-16,7 10 1 15,-6 7-1-15,-1 5 1 16,0 4-2-16,-3 3 0 15,-1-3 0-15,4-7 1 16,-7-5-1-16,1-11 1 16,2-11 0-16,1-14 0 15,3-18 0-15,7-19 0 16,4-15-1-16,7-23 1 16,3-9-1-16,0-3 1 0,4 3-1 15,-10-9 0-15,-5 3 0 16,-6 6 0-16,-4 3 0 15,-7 13 0-15,-7 18 0 16,-3 13 0-16,-4 16 0 16,-7 28 1-16,-4 38-1 15,1 31 0-15,-1 34 0 16,4 29 0-16,3 3 0 16,12 9 1-16,9-9-2 15,4-7 1-15,4-21 0 16,3-19 0-16,8-22-1 15,-5-19 1-15,5-28-1 16,2-29 1-16,5-37 0 16,3-28 0-16,-1-29 0 15,5-21 0-15,-1 0-1 16,1-7 1-16,-5 0 0 16,-2 16 0-16,-11 9 0 15,-15 13 1-15,-6 10-1 0,-11 12 1 16,-7 9 0-16,-7 16 0 15,-11 16 0-15,-3 15 0 16,-4 22-1-16,0 35 1 16,0 40-1-16,4 39 1 15,4 24-2-15,6 16 1 16,4 3-6-16,7 3 1 16,0-15-19-16,0-14 0 15,-4-20 0-15,-3-17 1 16</inkml:trace>
  <inkml:trace contextRef="#ctx0" brushRef="#br0" timeOffset="-213430.73">25774 14073 121 0,'-11'3'60'0,"15"25"-85"15,-1-15 111-15,4 15-86 16,4 13 0-16,-4 9 0 16,4 22 0-16,-1 10 0 15,1 9 0-15,-8-3-1 16,-3 12 1-16,-3-3-3 16,-11 0 1-16,-4-6-6 15,-3-15 0-15,-14-17-9 0,-8-15 0 16,-3-19-1-16,-6-22 0 15,-5-22 8-15,1-21 0 16,-8-11 10-16,8-5 1 16,6 0 11-16,8 5 1 15,0 7 3-15,10 10 1 16,7 15-6-16,8 10 1 16,10 12-5-16,7 6 0 15,10 10-3-15,11 12 0 16,8 1-3-16,9 9 1 0,15-7-2 15,11-3 1-15,13-5 0 16,8-8 0-16,-7-5 0 16,-1-10 1-16,1-6-1 15,-4-6 1-15,-11-10-1 16,-3 0 1-16,-7-9-2 16,-7-4 0-16,-7 1-6 15,-11-7 0-15,-7 1-22 16,-17 5 1-16,-25 4-1 15,-15 9 1-15</inkml:trace>
  <inkml:trace contextRef="#ctx0" brushRef="#br0" timeOffset="-212775.14">22874 15465 117 0,'35'-6'58'0,"-6"-44"-84"0,-19 34 114 0,-10-9-88 15,-10-6 0-15,-8-4-2 16,-10-2 0-16,-11 5 3 16,-10 4 0-16,-1 6-1 15,-6 16 0-15,-1 18 0 16,8 20 1-16,10 5 0 16,7 17 0-16,15 18-1 15,17 22 0-15,14 9 0 16,7 10 0-16,7 6-1 15,7 1 1-15,-3-1-1 16,-7-9 0-16,-11-16-1 16,-14-13 1-16,-14-21-1 15,-11-10 0-15,-10-25-1 16,-4-12 1-16,0-17 0 16,-3-8 1-16,10-13 0 15,15-13 1-15,20-9 0 16,18-3 1-16,15-7 0 0,13 4 1 15,11-3 0-15,14 2 0 16,0-5 0-16,-3-1 1 16,-4 4-1-16,-11 2 0 15,1 7-1-15,-12 4 0 16,-6 11-1-16,-7 13 1 16,0 13 0-16,-4 19 0 15,-3 15 0-15,-8 19 0 16,-3 16 0-16,-10 9 0 15,-4 9 0-15,-4-2 0 0,4-1-4 16,-3-12 1-16,6-10-10 16,1-15 1-16,7-19-1 15,-1-22 1-15</inkml:trace>
  <inkml:trace contextRef="#ctx0" brushRef="#br0" timeOffset="-212617.28">23195 15262 115 0,'-25'15'57'0,"-10"-12"-68"15,32-6 77-15,3-9-83 16,0-10 0-16,7-6 0 16,7-10 1-16</inkml:trace>
  <inkml:trace contextRef="#ctx0" brushRef="#br0" timeOffset="-211051.87">23477 15635 121 0,'4'131'60'0,"-1"-58"-70"0,4-58 84 16,-3 7-74-16,3 3 0 16,4 0-1-16,3 4 1 15,-4 5-1-15,1-3 1 16,-4-2-1-16,0-4 0 0,-3 0-1 15,-4-3 1-15,-4-7 0 16,0-2 1-16,4-4-1 16,0-9 1-16,4-9 0 15,3-10 0-15,7-12 0 16,4-4 0-16,7-5-1 16,3-4 1-16,7-10 0 15,7 1 0-15,1-3 0 16,-1-4 1-16,4 4-1 15,-4 9 1-15,4 3-1 16,-7 12 1-16,0 17-1 16,-4 2 1-16,-3 16-1 15,-8 7 0-15,-2 12 0 16,-5 12 1-16,-3 13-1 16,-7 6 1-16,-7 4-1 15,-7 9 1-15,0-13-2 16,0 3 1-16,-3-9-1 15,-1-3 0-15,0-9-1 16,4-4 1-16,4-12-1 0,-1-6 1 16,1-7 0-16,3-12 0 15,7-13 1-15,7-9 0 16,11-10 0-16,-1 0 0 16,5-9 1-16,6-6 0 15,4 0 0-15,-1-4 0 16,-2 4-1-16,-4 9 1 15,-4 6 0-15,-4 7 1 0,5 9-2 16,-12 9 1 0,1 29-1-1,-7 19 1-15,3 5-1 16,-7 7 1-16,-4 7-1 16,-3 2 0-16,-3 1-1 15,-1-4 1-15,-3-3-3 16,4-6 1-16,-1-6 0 15,1-10 0-15,-1-9 0 16,8-7 1-16,6-9 0 16,4-12 0-16,7-7 1 15,4-12 1-15,7-10-1 16,3-5 0-16,4-4 1 16,7-7 0-16,3-5 0 15,1 2 0-15,-5 1 0 16,1 6 1-16,4 6 0 15,-15 12 0-15,0 10-2 0,-7 4 1 16,-6 14-1-16,-5 17 1 16,-6 21-1-16,-4 1 1 15,-7 12-1-15,0 6 0 16,0 7 0-16,0-4 0 16,3 4-1-16,8-10 1 15,0-6 0-15,3-6 0 16,0-10-1-16,3-9 1 15,5-10-1-15,-5-12 1 16,4-7-1-16,4-11 1 0,3-17 0 16,4 0 1-16,3-9-1 15,1-6 1-15,2 0-1 16,-6-1 1-16,0 4-1 16,-7 9 1-16,-8 10-1 15,-6 9 1-15,-8 10 0 16,-3 12 0-16,-7 6-1 15,-3 9 1-15,-1 11-1 16,1 2 0-16,6 3 0 16,4 7 1-16,7-1-2 15,7 1 1-15,11-3-1 16,7-1 1-16,-1-6-1 16,1-6 1-16,0-12-1 15,0-4 0-15,-1-16 0 16,-2-11 1-16,-5-11 0 15,-3-12 0-15,-3-3 0 16,0-6 1-16,-8 3-1 16,-3 12 1-16,-3 10-1 0,-4 12 0 15,0 16 0-15,0 13 1 16,0 15-1-16,3 10 0 16,5 6 0-16,2-1 1 15,8 1-1-15,10-3 0 16,7-6 0-16,15-13 1 15,10-16-1-15,10-16 0 16,4-12-1-16,4-9 1 0,-4-13-1 16,4-12 0-16,-11-16 0 15,-11-4 0-15,-10-2 0 16,-11-7 1-16,-10-15-1 16,-7-4 1-16,-8 1 0 15,-6-1 0-15,-1 14 0 16,1 5 1-16,-4 6-1 15,0 20 0-15,-7 12 1 16,-4 12 0-16,0 13 0 16,-3 16 0-16,-3 19 0 15,-4 15 0-15,-1 22-1 16,1 22 1-16,4 29-1 16,2 18 0-16,8 25 0 15,7 6 0-15,4 7-1 16,7-12 0-16,3-17-7 15,0-18 1-15,0-32-20 16,3-31 1-16,5-34 0 16,-1-32 0-16</inkml:trace>
  <inkml:trace contextRef="#ctx0" brushRef="#br0" timeOffset="-210827.03">26899 14857 114 0,'7'-3'57'0,"-14"-7"-76"0,7 4 110 16,0 0-91-16,7 6 0 0,4 3-1 16,0 10 0-16,-1 15 1 15,-3 16 0-15,7 12-1 16,-3 16 0-16,-1 13 0 16,1 22 1-16,0 5-2 15,3 8 0-15,-4-7-9 16,1-23 1-16,-4-14-1 15,0-20 0-15</inkml:trace>
  <inkml:trace contextRef="#ctx0" brushRef="#br0" timeOffset="-210347.01">26709 15628 118 0,'14'7'59'0,"67"-48"-71"15,-46 22 82-15,18-9-70 16,21-7 0-16,18-5-2 16,0-1 1-16,0 10 1 15,-8-7 0-15,-6 7 0 0,-8-1 1 16,-10 4 0-16,-14 6 0 16,-7 0 1-16,-11 6 1 15,-10 1-1-15,-15-1 0 16,-13 10-2-16,-15 9 1 15,-14 19-2-15,-10 12 1 16,-15 7-1-16,1 16 1 16,-1 8-1-16,4 4 1 15,8 4 0-15,16-11 0 0,19-12 0 16,17-6 1-16,24-9-1 16,19-20 1-16,17-11-1 15,14-14 0-15,10-5 0 16,-3-1 0-16,1 3 0 15,-8 1 0-15,-4 2 0 16,-10 7 0-16,-10 6 0 16,-8 4 0-16,-3 2 0 15,-11 4 0-15,-7 9-4 16,-7-1 0-16,-7 5-9 16,-14 2 0-16,-3-6-1 15,-4-10 1-15</inkml:trace>
  <inkml:trace contextRef="#ctx0" brushRef="#br0" timeOffset="-208199.32">28060 15340 83 0,'39'-31'41'0,"0"-16"-29"0,-25 37 42 16,3 1-49-16,4 6 0 15,1-4 4-15,-1 10 1 16,-4 7-12-16,1 6 1 15,-4 6 7-15,0 3 1 16,0 3-3-16,4 16 0 16,0 3-3-16,-1 3 1 15,1 10-3-15,-4-13 0 0,-3-4-1 16,-8-5 0-16,-3-7-1 16,0-12 1-16,-7-3-1 15,-3-16 0-15,-1-9 1 16,4-7 1-16,0-6-1 15,3-6 1-15,4-10-1 16,11 0 1-16,3-2 1 16,7-1 0-16,4-3 0 15,7 0 1-15,3 0 1 16,-3 0 0-16,3 4 0 16,0 5 0-16,1 4 0 15,-5 9 1-15,-3 9-1 16,-3 16 0-16,-7 19-1 15,-1 10 1-15,-2 15-1 16,-1 9 1-16,0 10-2 16,3 0 1-16,5 0-1 15,2-7 0-15,8-5-1 16,3-14 1-16,4-11-1 0,0-11 1 16,0-11-1-16,-4-14 1 15,-3-8-1-15,-4-7 1 16,-3-7 0-16,-8 1 0 15,-3-13 0-15,-3 1 1 16,-4-1-1-16,-7-3 0 16,-3 6 0-16,-8 1 0 15,-3 9 0-15,0 2 1 0,-4 11-1 16,0 12 1-16,1 12 0 16,6 16 0-16,8 22 0 15,10 13 0-15,10 15-1 16,12-3 1-16,6-6-1 15,11-3 0-15,0-4-1 16,10-18 1-16,4-13-1 16,0-15 1-16,7-10-1 15,-3-19 1-15,-1-15-1 16,-3-16 1-16,-11-10 0 16,-6-2 1-16,-8-1-1 15,-10 4 1-15,-11 6-1 16,-7 3 1-16,-11 9-1 15,-10 7 1-15,-3 9-1 16,-8 9 0-16,-10 10 0 16,3 9 0-16,0 7 0 15,7 6 0-15,8 6-1 16,10 9 1-16,3 1 0 0,15-7 0 16,6-3 0-16,8-3 1 15,3-9-1-15,4-7 0 16,0-6-1-16,0-13 1 15,-8-9-4-15,-3-12 0 16,-3-7-15-16,-7-6 0 16,-4 6 0-16,-4 0 1 15,-3 10 0 1,92 91 18 0,-187-142 2-16,91 73 1 0,4 12 16 15,0 3 0-15,4 10 0 16,3 3 1-16,3 9-10 15,4 6 0-15,1 4-9 16,-1 0 1-16,7 2-3 16,4-2 0-16,-1-7-2 15,8-2 1-15,3-7 0 16,4-7 1-16,0-5 0 16,3-10 1-16,-3-10 0 15,0-5 0-15,-7-4 1 16,-11 3 1-16,-7 0-1 15,-7 7 0-15,-11 3-1 16,-6 3 1-16,-4 3-1 16,0 3 1-16,3 0-1 15,4-3 1-15,7 0-1 16,11-6 0-16,6-7 0 0,11 1 1 16,1 2 0-1,2 1 0-15,1-1-1 0,0 13 1 16,-4 1 0-16,0-1 0 15,1 0-1-15,-1 0 0 16,-4-3-1-16,5-9 1 16,-5-10-1-16,1-9 1 15,-4-10 0-15,-7-9 0 16,-3-3-1-16,-4 0 1 16,0-4 0-1,-3 20 1-15,3 18-1 16,0 22 1-16,10 29-1 15,1 9 1-15,10 12-1 16,4 7 1-16,3 3-1 16,4-4 0-16,-7-11-1 15,3-11 1-15,4-5-1 16,0-19 1-16,-1-13-1 16,5-16 1-16,-4-15 0 15,-4-19 0-15,0-6-1 16,-10-16 1-16,-4 6 0 15,-7 0 1-15,-7 0-1 16,-3 1 1-16,-4-7-1 16,-4 12 1-16,-10 4-1 15,0 6 1-15,0 6-1 16,3 10 1-16,4-1-1 16,4 14 0-16,-1 5 0 0,15 16 0 15,3 16-1-15,-4 22 1 16,1 15 0-16,-4 13 0 15,-3 10-1-15,-8 5 1 16,-3 7 0-16,0-6 0 16,3-7 0-16,4-12 0 15,7-9-1-15,8-10 0 16,9-13 0-16,8-12 0 16,10-6-2-16,1-7 1 0,-1-6 0 15,0-3 1-15,1-3 0 16,-1 0 1-16,0 3 0 15,1 0 1-15,-1 0 1 16,4 3 1-16,3 3-2 16,-3 7 1-16,0 9-2 15,-14 6 1-15,-8 7-2 16,-9 5 1-16,-15 7-1 16,-22 7 1-16,-16 8 0 15,-29 1 0-15,-11 9 0 16,-28-12 0-16,-31-1 1 15,-33-2 1-15,-31-7-1 16,-39-9 0-16,-46-10-1 16,-35-15 1-16,-28-4-1 15,-11-5 0-15,-21-4 0 16,-7 0 0-16,-14 0-1 0,-11 0 1 16,-13 7 0-1,-15 8 0-15,-7 8 0 0,-8 2 1 16,8 9-1-16,15-2 0 15,20-1 0-15,28 1 1 16,18-7-1-16,22-6 0 16,6 6 0-16,28-3 0 15,8 0-1-15,17 1 1 16,18-8-1-16,21 1 1 16,25-9-1-16,21-1 0 15,35-3-3-15,36-3 0 0,27-6-17 16,36-9 0-16,25-13 0 15,38-4 0-15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6:19:36.3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10858 3653 84 0,'0'0'42'0,"-254"-110"-36"0,173 76 42 16,-39-10-43-16,-24 0 0 15,-36 6 3-15,-25 1 0 16,-17 15-10-16,-18 12 0 15,-14 16 7-15,0 20 0 0,-10 21-3 16,2 25 1-16,5 9-2 16,10 13 0-16,7 22 0 15,0 22 0-15,18 7-1 16,-7 30 0-16,13 10 0 16,22 32 0-16,11 8 0 15,14 10 0-15,20 4 0 16,23 5 0-16,16 1 0 15,33 0 0-15,17 2 0 16,24-12 1-16,26 1-1 16,24-7 1-16,18-26-1 15,31-8 1-15,18-13-1 16,18-16 1-16,24-19-1 16,19-9 0-16,2-9 0 15,33-16 1-15,3-10-1 16,14-12 1-16,10-9-1 15,4-4 1-15,18-12-1 0,-7-13 0 16,21-12 1-16,-22-16 1 16,22-16-1-16,-10-15 0 15,-5-22 0-15,12-13 1 16,-15-18-1-16,4-23 1 16,-8-6-2-16,-2-12 1 15,-5-19-1-15,-13-13 1 16,-4-9-1-16,-11-13 1 15,-6-9-1-15,-15 0 0 16,-14-3 0-16,-10-3 1 0,-11 6-1 16,-18 9 0-16,-17-3 0 15,-11 0 0-15,-10 4 0 16,-11-7 0-16,-11-3 0 16,-7 3 0-16,-10 3 0 15,-11-3 0-15,-3 16 0 16,-11 3 0-16,-7 15 0 15,-7 4 1-15,-14 0-1 16,-11 12 0-16,-10 3 0 16,-4 7 0-16,-11-7 0 15,-3-9 0-15,0 0 0 16,0 10 0-16,-7-4 0 16,-7 16 1-16,-7 9 0 15,-18 7 0-15,4 15-1 16,-14-3 1-16,-15 10-2 15,-13 9 0-15,-15 3-12 16,-7 6 1-16,0 7-1 0,-10-16 0 16</inkml:trace>
  <inkml:trace contextRef="#ctx0" brushRef="#br0" timeOffset="1261.32">9035 5537 60 0,'0'-22'30'0,"-18"4"-15"0,11 11 31 0,-7 1-38 16,-4 0 0-16,-6-7 5 16,-5 4 1-16,-10-1-17 15,1 4 0-15,-5 0 11 16,-6 3 0-16,-11 3-4 15,-7 12 1-15,0 4-4 16,0 12 1-16,0 19-1 16,0 7 0-16,7 18 0 15,7 6 0-15,11 4-1 16,6-1 1-16,19 7-1 16,17 0 1-16,10-7-2 15,19-9 1-15,6-9 0 16,14-6 1-16,8-7-1 15,17-9 0-15,3-13 0 16,4-13 1-16,8-8-1 16,6-10 0-16,7-10 0 0,1-9 1 15,-8-16-1-15,-7-12 0 16,-3-6 0-16,-8 3 1 16,-13-10-1-16,-8 3 0 15,-13 1 0-15,-15-10 1 16,-14-7 0-16,-11 7 1 15,-13 4-1-15,-11-1 0 16,-8 6 1-16,-13 4 0 16,-4 6-1-16,-14 6 1 15,-3 9-2-15,-4 4 1 0,0 9 0 16,0 9 0-16,-11 4-1 16,-3 9 0-16,0 3 0 15,3 13 0-15,8 9 0 16,-5 3 0-16,12 13 0 15,7 3 0-15,3 12 0 16,10 10 0-16,8 0 0 16,10 3 0-16,1 0 0 15,13 6 0-15,8 7 0 16,6-4 0-16,11-6 0 16,7 0 0-16,8-15 0 15,6-7 0-15,21-9 0 16,-3-7 0-16,7-15 0 15,7-10 0-15,0-15 0 16,7-10 0-16,4-15 0 16,0-13 0-16,6-6 0 15,-3-3 0-15,-10-10 0 0,-8 0 1 16,-10 4-1-16,-10-4 0 16,-12-3 0-16,-9 0 1 15,-8 3-1-15,-11 4 1 16,-3 2-1-16,-14 4 1 15,-7-6-1-15,-14 5 0 16,-29 13-10-16,-17 7 0 16,-42 25 0-16,-64 2 0 15</inkml:trace>
  <inkml:trace contextRef="#ctx0" brushRef="#br0" timeOffset="2552.8">9553 3186 95 0,'21'-22'47'0,"-10"-29"-40"16,-8 42 48-1,-24 3-54-15,-10 9 0 16,-15 19 1-16,-14 9 1 15,-11 19-4-15,1 7 1 16,6 21 1-16,15-6 1 16,17-3-1-16,25-12 0 15,28-7-1-15,14-12 0 16,25-23 0-16,14-8 1 16,18-11-1-16,-4-8 0 0,-10-10 0 15,-7-6 0-15,-15-16 0 16,-24-3 1-16,-18-3 1 15,-18-4 1-15,-20 7 0 16,-22 0 1-16,-14 6-1 16,-11 16 0-16,1 13-4 15,-15 2 0-15,4 10-26 16,7 10 0-16,10-10-1 16,11 0 0-16</inkml:trace>
  <inkml:trace contextRef="#ctx0" brushRef="#br0" timeOffset="3016.52">9412 2681 115 0,'11'-19'57'0,"49"53"-81"0,-39-30 112 16,18-4-91-16,17-4 0 0,15-24-3 15,6-6 1 1,8-20 6-16,0-8 1 0,-4-1-4 15,-14 3 0-15,-11 13 3 16,-17 0 1-16,-18 13 1 16,-24 15 1-16,-15 10-1 15,-24 9 1-15,-8 22-1 16,-17 21 0-16,-10 14-3 16,-5 2 1-16,15-2-2 15,18 6 1-15,21-13-1 16,21-3 1-16,17 3-4 15,19-16 1-15,9-5-10 16,15-17 1-16,7-12 0 16,25-22 0-16</inkml:trace>
  <inkml:trace contextRef="#ctx0" brushRef="#br0" timeOffset="3182.61">11007 1696 122 0,'38'-28'61'0,"192"-7"-75"0,-156 20 91 16,35-4-86-16,29 3 1 16,14-3 0-16,6-3 0 15</inkml:trace>
  <inkml:trace contextRef="#ctx0" brushRef="#br0" timeOffset="4142.99">8611 5901 86 0,'-24'-6'43'0,"-26"9"-25"15,40 3 25-15,3 1-41 16,0-1 0-16,3 0 1 16,0-3 0-16,4 4-3 15,8-4 0-15,-1-3 3 16,3 6 1-16,1 19-1 0,-11 6 1 15,-4 20-1-15,-3 18 0 16,4 3-2-16,-4 6 1 16,3-9-1-16,1-12 0 15,-1-14-1-15,4-11 0 16,0-20-1-16,0-21 0 16,0-13 0-16,0-22 0 15,0-9 0-15,-4-1 0 16,1-5 0-16,-1 2 1 15,4 7-1-15,0 6 1 0,4 7 0 16,7-4 1-16,6 3-1 16,4 1 0-16,4 5 1 15,3-8 0-15,4 5-1 16,-4 4 1-16,4 12-1 16,-7 6 1-16,-8 13 0 15,1 10 0-15,-18 12-1 16,-11 9 1-16,-10 7-1 15,-14 9 1-15,-7-3-3 16,-4-13 0-16,3-3-8 16,5-9 0-16,9-6 0 15,15-13 0-15</inkml:trace>
  <inkml:trace contextRef="#ctx0" brushRef="#br0" timeOffset="4429.32">8841 5791 112 0,'0'29'56'0,"38"-14"-65"0,-20-12 78 15,14-3-70-15,14-9 0 16,0 0-5-16,10-16 1 15,4-16 2-15,0-3 1 0,0-3-7 16,-4 0 1-16,-6 9-5 16,-11 7 1-16,-11 3-9 15,-21 9 1-15,-18 9 2 16,-17 7 1-16</inkml:trace>
  <inkml:trace contextRef="#ctx0" brushRef="#br0" timeOffset="4565.02">9010 5553 79 0,'-53'6'39'0,"32"10"-34"15,21-10 73-15,3 4-73 16,4 5 1-16,11 11 3 16,3 8 0-16,11 13-12 15,-4 9 1-15,-3 10 3 16,-7 6 1-16,-4 19-27 16,-7 0 1-16,-14 3-3 15,0-12 1-15</inkml:trace>
  <inkml:trace contextRef="#ctx0" brushRef="#br0" timeOffset="7786.06">2046 1401 82 0,'-63'-81'41'0,"-4"46"-33"16,56 35 41-16,0 0-47 0,-10 19 0 15,11 16 2-15,-8 18 0 16,-3 22-4-16,3 60 0 15,-3 16 3-15,3 43 1 16,8 0-2-16,6-5 1 16,4-8-7-16,11-24 1 15,-1-13-1-15,1-28 0 16</inkml:trace>
  <inkml:trace contextRef="#ctx0" brushRef="#br0" timeOffset="8093.11">2117 2276 105 0,'56'-94'52'0,"25"13"-57"15,-53 43 64 1,15-18-60-16,13-13 0 0,4-10-2 15,-10 4 1-15,-19 6 2 16,1 6 1-16,-11 10-2 16,4 25 0-16,-14 12 2 15,-18 32 0-15,-15 46 1 16,-16 45 1-16,-5 28-1 16,4 25 1-16,8 0-4 0,6-25 0 15,21-10-14-15,4-28 0 16,0-15 0-16,4-26 0 15</inkml:trace>
  <inkml:trace contextRef="#ctx0" brushRef="#br0" timeOffset="8438.51">2840 821 99 0,'-28'-194'49'0,"-43"93"-54"0,43 83 75 0,-25-7-70 15,-32 18 0-15,-6 17-1 16,-40 21 1-16,-7 51-1 16,1 27 1-16,-8 57-1 15,-10 51 0-15,14 74 0 16,39 51 1-16,35 13-2 16,67-51 1-16,38-63 0 15,26-62 1-15,45-60 0 16,18-50 1-16,11-56 0 15,14-60 0-15,-11-25 1 16,-7-60 1-16,-14-31-1 16,-18-50 1-16,-14-4-2 15,-28-21 1-15,-28 37-4 16,-22 41 0-16,-31 35-6 16,-28 37 0-16,-29 28 0 0,-13 51 0 15</inkml:trace>
  <inkml:trace contextRef="#ctx0" brushRef="#br0" timeOffset="8669.78">1616 3709 115 0,'49'-75'57'0,"64"-60"-68"0,-53 98 80 0,28-11-71 15,11-11 0-15,10-7-8 16,4-6 1-16,-7-3 3 16,-7-1 0-16,-18 11-6 15,-21 11 1-15</inkml:trace>
  <inkml:trace contextRef="#ctx0" brushRef="#br0" timeOffset="8858.28">1436 4189 49 0,'-138'97'24'0,"68"-94"26"16,59-6 3-16,15-6-47 15,24-10 0-15,32-31 2 16,32-22 1-16,42-10-12 16,28-6 1-16,7-28 6 15,39-3 1-15,0-6-4 16,22-1 0-16,-29 13-12 0,-32 13 1 15,-42 22-1-15,-35 40 0 16</inkml:trace>
  <inkml:trace contextRef="#ctx0" brushRef="#br0" timeOffset="18510.38">13480 5167 98 0,'-81'-34'49'0,"81"25"-43"15,24 9 50-15,22-16-56 16,28-6 1-16,32-13 0 0,39-5 0 16,20-11-2-16,19 1 0 15,3-19-1-15,10 3 0 16,4-12-7-16,-3 15 1 15,-18 4-10-15,-14 12 1 16,-32 12 0-16,-28 7 0 16</inkml:trace>
  <inkml:trace contextRef="#ctx0" brushRef="#br0" timeOffset="18737.18">13801 5534 90 0,'-127'94'45'0,"70"-25"-50"0,61-50 77 0,10-9-69 16,18-4 0-16,24-22 1 15,29-9 1-15,35-6-7 16,24-13 0-16,36-6 2 16,25-7 1-16,17-6-5 15,7-5 0-15,8-1-7 16,-15 3 0-16,-10 9-12 15,-18 13 1-15,-14 4 1 16,-29 8 0-16</inkml:trace>
  <inkml:trace contextRef="#ctx0" brushRef="#br0" timeOffset="18991.25">13610 7604 108 0,'53'-3'54'0,"127"-35"-81"0,-109 26 110 0,31-13-85 16,25-4 1-16,18-15-17 15,6-6 1-15,1 0 17 16,3-13 1-16</inkml:trace>
  <inkml:trace contextRef="#ctx0" brushRef="#br0" timeOffset="19921.28">18528 4057 90 0,'-35'-141'45'0,"-57"38"-41"15,64 78 50-15,-11 0-54 0,-18 6 1 16,-6 6-1-16,-4 7 1 15,3 12-1-15,8 13 0 16,10 25 0-16,11 41 1 16,10 27-1-16,15 42 1 15,2 34-1-15,5 35 1 16,-4 6-1-16,-4-19 1 16,-6 3 1-16,-19-22 0 0,-13-24 0 15,-18-7 0-15,-14-22-1 16,0-13 1-16,0-28-1 15,3-31 1-15,18-22-3 16,14-10 1-16,18-49-1 16,24-20 0-16,22-21 0 15,31-26 0-15,36-59 1 16,28-25 1-16,28-32 1 16,14-9 0-16,22-12 1 15,-8 15 1-15,-3 13-2 16,-4 9 1-16,-17 22-1 15,-18 28 0-15,-21 23-2 16,-11 21 1-16,-21 28-1 16,-18 29 0-16,-10 21-1 15,-11 51 1-15,-10 38 0 16,-18 37 0-16,-10 40 0 16,-11 20 1-16,-8 18-1 15,-2 1 0-15,-8-1 0 0,0-6 0 16,-3-15 0-16,0-26 0 15,-8-9-1-15,-3-25 1 16,4-6 0-16,3-29 0 16,1-18-1-16,6-29 1 15,7-21 0-15,7-20 1 16,18-12-1-16,11-22 0 16,14-15 0-16,17-29 0 15,18-9 0-15,7-10 0 0,14-15 0 16,0-13 0-16,8-3 0 15,6 6 1-15,4 16-1 16,3-6 0-16,-10 22 0 16,-1 18 0-16,-6 19 0 15,-7 23 0-15,-8 27-1 16,-10 13 1-16,-18 19-1 16,-20 15 1-16,-19 16 0 15,-24 13 1-15,-18 12-1 16,-21 23 0-16,-14-11 0 15,-7-2 0-15,-7-3-3 16,0-10 0-16,-4-3-5 16,4-13 0-16,14-9-9 15,10-9 0-15,22-13 0 16,24-16 1-16</inkml:trace>
  <inkml:trace contextRef="#ctx0" brushRef="#br0" timeOffset="20320.71">20630 4957 75 0,'173'-53'37'0,"14"-13"-31"0,-141 41 49 16,14-3-53-16,0-19 1 15,-7-7 1-15,-14 4 0 16,-15 3-5-16,-16 3 0 16,-19 7 4-16,-17 12 0 15,-18 15-1-15,-14 20 1 0,-14 21-2 16,-4 25 1-16,-17 13-1 15,10 16 1-15,11-6-2 16,14 5 1-16,14-9-1 16,18-12 1-16,14-13 0 15,14-15 0-15,11-19 0 16,13-26 1-16,8-9-1 16,10-6 1-16,15-22-1 15,-1 10 1-15,4-1-1 16,-3 3 0-16,-1 17 0 15,-10 5 0-15,3 13 0 16,-3 19 0-16,-7 0-1 16,-7 6 0-16,-4 3-4 15,-3 16 0-15,-4-16-8 16,0-3 0-16,-7-3-12 16,0-9 0-16,0-13 0 15,1 0 1-15</inkml:trace>
  <inkml:trace contextRef="#ctx0" brushRef="#br0" timeOffset="20557.74">21788 4816 74 0,'91'-84'37'0,"19"-48"-44"0,-86 97 70 31,5-12-57-31,-12 3 1 16,-13 10 2-16,-8 6 1 15,-13 9-14-15,-12 22 1 0,-2 10 8 16,-15 24 0-16,3 20-3 15,1 15 0-15,7 12-2 16,10 4 1-16,11 16-3 16,14-1 1-16,14-18-14 15,11-10 0-15,10-25 0 16,18-25 0-16</inkml:trace>
  <inkml:trace contextRef="#ctx0" brushRef="#br0" timeOffset="20865.15">22599 4735 86 0,'-11'-7'43'0,"15"-18"-50"15,-1 19 63-15,4-10-55 16,8-2 0-16,6-8 0 16,11-5 0-16,6-7-1 15,8 4 1-15,0-10 1 0,-4-3 1 16,-10 3 1-16,-7 19 0 15,-11-6 1 1,-21 15 1-16,-21 10-2 0,-18 15 1 16,-18 16-2-1,-10 13 1-15,-3 25-3 0,6 9 0 16,11-10-1-16,14 7 0 16,32-3-2-16,18 0 1 15,27-13-4-15,12-6 1 16,13-6-21-16,8-9 1 0,6-10-1 15,1-7 1 1</inkml:trace>
  <inkml:trace contextRef="#ctx0" brushRef="#br0" timeOffset="21171.47">24430 5820 111 0,'-42'15'55'0,"-135"36"-81"16,114-42 108-16,-40-3-83 15,-55 4 0-15,-51 2-1 16,-59 1 1-16,-53-1 1 16,-46 4 1-16,-24 0-2 15,-15 12 1-15,0 3 0 16,15 7 1-16,10 9 0 0,18 6 1 15,31 10-1-15,14-7 1 16,26-6-2-16,20-6 0 16,29-6-2-16,31-7 1 15,43-12-8-15,34-3 0 16,47-10 0-16,42-9 0 16</inkml:trace>
  <inkml:trace contextRef="#ctx0" brushRef="#br0" timeOffset="21559.67">24776 6281 102 0,'24'3'51'0,"-45"38"-58"16,3-32 64-16,-17 7-59 16,-32 2 1-16,-25 1-3 15,-38 3 1-15,-25 6 4 16,-29 1 1-16,-31-1-2 16,-21 0 0-16,-25 10 3 15,-22 2 0-15,-24 17 1 16,-17-10 1-16,-25 9-1 15,-18 7 0-15,0-3-2 0,0-4 1 16,7 1-2-16,11-1 0 16,28-6-2-16,14 0 1 15,32-6-1-15,31 0 1 16,26-9-4-16,27 2 0 16,29-5-1-16,21-7 1 15</inkml:trace>
  <inkml:trace contextRef="#ctx0" brushRef="#br0" timeOffset="22963.97">6209 9896 112 0,'-39'16'56'0,"4"18"-54"16,28-15 57-16,-4 38-59 16,1 24 1-16,-8 29-1 15,4 22 0-15,0 18-1 0,3 7 1 16,8 0-1-16,3-19 1 16,0-25-1-16,3-26 0 15,-3-24 0-15,0-25 1 16,-3-32 0-16,3-31 1 15,3-38-1-15,4-21 1 16,7-39 0-16,15-27 0 16,13-38-1-16,21 3 0 0,8 3 0 15,3 3 1-15,0 25-1 16,-3 23 0-16,-11 21-1 16,-7 22 1-16,-8 19 1 15,-6 16 1-15,-7 18 0 16,-4 16 0-16,-7 13-1 15,1 16 1-15,-15 30 0 16,-7 26 0-16,-7 35-2 16,-15 11 1-16,-2 36-1 15,-1 2 0-15,-3 4-3 16,7-7 1-16,10-15-6 16,4-22 0-16,3-26-16 15,4-18 0-15,4-25 0 16,-8-16 0-16</inkml:trace>
  <inkml:trace contextRef="#ctx0" brushRef="#br0" timeOffset="23106.4">6156 10542 109 0,'-39'25'54'0,"50"-25"-74"0,6-3 100 15,19 0-84-15,-8 3 1 16,64-25-35-16,17-13 1 15,18-18 38-15,0-32 1 16</inkml:trace>
  <inkml:trace contextRef="#ctx0" brushRef="#br0" timeOffset="23347.18">8043 9244 106 0,'0'6'53'0,"-31"-18"-67"16,27 15 88-16,1 3-74 15,-1 3 1-15,-3 13-1 16,0 13 1-16,3 6-2 16,-3 15 1-16,0 26 0 15,0 15 0-15,-7 3-2 16,4 19 1-16,-1 10-7 16,4-7 1-16,-4-6-17 15,1-19 1-15,3-18 0 16,-4-23 0-16</inkml:trace>
  <inkml:trace contextRef="#ctx0" brushRef="#br0" timeOffset="23706.68">7472 10298 91 0,'0'-41'45'0,"212"-144"-59"0,-135 138 86 15,11-7-72-15,-3 4 1 16,0-9 0-16,-8-1 1 16,-6 10-2-16,-11 9 1 15,-11 7 1-15,-10 12 1 0,-14 15 0 16,-8 20 0-16,-17 12 0 16,-7 19 0-16,-3 12-2 15,-1 17 1-15,4 5-2 16,7-3 1-16,7-3-1 15,11-12 0-15,3-16 0 16,7-13 0-16,11-15 0 16,3-19 1-16,-14-10 1 15,4-18 0-15,-7-13 0 16,0-13 0-16,-15-8-3 16,1-4 0-16,-4 3-16 15,-7-3 0-15,0 3-1 16,3 3 0-16</inkml:trace>
  <inkml:trace contextRef="#ctx0" brushRef="#br0" timeOffset="24339.97">8918 9457 121 0,'-7'-6'60'0,"21"25"-80"0,-14-7 103 15,4 10-84-15,-1 22 1 16,-3 9-1-16,-3 7 0 15,-1 3 0-15,-10-7 0 16,4 4-2-16,3-10 1 16,3-9-1-16,4-10 1 15,7-6 0-15,7-9 1 0,0-7 0 16,4-9 1-16,0-3 0 16,-1-3 1-16,1-10-1 15,-1 0 1-15,12-12-1 16,2-3 0-16,5-4 0 15,10-12 1-15,3 0-1 16,4-6 0-16,3 3 1 16,4 3 1-16,-3 9-1 15,-4 10 1-15,-11 9-1 16,-10 10 1-16,-8 9-1 16,-9 9 1-16,-12 19-2 15,-3 7 0-15,-7 2 0 16,-4 7 0-16,1-6 0 15,3-4 0-15,0-2-2 16,0-7 1-16,3 3-1 16,4-6 1-16,0-12-1 15,4-4 1-15,3-9 0 16,7-10 0-16,11-9 1 0,10-19 0 16,11-15 0-16,7-13 0 15,10-3 1-15,8-3 0 16,-1 2 0-16,1 14 0 15,-4 12 0-15,-11 9 1 16,-6 19 0-16,-8 10 0 16,-7 15-1-16,1 13 1 15,-8 9-2-15,-4 13 1 16,-2 16-1-16,-1 5 1 16,-4 10-6-16,1-18 1 0,-7 33-18 15,-4 8 0-15,0-1 0 16,3-13 1-16</inkml:trace>
  <inkml:trace contextRef="#ctx0" brushRef="#br0" timeOffset="24653.39">11243 10389 111 0,'-21'9'55'0,"-36"7"-66"15,26-10 96-15,-33 10-85 16,-49 6 1-16,-49 12-1 16,-57 13 1-16,-74 19-2 15,-49 12 1-15,-56 10 0 16,-36 12 0-16,-14 16 0 16,-7 16 0-16,3 0 0 0,22-4 0 15,52-2 0-15,40-10 0 16,55-16-1-16,54-21 1 15,60-23-9-15,31-15 1 16,57-16-21-16,46-25 1 16,42-31 0-16,56-23 0 15</inkml:trace>
  <inkml:trace contextRef="#ctx0" brushRef="#br0" timeOffset="24975.83">11356 10806 111 0,'32'3'55'0,"-71"9"-85"16,14-9 114-16,-28 4-87 16,-31 8 1-16,-40-5-2 15,-35 5 1-15,-35 4 5 16,-28 6 0-16,-35 10-2 15,-22 9 1-15,-21 25 2 16,-25 25 1-16,-6 16 0 16,-15 15 0-16,-3 10 0 15,28 9 0-15,10-9-2 16,33-10 0-16,31-12-1 16,25-12 0-16,24-14-7 0,39-15 0 15,18-18 0-15,25-20 1 16</inkml:trace>
  <inkml:trace contextRef="#ctx0" brushRef="#br0" timeOffset="50110.09">16217 9583 97 0,'7'9'48'0,"43"-28"-44"0,-33 13 48 16,4-7-51-16,8-15 0 15,2-6 1-15,8-4 0 16,4-12-3-16,-1-13 1 16,4-6 2-16,-4-6 0 15,-3 6-1-15,-11 6 1 16,-10 4-1-16,-18 12 0 15,-14 6 0-15,-15 13 1 16,-20 12-2-16,-11 19 1 16,-18 16 0-16,-13 25 1 0,10 18 0 15,-1 14 1-15,15 8 0 16,11 17 1-16,17 9-1 16,22-13 1-16,17-9-2 15,14-7 1-15,14-18-13 16,11-10 0-16,17-25-1 15,8-25 1-15</inkml:trace>
  <inkml:trace contextRef="#ctx0" brushRef="#br0" timeOffset="50261.88">16958 9686 123 0,'-21'60'61'0,"7"-48"-84"16,14-12 82-16,-4-6-106 15,4-3 1-15,0-13 0 16,0-13 0-16</inkml:trace>
  <inkml:trace contextRef="#ctx0" brushRef="#br0" timeOffset="50744.15">17780 9354 122 0,'32'-19'61'0,"7"-44"-89"0,-32 41 117 16,-11-9-90-16,-14-7 1 16,-13 1-1-16,-12 5 0 0,-6 13 1 15,-7 10 0-15,-1 9-2 16,1 9 0-16,6 7 0 16,8 6 0-16,10 0 0 15,18-3 1-15,21-3-1 16,14-10 1-16,0-3 0 15,11-9 1-15,0-1 0 16,3-5 0-16,-3-1 1 16,0 1 0-16,-1 2 1 15,-2 4 0-15,-1 6-1 16,0 3 1-16,-3 10-1 16,0 6 1-16,3 9-2 15,0 19 1-15,-3 6-1 16,-8 16 0-16,1 16-1 15,-15 9 1-15,-10 3 0 16,-14 7 0-16,-10 8 0 16,-12-2 0-16,-10-9 0 0,-3-4 0 15,-8-16 0-15,-3-12 1 16,0-12-1-16,0-17 0 16,7-8 0-16,11-20 1 15,10-18-2-15,14-22 1 16,15-13-5-16,20-25 0 15,22-9-19-15,14-16 0 16,7-3 0-16,21 0 0 16</inkml:trace>
  <inkml:trace contextRef="#ctx0" brushRef="#br0" timeOffset="50867.01">18344 9517 109 0,'46'53'54'0,"0"0"-75"0,-32-40 99 0,0-1-92 15,-3-2 0-15,0 2 0 16,-8-8 0-16</inkml:trace>
  <inkml:trace contextRef="#ctx0" brushRef="#br0" timeOffset="52013.79">20500 8215 107 0,'7'-50'53'0,"-21"-3"-54"15,3 37 66-15,-6-3-65 16,-19 1 1-16,-6 2-1 16,-7 7 1-16,-8 18-2 15,1 7 1-15,6 15 0 16,8 19 0-16,10 13-1 15,15 25 1-15,13 25 0 16,11 9 0-16,11 25 0 16,-1-6 0-16,-2 4 0 15,-19-11 0-15,-10-5 0 16,-18 0 0-16,-17-23-1 0,-18-9 0 16,-11-24 0-16,-7-23 0 15,11-19 0-15,18-18 0 16,14-20 0-16,20-15 0 15,22-15 1-15,25-17 0 16,21-11 1-16,21-17 0 16,14-9 1-16,14-12 0 15,8-20 0-15,-4 7 1 16,-4 0-1-16,-7 3 1 16,-10 10-2-16,-4 15 1 0,-11 16-1 15,-13 19 0-15,-8 12 0 16,-10 19 0-16,-4 19 0 15,-7 19 1-15,-3 27-1 16,-11 23 1-16,-7 19-1 16,-7 28 1-16,-11 15-1 15,4 7 1-15,0 6-2 16,0 0 1-16,-4-6-2 16,0-3 1-16,-6-19-1 15,-1-13 0-15,0-12 0 16,-6-22 0-16,2-19-1 15,1-16 1-15,0-18 0 16,7-19 1-16,3-20 0 16,11-14 0-16,7-17 0 15,7-24 0-15,14-1 0 16,18-6 0-16,3-3 0 16,8-6 0-16,6 0 0 0,4 3 0 15,4 3 0-15,-1 9 0 16,1 7 0-16,-4 6 1 15,0 13-1-15,0 15 1 16,-4 13-1-16,-7 15 1 16,-6 13-1-16,-11 16 0 15,-15 12 0-15,-13 16 1 16,-18 19-1-16,-15 6 1 0,-9 0-1 16,-15 3 0-16,-7-6-2 15,-11-7 1-15,-3-12-6 16,3-12 1-16,4-10-15 15,7-13 0-15,15-8 0 16,13-17 0-16</inkml:trace>
  <inkml:trace contextRef="#ctx0" brushRef="#br0" timeOffset="52217.08">21530 8698 115 0,'18'0'57'0,"-1"7"-73"16,-13-4 100-16,-1 6-85 16,-3 7 1-16,-3 3-1 15,-1 9 1-15,-3 3 0 16,0 10 0-16,-3 6-1 0,-1 9 0 16,4-5-5-16,0 2 0 15,-4-6-20-15,1-9 1 16,-4-7-1-16,-4-18 1 15</inkml:trace>
  <inkml:trace contextRef="#ctx0" brushRef="#br0" timeOffset="52389.15">21516 8288 120 0,'-18'6'60'0,"25"-44"-96"0,0 32 119 0,4-7-110 15,0-2 1-15,-4-4 0 16,3 3 0-16</inkml:trace>
  <inkml:trace contextRef="#ctx0" brushRef="#br0" timeOffset="52787.55">21805 8645 122 0,'4'72'61'0,"-4"0"-76"15,0-53 94-15,0 6-84 16,0 0 0-16,0 0-3 16,3 0 1-16,1 7 8 15,-1-7 0-15,1-13-6 16,3 4 0-16,0-13 3 16,0-3 0-16,0-3 1 0,0-3 0 15,0-4 1-15,4 1 1 16,-4-4 0-16,3-5 0 15,1-11 0-15,3 1 0 16,4 0 0-16,10 0 0 16,0 3 1-16,4 0 0 15,3-4 1-15,4 1 0 16,0 6 0-16,7 0 0 31,0 13 0-31,-15 6 0 0,-10 12-1 16,-17 7 1-16,-8 9-3 15,-6 9 1-15,-8 1-1 16,-3 2 0-16,0 4-4 16,0-3 1-16,3-7-17 15,4 4 1-15,3-16 0 16,11-7 0-16</inkml:trace>
  <inkml:trace contextRef="#ctx0" brushRef="#br0" timeOffset="52996.46">22952 8899 118 0,'42'69'59'0,"-28"13"-74"15,-10-61 99-15,-8 14-84 16,-6 6 1-16,-12 12-1 16,-6 13 0-16,-18 9-1 0,-3 0 1 15,-4 7-3-15,4-4 0 16,-1-9-10-16,11-6 1 15,4-10 0-15,10-9 0 16</inkml:trace>
  <inkml:trace contextRef="#ctx0" brushRef="#br0" timeOffset="53571.41">24095 8723 108 0,'0'4'54'0,"28"14"-67"0,-10-15 71 15,6 1-61-15,8-8 1 16,3-5-1-16,4 0 0 16,3-7 5-16,8 0 1 15,-8-15-2-15,-7 0 1 16,-6-7 1-16,-19 3 1 16,-10 7 0-16,-17 6 0 15,-26 16-2-15,-6 19 1 16,-18 12-3-16,-14 12 1 0,-7 20-2 15,-1 5 0-15,12 17 0 16,13 12 1-16,29-3 0 16,24-4 1-16,29-5-1 15,31-13 1-15,25-13-13 16,22-22 1-16,17-21-1 16,-1-14 0-16</inkml:trace>
  <inkml:trace contextRef="#ctx0" brushRef="#br0" timeOffset="54018.08">25058 8498 120 0,'-14'15'60'0,"14"1"-74"16,3-7 90-16,-3 10-76 15,4 3 0-15,-1 6-2 0,-3 7 1 16,0 3 0-16,0 5 0 15,0 8-1-15,4 2 0 16,3 10-1-16,3-1 1 16,1-8-1-16,0-7 1 15,-1-7-1-15,-6-11 1 16,-1-11-1-16,1-5 1 16,-4-13-1-16,0-9 1 15,-7-13-1-15,0-10 1 16,0-5 1-16,3-7 1 15,8 0 1-15,3 0 0 0,3-3 1 16,11 6 1-16,8 0 1 16,13-3 0-16,11 4 0 15,7 8 0-15,-4 10 0 16,4 13 0-16,-3 9-2 16,-15 6 1-16,-10 16-1 15,-8 6 0-15,-6 16-1 16,0 7 0-16,-1 18-2 15,8 3 1-15,0-10-5 16,14-2 0-16,3-4-18 16,4-9 0-16,3-12 1 15,-6-7 0-15</inkml:trace>
  <inkml:trace contextRef="#ctx0" brushRef="#br0" timeOffset="54374.35">26113 8843 105 0,'-32'9'52'0,"50"4"-68"0,-1-20 89 16,15-2-73-16,10-4 1 16,18-9-1-16,0-6 1 15,-3 3-2-15,-8-6 1 16,-7 2 1-16,-17 11 0 15,-18 5 1-15,-17 7 1 0,-19 12-1 16,-2 7 1-16,-12 9-2 16,-3 6 1-16,0 9-2 15,8 10 1-15,9 7-3 16,15 9 1-16,21-7-1 16,18-3 1-16,21-12-4 15,10-13 1-15,11-12-17 16,11-13 1-16,0-9 0 15,-4-29 0-15</inkml:trace>
  <inkml:trace contextRef="#ctx0" brushRef="#br0" timeOffset="54671.11">26730 8623 111 0,'-25'0'55'0,"46"13"-73"16,-10-13 99-16,7 6-81 0,6 3 0 15,8 1-2-15,3 5 1 16,1 4 0-16,-8 6 0 16,-3 3-2-16,-8 4 0 15,-6-1-1-15,-8 1 0 16,-6-4 1-16,-8-3 0 16,1-6 1-16,-1-7 0 15,0-2 1-15,1-7 1 16,6-16 1-16,1-9 1 15,6 3-1-15,15-12 1 0,3-3-6 16,4-7 0-16,3-3-17 16,7-3 0-16,4-13-1 15,14 7 0-15</inkml:trace>
  <inkml:trace contextRef="#ctx0" brushRef="#br0" timeOffset="55460.26">27880 8598 114 0,'-53'-3'57'0,"-21"-7"-85"15,46 4 113-15,-11 6-87 16,-14 6 0-16,-3 7-2 16,-8 0 0-16,-6-1 4 15,6 7 0-15,4 3-3 16,11 0 0-16,10-3 1 15,18-1 1-15,14-5 0 0,14-4 1 16,21-9 1-16,11-3 0 16,21-6 0-16,3-4 0 15,11-2 0-15,-3 2 0 16,3 1 0-16,-11 5 0 16,-10 7 0-16,-14 10 1 15,-11 12-1-15,-17 15 0 16,-15 13 0-16,-13 13 0 15,-18 9-1-15,-11 7 1 0,-11-1-1 16,-3-3 0-16,4-6 0 16,6-6 1-16,1-13-1 15,14-9 1-15,17-13-1 16,11-9 0-16,14-13-1 16,14-12 0-16,15-13 0 15,17-9 0-15,6-13 0 16,12-12 0-16,7-19 1 15,3-7 0-15,0-5 1 16,0-4 0-16,0-9 0 16,-10-1 0-16,-11 8 0 15,-11 2 0-15,-7 19-1 16,-10 9 1-16,-4 10 0 16,-13 15 0-16,-8 14-1 15,-4 11 1-15,-6 10 0 16,-4 13 1-16,-8 12-1 15,1 16 0-15,0 9 0 16,4 9 0-16,3 13-1 16,3 10 0-16,4 9-2 0,4 6 1 15,-4 0-2-15,0-6 1 16,-4-9-1-16,-7-7 1 16,-10-6 0-16,-7-13 0 15,-4-12 1-15,-3-12 1 16,7-17 0-16,0-11 0 15,6-11 0-15,12-15 0 16,17-9 0-16,11-22 1 0,13-16-1 16,19-13 1-16,20-6 0 15,8 0 1-15,10 1-1 16,11 11 0-16,-7 7-4 16,-4 19 0-16,-7 10-20 15,-7 18 0-15,-11 12 0 16,-13 10 0-16</inkml:trace>
  <inkml:trace contextRef="#ctx0" brushRef="#br0" timeOffset="55730.73">29079 9545 103 0,'-7'72'51'0,"-28"-31"-80"15,14-32 94-15,-21 1-71 16,-36-1 1-16,-31-6-1 15,-50-6 0-15,-53 3 10 16,-52-3 1-16,-61 3-2 0,-42-3 1 16,-31 6 5-16,-12 16 0 15,12 3 1-15,31 9 0 16,42-3-2-16,40 4 0 16,41-1-8-16,36-6 1 15,39-9-11-15,38-1 0 16,29-11-18-16,42-8 1 31</inkml:trace>
  <inkml:trace contextRef="#ctx0" brushRef="#br0" timeOffset="56023.31">28790 9968 111 0,'39'32'55'0,"-95"-10"-72"16,20-16 88-16,-41 0-72 15,-43-3 0-15,-46 0 0 16,-39-3 1-16,-35-3 1 16,-24 3 0-16,-22 3 1 15,-10 7 1-15,-11 2 0 16,7 7 0-16,4 9 0 15,6-2 0-15,22-1-3 16,28-7 1-16,32 1-9 16,39-9 1-16,35-4-1 15,39-19 0-15</inkml:trace>
  <inkml:trace contextRef="#ctx0" brushRef="#br0" timeOffset="57398.49">5122 15538 100 0,'-17'15'50'0,"41"-12"-45"16,-2-3 50-16,6 0-55 0,25-6 1 16,3-3-1-16,11-10 0 15,7-9 0-15,0-4 0 16,0-5 0-16,-3-10 1 15,-18-7 0-15,-11 4 1 16,-14 3 1-16,-10 0 1 16,-29 13-1-16,-10 12 0 15,-28 18 0-15,-11 30 0 0,-18 17-2 16,-13 26 1-16,-15 13-2 16,14 21 0-16,11 10-1 15,21 0 1-15,21-3 0 16,29 0 1-16,20-19-1 15,33-13 0-15,24-12-3 16,10-35 1-16,25-21-8 16,18-23 0-16,-3-25-1 15,3-18 1-15</inkml:trace>
  <inkml:trace contextRef="#ctx0" brushRef="#br0" timeOffset="57879.18">6156 14653 120 0,'-28'-6'60'0,"70"0"-72"0,-10-1 84 16,31-2-73-16,8-13 1 15,28-6-1-15,7 0 1 16,10 6 0-16,0 0 0 16,-10 6-1-16,-11 3 1 15,-20 4-1-15,-19 3 1 16,-24 3-1-16,-25 3 0 16,-25 3-1-16,-28 0 0 0,-21 3 0 15,-17 4 0-15,-12 2 0 16,-2 1 1-16,2-1 0 15,22 1 0-15,4-1 1 16,20 1 0-16,19-4 0 16,13-2 0-16,28-7 0 15,19-7 1-15,13-8 0 16,18-7 0-16,18-10-1 16,10 7 1-16,4 0 0 15,-15 6 0-15,-6 4-1 16,-29 5 1-16,-24 4-3 15,-25 15 0-15,-22 1-1 16,-31 2 1-16</inkml:trace>
  <inkml:trace contextRef="#ctx0" brushRef="#br0" timeOffset="58886.57">8488 13772 120 0,'-32'-19'60'0,"18"26"-60"0,14-1 61 16,0 3-62-16,-4 19 1 16,1 29-1-16,-4 28 1 31,-14 169 0-31,-4 0 0 16,11-7 0-16,-4-24 0 15,4-26-1-15,4-24 1 16,6-35-4-16,0-19 1 0,1-37-20 15,-1-35 0-15,4-41-1 16,-14-41 1-16</inkml:trace>
  <inkml:trace contextRef="#ctx0" brushRef="#br0" timeOffset="59258.25">8308 13750 109 0,'-11'-34'54'0,"4"18"-71"16,4 16 97-16,-4 12-77 15,-7 17 0-15,-11 11 0 16,-10 20 1-16,-11 15-6 16,-7 4 1-16,0 2 3 15,7-6 0-15,7-12-2 16,11-16 1-16,17-19-2 0,15-15 1 15,24-29-1-15,15-18 0 16,6-26-1-16,0-18 1 16,8-1 0-16,3-5 1 15,3 12 0-15,1 9 1 16,6 16 0-16,-10 3 0 16,-10 10 1-16,-1 15 1 15,-7 12-1-15,-3 14 0 16,0 8-1-16,-18 20 1 0,4 12-4 15,-8 9 0-15,-2 13-10 16,-1 0 1-16,3 7-1 16,-6-7 1-16</inkml:trace>
  <inkml:trace contextRef="#ctx0" brushRef="#br0" timeOffset="59693.88">8795 13208 125 0,'-113'-76'62'0,"-25"23"-76"16,99 44 88-16,-10 12-75 15,-21 6 0-15,-26 10 0 0,-13 31 0 16,-4 19 1-16,4 38 1 16,-11 43-1-16,7 64 0 15,7 71 0-15,21 50 0 16,36 13 0-16,38-9 0 16,50-47 0-16,28-41 0 15,36-51-1-15,24-52 1 16,3-57-1-16,8-60 1 15,3-47 0-15,0-56 0 0,3-59 1 16,-2-58 0-16,-12-46 0 16,-6-28 1-16,-15-26-1 15,-21 13 1-15,-28 16-2 16,-25 34 1-16,-35 22-7 16,-42 35 0-16,-32 34-1 15,-42 26 0-15</inkml:trace>
  <inkml:trace contextRef="#ctx0" brushRef="#br0" timeOffset="60369.72">10647 13932 122 0,'-7'-113'61'0,"24"47"-68"0,-13 57 73 16,-1 6-66-16,-3 3 0 15,4 12 0-15,-4 29 0 16,-7 37 0-16,-4 35 1 16,-6 44-1-16,-12 34 1 15,-2 35 0-15,-1 9 0 16,0-15-4-16,8-13 1 0,2-35-12 15,8-40 1-15,7-41-1 16,4-41 0-16</inkml:trace>
  <inkml:trace contextRef="#ctx0" brushRef="#br0" timeOffset="60669.76">10040 15152 122 0,'-35'-13'61'0,"31"-12"-79"16,8 19 92-16,3 3-75 16,3 9 1-16,1 10-1 15,3 6 1-15,0 12 0 16,7 16 0-16,4-3-1 16,3 7 1-16,8-4 0 15,2 0 1-15,1-6-1 16,4-3 1-16,2-10 0 15,1-12 0-15,11-3 0 16,-8-10 0-16,-3-9-2 0,-7-7 1 16,-8-18-5-16,8-19 1 15,-10-16-15-15,6-15 1 16,0-16-1-16,4-13 1 16</inkml:trace>
  <inkml:trace contextRef="#ctx0" brushRef="#br0" timeOffset="61044.02">11112 13230 120 0,'-74'-95'60'0,"-77"20"-79"0,91 60 102 0,-28 11-83 16,-22 14 0-16,-24 15-1 15,-14 25 1-15,0 25 0 16,-4 38 0-16,0 47 0 15,22 50 0-15,17 60-1 16,18 34 0-16,35 28 0 16,28-2 0-16,43-39-1 15,34-40 1-15,37-34-1 16,27-57 0-16,29-48 1 16,20-68 0-16,29-56 1 15,11-57 1-15,6-50 1 16,-2-51 0-16,-5-37 1 15,-24-22 0-15,-21-6-1 16,-22 6 1-16,-42 26-1 0,-35 17 0 16,-42 23-3-16,-39 19 1 15,-46 9-15-15,-50 22 1 16,-49 13-1-16,-21 3 1 16</inkml:trace>
  <inkml:trace contextRef="#ctx0" brushRef="#br0" timeOffset="62411.33">3986 17187 101 0,'-81'22'50'0,"81"-13"-51"15,11-12 50-15,21 0-49 16,35-10 1-16,14-5-1 15,32-14 0-15,35 1 0 16,39 0 0-16,35-1 0 16,57 10 0-16,21 7 0 15,45 2 0-15,47-3 0 16,31 7 1-16,18-10-1 0,7-9 1 16,11-16 0-16,-4-16 0 31,282-78 0-31,-172 19 0 15,-110 10 1-15,-78-1 0 16,-66 13 1-16,-47-1 0 16,-49-2 1-16,-38-13 0 15,-33-12-1-15,-20-16 0 0,-25-29-1 16,-18-18 1-16,-7-25-2 16,-14-10 1-16,-7-9-2 15,-4 3 1-15,-3 4-1 16,-7 8 1-16,-4 13 0 15,-7 19 0-15,-6 13 0 16,-8 15 0-16,-7 13 0 16,-11 9 0-16,-10 13-1 15,-11-1 0-15,-13 17 0 16,-22 12 0-16,-29 15 0 16,-38 23 0-16,-52 21-1 15,-58 29 1-15,-63 34 0 16,-60 26 0-16,-45 24-1 15,-50 13 1-15,-18 12 0 16,-17 10 0-16,3-9-1 16,3-4 1-16,19-6-1 0,13-15 1 15,11-7-1-15,28-6 0 16,29-1 0-16,31-14 0 16,36-7 0-16,17-10 1 15,42-9 0-15,29-9 1 16,38-1-1-16,26-5 1 15,31-1 0-15,24 7 0 16,33 3 0-16,10 22 1 16,24 28-2-16,12 31 1 15,13 35-1-15,7 50 1 16,15 37-1-16,10 35 0 0,18 19 0 16,7-9 0-16,10-13 0 15,14-6 0-15,43-26 1 16,14-18 0-16,28-31-1 15,32-26 1-15,39-31-2 16,24-31 0-16,54-38-21 16,31-54 1-16,21-55-1 15,0-86 1-15</inkml:trace>
  <inkml:trace contextRef="#ctx0" brushRef="#br0" timeOffset="62970.91">15378 11771 121 0,'-39'-9'60'0,"35"128"-60"15,8-69 60-15,-1 38-60 16,4 47 0-16,4 56 0 15,-4 57 1-15,-3 69-1 16,-4 84 0-16,0 63 1 16,3 50 1-16,-6 35-1 15,-1 3 1-15,-3-25-1 16,-14-32 0-16,-7-46-1 0,-15-57 1 16,-6-72-10-16,-4-76 0 15,-7-62 0-15,-11-69 0 16</inkml:trace>
  <inkml:trace contextRef="#ctx0" brushRef="#br0" timeOffset="63854.73">1736 12358 102 0,'-21'-25'51'0,"105"0"-54"0,-38 15 52 15,25-5-50-15,17-11 0 16,42-2 0-16,22-3 1 16,38 6 0-16,26 3 1 15,24 9-2-15,10 7 1 16,39 3 0-16,1 12 1 16,27-2-1-16,29 2 1 0,7-3-1 15,31-3 1-15,18-6-1 16,36-3 1-16,17-3-1 15,21 2 0-15,14-8 0 16,18 5 1-16,8-2-1 16,13-1 0-16,7-3 0 15,7-6 1-15,4-3 0 16,17-6 0-16,8-16 0 16,3-9 1-16,3-1 0 15,12 1 1-15,-5 2-1 16,1 7 1-16,-4 3-1 15,-3 4 0-15,-8 5-1 16,-3 1 1-16,-11 2 0 16,1-2 1-16,-1 6-1 15,4-10 1-15,11 0-1 16,13-6 1-16,-3 4-1 16,18 2 1-16,0 4-3 15,-1 5 1-15,-6 1-2 0,-7 12 1 16,-18-2-1-16,-22 5 0 15,-13 1 0-15,-7 5 1 16,-4 1 0-16,4 9 1 16,3-6 0-16,7 3 1 15,14 13-1-15,-10 5 0 16,-7 7 0-16,-15 7 0 0,-38 2-2 16,-39-2 1-1,-35-4-4-15,-46-3 1 0,-43-3-12 16,-42-16 1-16,-35-3-1 15,-28-9 1-15</inkml:trace>
  <inkml:trace contextRef="#ctx0" brushRef="#br0" timeOffset="65864.69">16252 14512 91 0,'0'13'45'0,"36"31"-32"15,-19-23 45-15,8 1-55 16,14 4 1-16,7-11 3 0,17-2 1 15,15-10-11-15,7-19 0 16,6-9 7-16,-3-16 0 16,1-6-2-16,-1-3 0 15,-18-3-2-15,-6 0 0 16,-15-1 1-16,-17-5 0 16,-18 12-1-16,-21 3 0 15,-18 9 0-15,-13 13 1 16,-22 7-1-16,-14 18 0 15,-11 19 0-15,-7 12 1 0,7 13-1 16,8 16 1-16,17 25 0 16,14 3 0-16,21 6 0 15,22 19 0-15,24 3 0 16,25 0 0-16,31-9 0 16,12-13 0-16,9-12-1 15,19-22 0-15,3-13-5 16,-4-25 1-16,-3-22-15 15,-4-28 0-15,-17-25-1 16,-14-35 1-16</inkml:trace>
  <inkml:trace contextRef="#ctx0" brushRef="#br0" timeOffset="66136.92">17639 13079 119 0,'-39'-9'59'0,"39"-7"-75"0,4 13 98 16,10 0-82-16,10 0 1 16,15 6 0-16,21-6 0 15,18 3-2-15,3-13 1 16,18 0 0-16,0-2 0 15,3-1-6-15,-14 10 1 16,-14 3-20-16,-21 3 0 0,-21 0 0 16,-36 9 0-16</inkml:trace>
  <inkml:trace contextRef="#ctx0" brushRef="#br0" timeOffset="68251.42">20027 13267 103 0,'-162'13'51'0,"165"-7"-71"0,12-9 91 0,20-7-69 16,32-2 0-16,28-7 2 16,39-3 1-16,46 0-4 15,49-3 0-15,22 6 3 16,31-3 1-16,11 0-1 16,10-12 1-16,8 12-3 15,-22-9 1-15,-21-1-2 16,-32 1 0-16,-38 3-4 15,-50 3 0-15,-35 3-7 16,-32 0 1-16,-21 6 0 16,-28 3 0-16</inkml:trace>
  <inkml:trace contextRef="#ctx0" brushRef="#br0" timeOffset="68773.52">24497 12533 123 0,'-18'7'61'0,"-21"40"-72"0,25-22 83 0,-10 9-73 15,-8 20 0-15,0 11 0 16,4 8 0-16,-4-1 1 16,11-6 0-16,7-7-1 15,3-9 1-15,8 0 0 16,-1-12 0-16,1-10 0 16,-1-3 0-16,4-9 0 15,-3-10 0-15,-1-15-2 16,4-10 1-16,-3-18-1 15,3-20 1-15,7-18 0 16,7-7 1-16,7-2 0 16,7-20 0-16,7 4 2 15,4-1 0-15,0 7 0 16,3 3 1-16,4 13-2 0,0 6 0 16,3 3-1-16,1 6 1 15,10 7-1-15,10 9 1 16,4 12-2-16,4 10 1 15,0 13-3-15,-11 12 1 16,-7 9-8-16,-14 10 1 16,-18 3-1-16,-14 3 1 15</inkml:trace>
  <inkml:trace contextRef="#ctx0" brushRef="#br0" timeOffset="68989.46">24313 12624 118 0,'-14'35'59'0,"25"-51"-73"15,7 10 78-15,10-7-67 16,14-2 0-16,15-4-2 16,-5-9 0-16,8-7 5 15,0-2 0-15,-3 5-7 16,-4 7 1-16,-11 9-10 15,-10 7 1-15,-11 12 0 16,-17 10 0-16</inkml:trace>
  <inkml:trace contextRef="#ctx0" brushRef="#br0" timeOffset="69182.32">23805 13048 111 0,'-31'28'55'0,"48"-3"-74"0,1-22 94 16,10 3-76-16,22-12 1 16,17-3-2-16,10-7 0 15,18-6 0-15,15 0 1 16,-4-3-9-16,3 3 1 16,-7 3 0-16,-6 0 0 0</inkml:trace>
  <inkml:trace contextRef="#ctx0" brushRef="#br0" timeOffset="69376.91">25255 12740 119 0,'-17'22'59'0,"3"-15"-72"16,14-4 87-16,0 6-75 16,0 7 1-16,0 9 0 15,3 6 0-15,1 10-2 16,-1 12 0-16,-6 1-7 15,-8 21 0-15,-7 16 0 16,-13 6 0-16</inkml:trace>
  <inkml:trace contextRef="#ctx0" brushRef="#br0" timeOffset="69811.75">20221 15735 121 0,'28'19'60'0,"128"-38"-68"0,-82 3 82 0,35-9-74 15,39-9 0-15,29-4-1 16,24 1 1-16,7 2 0 16,-4 7 0-16,-6 6-1 15,-14 3 1-15,-19 10-3 16,-17 2 1-16,-13 7-8 16,-1-3 1-16,-18-6 0 15,-3-7 0-15</inkml:trace>
  <inkml:trace contextRef="#ctx0" brushRef="#br0" timeOffset="70334.24">23678 14992 115 0,'15'16'57'0,"13"-32"-68"0,-18 16 74 0,4 3-63 15,-3 10 1-15,-4 15 2 16,-7 16 0-16,0 12-3 16,-7 13 1-16,0 6 2 15,-4 1 0-15,1-1-1 16,3-6 1-16,3-6-3 16,1-16 1-16,3-13-3 15,0-9 0-15,0-15-1 16,0-7 0-16,-4-10 0 15,-3-5 0-15,4-10 2 16,-1-13 1-16,4-2 1 16,0-23 1-16,7-18-1 15,7-16 1-15,11-10-1 16,10-2 1-16,4 2-3 16,0-2 1-16,3 2 0 15,-3 10 0-15,3 13 0 16,-6 2 1-16,-1 20 0 0,0 5 1 15,4 10 0-15,-7 10 1 16,3 9-3-16,4 6 0 16,-4 6-6-16,0 7 0 15,-3 6-20-15,-4 13 1 16,-10 12 0-16,-11 9 0 16</inkml:trace>
  <inkml:trace contextRef="#ctx0" brushRef="#br0" timeOffset="70578.1">23700 15008 119 0,'-39'43'59'0,"32"-36"-84"15,14-7 114-15,10 0-89 16,19-7 0-16,13-2-1 15,11-3 1-15,11-7-3 16,10-3 1-16,0 0-2 16,-3 9 1-16,-8 1-2 15,-3 2 1-15,-7 10-14 16,-7 7 0-16,-14 2 2 16,-22-3 1-16</inkml:trace>
  <inkml:trace contextRef="#ctx0" brushRef="#br0" timeOffset="70777.49">23389 15581 103 0,'-21'19'51'0,"70"-28"-73"0,-31 6 79 16,14-4-56-16,3 1 0 0,4-3 2 15,10-10 1-15,11 3-5 16,4-6 0-16,6-3-19 16,4 0 0-16,4-3-1 15,3-3 0-15</inkml:trace>
  <inkml:trace contextRef="#ctx0" brushRef="#br0" timeOffset="71210.16">24687 15346 75 0,'4'-31'37'0,"-15"-26"-37"15,8 45 63-15,-1-1-54 16,-6 7 0-16,-4 0 4 15,-4 9 0-15,-3 3-17 0,0 10 1 16,6 6 11-16,5 3 0 16,3 0-6-16,3 13 1 15,11-4-4-15,4 4 1 16,0-1-2-16,6 1 0 16,4-10 0-16,8-3 0 15,6-6 1-15,4-3 0 16,7-10 0-16,3-3 1 15,-3-6 0-15,-7-3 1 16,-8-16-1 0,-2-3 1-16,-15-3-1 15,-11-10 0-15,-6 0 0 16,-8 7 0-16,-17-7-2 16,-7 7 0-16,-15 3-13 15,-10 3 0-15,-7 3-1 16,-3-3 1-16</inkml:trace>
  <inkml:trace contextRef="#ctx0" brushRef="#br0" timeOffset="92400.31">6357 14707 41 0,'-11'-10'20'0,"22"7"2"15,-11 3 20-15,7 3-31 16,0 3 1-16,7 4 6 15,7 2 0-15,-3-5-24 16,7 2 1-16,7-3 15 16,10-6 0-16,11-3-7 15,7-3 1-15,21-7-3 16,0 1 0-16,-3-4-1 16,-8 7 0-16,-13-1 0 15,-19 7 0-15,-6-3 0 0,-14 15 0 16,-15 1 0-16,-13-1 1 15,-11-3-1-15,-29-6 1 16,1-6-1-16,-22 3 1 16,11-3-2-16,-7 3 1 15,0-4-1-15,4 1 1 16,-8 3-1-16,4 0 1 16,7 0 1-16,7 3 0 15,14-4 0-15,11 8 1 0,11-4-1 16,13-7 1-16,22-5-1 15,17-7 1-15,21-3-2 16,4-9 1-16,15 2-1 16,2 8 1-16,1-1-1 15,-1 6 0-15,-13 10 0 16,-8-1 0-16,-6 1 0 16,-22 3 0-16,-7 3 0 15,-7 0 1-15,-14-6-1 16,-17-1 1-16,-19 1-1 15,-13 3 0-15,-11 3-1 16,-7 9 1-16,0 4-1 16,-11 3 1-16,11 2 0 15,7 4 0-15,11 3 1 16,7-6 0-16,13 0 0 16,22-10 0-16,18 4-1 15,21-7 1-15,6-21-2 16,8 2 1-16,14-3-1 0,0 1 1 15,0-1-1-15,0 4 1 16,-10 2 0-16,-8 4 0 16,-7 3 0-16,-10 0 0 15,-8-1 0-15,-17 4 1 16,-10-3-1-16,-18 0 1 16,-4 3-1-16,-17 6 1 0,-8 7-2 15,-6 3 1 1,-8 2 0-16,4 4 0 0,7-3 0 15,18 0 0-15,13-10 0 16,12-5 1-16,34-4-1 16,15-10 1-16,11-6-1 15,9-2 1-15,19 2-1 16,0 0 0-16,6 4 0 16,-3-1 0-16,-7 4 0 15,-7-1 0-15,-17 1 0 16,-8 0 0-16,-3-4-19 15,-22 1 1-15,-20-7-1 16,-19-16 1-16</inkml:trace>
  <inkml:trace contextRef="#ctx0" brushRef="#br0" timeOffset="105169.18">10918 17068 120 0,'-49'12'60'0,"0"13"-91"16,31-18 117-16,-7-1-88 16,-10 0 1-16,-11 7-1 15,-10 2 1-15,-8 4 2 16,-10 6 1-16,-10 10-2 15,-19 12 1-15,8 16 0 16,-4-1 0-16,0 7 0 0,4 0 1 16,-4 10-2-16,11-1 1 15,11 4-2-15,13-7 1 16,8-3 0-16,13-9 0 16,5-7 0-16,9-6 0 15,12-6-1-15,3 0 1 16,10-9 0-16,8-7 0 15,10 0 0-15,0-3 0 0,7-6 0 16,11-3 0-16,-4-4 0 16,11-6 0-16,7-6 0 15,10-6 0-15,4-13 0 16,0-3 0-16,10-9-1 16,5-3 1-16,2-7 0 15,1-6 0-15,-8 0 0 16,1 0 0-16,-4 3 0 15,0-3 0-15,4 0 0 16,-8 0 1-16,4 0-1 16,-3 3 0-16,-1 0 0 15,-3-3 0-15,-7-3 0 16,0-7 0-16,-7-2 0 16,-4 5 0-16,-10 1 0 15,-7 6 0-15,-4 0 0 16,-7 0 1-16,-4 3-1 15,-6 3 0-15,-8 4-1 16,1 2 1-16,-8 4-2 16,-6 3 1-16,-5 2-7 0,1 8 0 15,0 2-20-15,-7 7 1 16,0 2 0-16,-15 7 0 16</inkml:trace>
  <inkml:trace contextRef="#ctx0" brushRef="#br0" timeOffset="106002.64">10283 17591 75 0,'-3'-9'37'0,"-4"-3"-52"16,3 15 68-16,-3-3-47 16,-10 9 0-16,-8-6 4 15,4 3 1-15,-4 4-13 16,4 2 0-16,0 4 8 15,3 0 0-15,8 9-3 16,6 0 0-16,4 6-3 16,7 1 1-16,4-1-2 0,6-3 0 15,8-6 0-15,-4-6 1 16,7-10 0-16,-3-6 0 16,3-9 1-16,-3-13 1 15,-4-3-1-15,-3-10 1 16,-4 4 0-16,-4-4 0 15,-13 1-1-15,-4-1 0 16,-7 7 0-16,-11 3 1 16,-7 3-1-16,-3 13 1 0,-4 2-1 15,4 7 1-15,3 4-1 16,4 2 0-16,10 6-1 16,4 7 1-16,7 0-2 15,4-3 1-15,3 2-1 16,10 4 1-16,1-3 0 15,6-6 0-15,1 2-1 16,7-5 1-16,-4-4 0 16,4-9 1-16,-1-3 0 15,-6-7 0-15,0-2 0 16,-4-7 1-16,-7 0-1 16,-7-7 0-16,-4 4 0 15,-6 3 1-15,-4 7-2 16,0 8 1-16,-4 7-1 15,0 10 0-15,1 6 0 16,6 5 0-16,4 1 0 16,7 3 0-16,7-6-1 0,0 0 1 15,14-6-1-15,4-7 1 16,3-9 0-16,0-3 0 16,-6 2 0-16,-5-5 0 15,-3 6 0-15,-10 0 1 16,-4 3-1-16,-4 0 1 15,-3-3-7-15,4-1 0 16,3-8 0-16,7-16 0 16</inkml:trace>
  <inkml:trace contextRef="#ctx0" brushRef="#br0" timeOffset="106387.73">10950 16961 118 0,'-10'13'59'0,"34"2"-71"16,-10-15 75-16,4 0-65 0,3 4 1 15,4 2-1-15,0 3 0 16,-1 7 3-16,-3 15 0 16,1 16-1-16,-1 22 0 15,-4 25 2-15,-2 19 0 16,-5 3 0-16,-3 7 0 15,0-7-4-15,4-16 1 16,-1-12-20-16,1-22 0 16,7-29-2-16,-4-18 1 15</inkml:trace>
  <inkml:trace contextRef="#ctx0" brushRef="#br0" timeOffset="106827.89">10837 17798 118 0,'4'32'59'0,"13"-7"-89"0,-2-19 107 16,6 0-84-16,11 7 1 16,-4-1-19-16,4 10 0 0,3 7 18 15,0-1 0-15,0 6-16 16,-3 1 0-16</inkml:trace>
  <inkml:trace contextRef="#ctx0" brushRef="#br0" timeOffset="107168.57">10167 18159 100 0,'-25'-9'50'0,"82"-7"-77"0,-36 16 99 16,0 0-72-16,7-3 0 15,4 3 1-15,7 3 1 16,7 3-1-16,14 10 1 16,0 0 0-16,10 6 0 15,1-1-10-15,3-2 1 16,-4 0-2-16,-6-9 1 16</inkml:trace>
  <inkml:trace contextRef="#ctx0" brushRef="#br0" timeOffset="107511.76">9828 18231 104 0,'-42'10'52'0,"53"-17"-65"16,-4 10 71-16,10-6-59 0,8 0 1 16,3-3-1-16,15 3 1 15,-1 3 0-15,18 0 0 16,0 3-1-16,3 3 1 15,8-3-12-15,-4 7 0 16,3-1 0-16,-6-3 1 16</inkml:trace>
  <inkml:trace contextRef="#ctx0" brushRef="#br0" timeOffset="107840.89">9567 18400 100 0,'-3'4'50'0,"42"-11"-66"16,-18 4 76-16,7 0-61 15,4 6 1-15,3 0 0 16,4 4 0-16,3 8 0 0,11 10 1 16,14 7-1-16,14 2 1 15,11-6-9-15,14 4 0 16,10-16 0-16,18-10 1 15</inkml:trace>
  <inkml:trace contextRef="#ctx0" brushRef="#br0" timeOffset="129179.18">26458 14336 87 0,'-21'-43'43'0,"-21"2"-33"0,28 31 43 15,-7-2-50-15,-4 12 1 0,-17 0 2 16,-1 9 0-16,-3 13-7 16,-7 19 0-16,1 12 4 15,2 29 1-15,4 15-2 16,4 35 0-16,3 28-1 15,21 9 1-15,11-15 0 16,18-7 0-16,21-18-2 16,17-20 1-16,8-24-4 15,3-22 1-15,3-16-25 16,-6-25 1-16,-1-22-1 16,-7-44 0-16</inkml:trace>
  <inkml:trace contextRef="#ctx0" brushRef="#br0" timeOffset="129776.48">27386 14547 104 0,'-21'-41'52'0,"-7"-12"-76"0,14 37 101 0,-11 3-78 15,-10 7 1-15,-8 9-1 16,-3 16 0-16,1 15 1 16,-5 26 0-16,1 12 0 15,3 13 0-15,0 12-1 16,7 19 1-16,8-9 0 16,13-10 0-16,4-16-1 15,10-8 1-15,8-17-1 16,6-15 0-16,8-13 0 15,7-19 0-15,-1-12-1 16,1-9 1-16,3-10-1 16,1-6 1-16,-1-1 1 15,4 1 0-15,3-3 1 16,4-1 1-16,-1 4 0 0,5 6 1 16,-4 7 0-16,-4 5 0 15,0 7-1-15,-10 9 0 16,-4 7-1-16,-3 12 0 15,-8 9-1-15,4 4 0 16,-3-3-7-16,-1 5 0 16,-2-2-17-16,-1 3 0 15,0-7 0-15,-4-9 1 16</inkml:trace>
  <inkml:trace contextRef="#ctx0" brushRef="#br0" timeOffset="130391.55">27679 14917 115 0,'0'12'57'0,"-14"-2"-84"16,14-10 118-16,3 3-93 15,4 3 1-15,8 3-2 16,2 7 1-16,8 6 2 15,7 6 0-15,6 7-2 16,1 9 0-16,0 6 0 16,0 0 1-16,-11 0 0 15,-3 7 1-15,-15-4-2 16,-13-3 1-16,-8-9-2 0,-13-7 1 16,-5-5-3-16,1-14 0 15,0-8-1-15,3-14 1 16,8-8 1-16,6-7 1 15,7-7 2-15,19-2 1 16,6-3 2-16,10-4 0 16,8-9 1-16,7-3 1 15,7 3 0-15,3-4 0 16,-3 8-1-16,0 2 0 16,0 3-1-16,-7 10 1 0,-7 9-1 15,-7 7 0-15,-8 8-2 16,-6 17 1-16,-7 12-1 15,-8 19 1-15,-6 12-1 16,3 10 1-16,-4 6-1 16,8-3 0-16,6-6 0 15,8-6 1-15,6-17-1 16,12-11 1-16,-1-23-1 16,4-12 1-16,0-23-1 15,-8-5 0-15,-6-13 1 16,-11-3 0-16,-10-7-2 15,-8 1 1-15,-3-7-8 16,-7 16 1-16,-7 3-19 16,-7 10 1-16,-4 9 0 15,0 3 0-15</inkml:trace>
  <inkml:trace contextRef="#ctx0" brushRef="#br0" timeOffset="130846.61">28600 14995 100 0,'31'31'50'0,"-2"-27"-71"0,-22-1 99 16,3 3-78-16,4 0 0 15,1 4 0-15,-1 2 1 16,0 1-1-16,-4 9 0 16,1 3 1-16,-4 0 0 15,-3 3 1-15,-1 7 0 0,1-4 0 16,3 3 0-16,0-5 0 15,3-4 1-15,1-10-2 16,6-5 1-16,5-10-2 16,2-7 0-16,5-11-1 15,2-11 0-15,5 4-1 16,-8-6 1-16,0-3 0 16,-3 2 0-16,-4 4 1 15,0 3 0-15,-3 3 1 16,-4 3 0-16,0 3 1 15,0 7 1-15,0 6-1 16,-3 6 0-16,3 6 0 16,-4 10 1-16,1 16-2 15,-4-1 1-15,0 16-2 16,0-3 1-16,-3-3-4 16,-1 0 0-16,1-3-6 15,3-7 0-15,0-8-15 0,0-11 1 16,0-8 0-16,0-14 0 15</inkml:trace>
  <inkml:trace contextRef="#ctx0" brushRef="#br0" timeOffset="131263.71">29453 15061 107 0,'0'-19'53'0,"18"-12"-74"0,-11 28 99 0,0 3-78 16,0 3 0-16,0 3 0 15,4 3 0-15,-1 7 0 16,1 3 0-16,-4 9 0 16,0 0 1-16,0 7 0 15,0-1 0-15,-3 7 0 16,-4-10 0-16,0-2-1 16,0-1 1-16,0-6-2 15,-4-7 0-15,1-2-2 16,3-10 0-16,0-3 0 15,3-6 0-15,4-10 1 16,4 4 0-16,3-13 2 16,4 0 1-16,6-4 1 15,5-2 0-15,2-7 0 16,8 7 1-16,0 3-1 16,0 6 1-16,-4 6-1 15,-3 4 0-15,-8 5-1 16,-2 10 0-16,-5 7-1 0,-3 5 0 15,0 11-3-15,-10-1 0 16,0 3-8-16,-4 3 1 16,0-6 0-16,0-3 0 15</inkml:trace>
  <inkml:trace contextRef="#ctx0" brushRef="#br0" timeOffset="131761.67">30544 15215 113 0,'-15'-10'56'0,"-23"-37"-68"0,23 38 81 0,-9-4-70 16,-4 1 0-16,-4 2 0 16,-7 10 0-16,-3 6 1 15,-4 13 1-15,3 9-1 16,-6 13 0-16,7 3 0 15,14 0 0-15,10 3 0 16,14-3 1-16,18-10-2 16,11-15 0-1,46-34-3 1,-1-14 1-16,-6-2 0 16,-8-13 0-16,-10-6 1 15,0 0 1-15,-18-7 1 16,-3 7 1-16,-4 0 2 0,-3 3 0 15,-4 3 0-15,-7 3 0 16,3-3-2-16,-6 4 1 16,-1 5-1-16,-3 10 0 15,4 6 1-15,-4 4 0 16,0 15 0-16,-4 3 0 16,8 12 0-16,-4 20 1 15,4 15-1-15,-1 22 1 16,11 10-2-16,-3 9 0 0,-1 6-5 15,1-9 1-15,3-13-26 16,-7-16 1-16,-3-15 0 16,-8-34 0-16</inkml:trace>
  <inkml:trace contextRef="#ctx0" brushRef="#br0" timeOffset="132223.04">31020 14208 118 0,'0'-3'59'0,"28"47"-84"0,-10-22 118 0,13 18-93 16,8 14 1-16,14 12-1 16,0 15 0-16,0 16-1 15,-4 16 1-15,-13 9-1 16,-15 10 1-16,-21 0-1 16,-21 6 0-16,-29-13-5 15,-20-9 1-15,-11-15 0 16,-15-29 0-16</inkml:trace>
  <inkml:trace contextRef="#ctx0" brushRef="#br0" timeOffset="136053.07">26624 11847 88 0,'18'-69'44'0,"3"-22"-33"0,-10 66 45 16,-1-4-54-16,8-2 1 16,-15 6 1-16,-6 0 1 0,-8 6-6 15,-6 10 1-15,-12 21 4 16,-17 16 1-16,-6 38-2 15,-8 32 1-15,-7 24-1 16,10 35 0-16,22-7-2 16,14-3 1-16,28-15-2 15,17-13 1-15,19-15-8 16,10-16 0-16,10-23-1 16,-3-17 1-16</inkml:trace>
  <inkml:trace contextRef="#ctx0" brushRef="#br0" timeOffset="137042.91">26977 12207 105 0,'0'-3'52'0,"14"-19"-54"15,-7 19 57-15,0 3-56 16,0 6 1-16,-7 10-1 16,-3 22 1-16,-8 15 0 15,-7 13 0-15,-3 6-1 16,-7 0 1-16,0 0 0 15,7-9 1-15,-4-10 0 16,4-9 1-16,3-13-1 16,1-12 1-16,9-16-1 15,1-12 0-15,4-25-1 16,-1-20 0-16,4-15-1 16,4-12 0-16,6-10 0 15,5 9 1-15,2 4 1 16,8-4 0-16,3 1 0 0,0 9 1 15,4 6-1-15,10 3 1 16,1 3-2-16,-1 13 1 16,0 7-3-16,8 2 0 15,-4 7-10-15,0-1 1 16,-1 7 0-16,5 6 0 16</inkml:trace>
  <inkml:trace contextRef="#ctx0" brushRef="#br0" timeOffset="137267.13">27002 12301 110 0,'-18'0'55'0,"32"0"-68"15,-3-6 80-15,10-3-72 16,14-4 1-16,11-6-14 15,7 1 1-15,3-14 19 16,-6 4 0-16</inkml:trace>
  <inkml:trace contextRef="#ctx0" brushRef="#br0" timeOffset="137419.69">26846 12627 64 0,'-53'41'32'0,"-24"9"-4"15,63-40 18-15,0 2-40 0,0 4 0 16,3 0 0-16,7-1 0 16,11-5-12-16,15-7 0 15,13-6-1-15,18-10 0 16,14-12-3-16,10-6 0 16</inkml:trace>
  <inkml:trace contextRef="#ctx0" brushRef="#br0" timeOffset="137643.68">27884 12323 77 0,'14'-3'38'15,"-11"-3"-36"-15,-3 6 47 0,0 0-48 16,-7 3 1-16,-10 6 0 16,-12 10 1-16,-6 6-3 15,-7 10 0-15,-1 2 3 16,-3 4 0-16,1 3-1 15,6 3 0-15,4-6-7 16,6 3 0-16,8-7-1 16,4-8 0-16</inkml:trace>
  <inkml:trace contextRef="#ctx0" brushRef="#br0" timeOffset="137840.87">27383 12424 99 0,'14'-3'49'0,"-11"9"-53"0,4 3 66 16,4-3-62-16,3 10 0 15,4 6 0-15,6 3 1 16,-2 10-3-16,2-4 1 16,8 4-2-16,3-4 0 15,8-3-9-15,6-6 1 16,0-3 0-16,1-10 0 0</inkml:trace>
  <inkml:trace contextRef="#ctx0" brushRef="#br0" timeOffset="138316.56">28314 12251 108 0,'-56'-12'54'0,"-8"15"-72"15,46-3 85-15,-3 6-69 16,-7 3 1-16,0 4-1 16,0 15 0-16,-1 0 2 15,5 10 1-15,2 3-2 16,5 0 1-16,-1 9 0 16,1 3 1-16,13-3 0 15,8-6 0-15,13-6-1 16,8-13 0-16,7-16-1 15,13-12 1-15,8-13-3 16,14-5 1-16,-7-5 0 0,-3 1 1 16,-4-6 1-16,-7 9 1 15,-8-6 1-15,-2 9 1 16,-15-3 0-16,0 6 0 16,-10 4 0-16,-1 2 1 15,-6 1-3-15,-1 3 1 16,1 6-2-16,-4 0 1 15,3 6-1-15,1 3 1 0,-4 4-1 16,3 9 0-16,4 0 0 16,-3 3 0-16,-4 3-4 15,0-3 0-15,0-6-19 16,0 0 0-16,7-13 0 16,-7-12 0-16</inkml:trace>
  <inkml:trace contextRef="#ctx0" brushRef="#br0" timeOffset="138454.78">28413 12088 109 0,'-21'-19'54'0,"38"0"-122"15,-10 13 102-15,0-3-35 16,4-7 1-16</inkml:trace>
  <inkml:trace contextRef="#ctx0" brushRef="#br0" timeOffset="138694.15">29083 11963 112 0,'14'12'56'0,"-10"-18"-67"0,-1 9 80 16,4 0-70-16,0 4 1 15,0 2-1-15,4 7 1 16,0 9 0-16,-4 12 0 0,0 10 1 16,-4 10 1-16,1 27 0 15,-1-2 0-15,-3 0-1 16,-3-1 1-16,3 1-9 16,0-17 1-16,3-11-2 15,8-20 0-15</inkml:trace>
  <inkml:trace contextRef="#ctx0" brushRef="#br0" timeOffset="138862.82">28981 12590 108 0,'-29'-10'54'0,"47"-8"-59"15,-11 8 63-15,7-9-65 16,11 1 1-16,7-20-21 15,7 0 1-15,6-2 29 16,8-4 0-16</inkml:trace>
  <inkml:trace contextRef="#ctx0" brushRef="#br0" timeOffset="139664.32">29362 12562 102 0,'-4'44'51'0,"36"-32"-63"0,-4-9 77 15,4-9-66-15,14 0 1 0,7-7-1 16,3-6 1-16,1-6 0 16,-8-3 0-16,-7-10 0 15,-10 4 0-15,-11 3 1 16,-10 2 0-16,-11 4 0 15,-11 3 0-15,-6 10 0 16,-12 5 1-16,-6 11-2 16,-4 8 1-16,-3 13-1 15,0 7 0-15,6 11 0 16,8 1 0-16,10 7 0 16,15-1 1-16,14-3-1 15,17-3 0-15,11-7 0 16,10-5 1-16,14-10-1 15,12-7 1-15,-1-5-1 16,0-7 0-16,3-6 0 16,-6-4 1-16,-4-5 0 15,-7-7 0-15,-7-6 0 0,-11 0 1 16,-10-3 0-16,-15-1 0 16,-9 4-1-16,-16 3 0 15,-2 7 0-15,-8 5 0 16,-6 7-1-16,-5 3 0 15,5 3 0-15,2 7 0 16,8-4-1-16,7 0 1 16,7-3-1-16,14 1 1 0,8-14-2 15,2-6 1-15,5 1 0 16,6-17 0-16,0-2 0 16,-3-4 0-16,-4-2 0 15,-7-1 1-15,-3 3 1 16,-1 0 0-16,-9-5-1 15,-1 2 1-15,-4-6 0 16,4-3 0-16,4-7-1 16,-1 1 1-16,1 6-1 15,-4 6 0-15,0 6 2 16,-3 10 0-16,-4 12-1 16,0 10 1-16,-4 22 0 15,-3 15 1-15,-4 19-1 16,4 10 0-16,0 5-2 15,4 17 1-15,-1 12-2 16,8-9 1-16,3-1-5 16,7-5 0-16,-3-1-9 0,3-15 1 15,-4-7 0-15,-3-12 0 16</inkml:trace>
  <inkml:trace contextRef="#ctx0" brushRef="#br0" timeOffset="139970.47">30889 11574 109 0,'-10'0'54'0,"10"-32"-64"0,7 36 78 0,7 2-68 16,3 10 0-16,8 6-1 15,7 15 1-15,-4 16 0 16,-7 10 0-16,-7 9 0 16,-3 13 1-16,-15 15 0 15,-13 7 0-15,-8 3-2 16,-14-7 1-16,1-9-15 16,-1-12 0-16,-4-20 0 15,1-18 0-15</inkml:trace>
  <inkml:trace contextRef="#ctx0" brushRef="#br0" timeOffset="140370.4">31542 13302 112 0,'-46'22'56'0,"-53"3"-73"0,67-22 87 0,-20-6-72 16,-23-4 0-16,-20-5-3 16,-21-10 1-16,-36-3 5 15,-21 0 0-15,-24-3-3 16,-26 2 0-16,-16-2 2 15,-19 9 1-15,-21 10 1 16,-10 0 1-16,-7 5-1 16,-1 1 1-16,19 3-1 15,6-3 0-15,15 3-1 16,24 0 0-16,14-3-1 16,25-6 1-16,21 9-2 15,7 0 0-15,25-3-4 16,11 3 1-16,20 0-19 15,26 6 0-15,24-3-1 16,42-6 1-16</inkml:trace>
  <inkml:trace contextRef="#ctx0" brushRef="#br0" timeOffset="152227.9">32075 11809 53 0,'31'-53'26'0,"12"-16"-24"0,-33 50 26 15,-3-3-27-15,0 0 0 16,-3-3 4-16,-4 3 1 16,0 0-2-16,0 3 0 15,0 7 8-15,0 2 0 16,3 4 2-16,4 3 1 0,-7 9-1 16,0 13 0-16,-10 19-4 15,-15 27 0-15,-10 26-5 16,-11 16 1-16,0 31-4 15,0 6 1-15,0 13-4 16,18 0 1 0,39 72-2-1,10-38 1-15,14-31-1 16,-3-28 0-16,0-23-1 16,-8-33 0-16,-2-17-7 15,-8-18 0-15,0-32 0 16,0-34 1-16</inkml:trace>
  <inkml:trace contextRef="#ctx0" brushRef="#br0" timeOffset="153211.62">32463 11931 74 0,'3'-3'37'0,"4"-16"-18"16,-7 19 26-16,0 7-40 15,0-1 1-15,-7 3 2 16,0 7 1-16,-3 6-11 16,-5 12 0-16,1 17 7 0,0 21 0 15,4 25-3-15,3 0 1 16,3 19-2-16,4 13 0 15,0-7-1 1,4-6 1-16,-1-9-1 0,1-16 1 16,-1-16-2-16,1-9 1 15,-1-22-3-15,-3-16 0 16,-3-19-10-16,-1-9 0 16,-3-19 0-16,-4-12 0 15</inkml:trace>
  <inkml:trace contextRef="#ctx0" brushRef="#br0" timeOffset="153636.84">32784 12496 83 0,'17'-16'41'0,"-10"4"-34"16,0 5 50-16,0-2-55 15,-3-1 0-15,-4-5 1 16,0 2 0-16,-7 1-4 16,-7 5 1-16,-4 14 2 0,-7 5 1 15,-3 16-2-15,0 7 1 16,0 15-1-16,0 3 1 15,6 7-2 1,12 6 0-16,10-7-1 0,14-2 1 16,7-10-1-16,14-13 0 15,4-15 0-15,0-9 0 16,0-13 1-16,-7-13 0 16,-8-3 1-16,-6-9 0 15,-15-10 1-15,-10-3 1 0,-7 7-1 16,-14-4 0-16,3 7-7 15,-3-4 1-15,3 4-20 16,1 6 0-16,6-10 0 16,8 1 0-16</inkml:trace>
  <inkml:trace contextRef="#ctx0" brushRef="#br0" timeOffset="153973.71">33345 12022 106 0,'-15'-25'53'0,"51"13"-71"0,-26 12 105 15,-3 3-86-15,-3 6 1 16,-4 10 0-16,-4 12 0 16,-10 16-4-16,-3 16 1 15,-8 19 1-15,-7 2 0 16,-3 7-1-16,0 0 0 16,3 0-3-16,4-3 0 15,3-16-11-15,4-12 1 16,3-16-1-16,8-13 0 0</inkml:trace>
  <inkml:trace contextRef="#ctx0" brushRef="#br0" timeOffset="154282.35">32935 12261 106 0,'-17'-4'53'0,"20"8"-63"16,-3-1 79-16,-3 0-71 15,-1 3 1-15,1 4-4 16,3-1 0-16,0 3 4 16,7 7 0-16,3-6-3 15,8 3 1-15,0-7 2 16,3 3 0-16,-7-8 3 0,0-1 0 15,-3-3 2-15,-4-7 0 16,-4-2-6-16,-3 0 0 16,-3-7-21-16,-1 3 1 15,1-5-2-15,-12-11 1 16</inkml:trace>
  <inkml:trace contextRef="#ctx0" brushRef="#br0" timeOffset="154564.92">33412 12621 87 0,'42'13'43'0,"-28"-7"-60"0,-3 0 81 0,-11 1-64 16,-4 2 0-16,-10 4 0 15,-4-4 0-15,-6 0 0 16,-1-2 0-16,0-1 0 15,4-3 1-15,3-3 1 16,8-3 0-16,6 0 0 16,11-4 1-16,4-2-1 15,0 0 1-15,-1-4-2 16,-3 1 1-16,-3 2-11 16,-1-2 0-16,-3-1 0 15,-10 1 0-15</inkml:trace>
  <inkml:trace contextRef="#ctx0" brushRef="#br0" timeOffset="154914.69">33461 11781 106 0,'-4'-13'53'0,"43"26"-53"0,-28-7 78 0,6 10-76 16,12 6 0-16,6 6 0 15,-3 6 1-15,-4 10-4 16,0 13 0-16,-10 9 1 15,-4 9 1-15,-11 22-1 16,-10 3 0-16,-17-2-3 16,-8-1 1-16,-14-12-11 15,-3-10 1-15,-4-12 0 16,0-16 0-16</inkml:trace>
  <inkml:trace contextRef="#ctx0" brushRef="#br0" timeOffset="155628.74">32029 14261 98 0,'-14'-19'49'0,"7"16"-48"0,3 3 58 16,-3 0-57-16,-4 3 1 0,-10 4 2 16,0 8 1-16,-7 17-6 15,-4 21 0-15,0 25 4 16,1 20 0-16,-8 27-1 16,7 7 0-16,14 6-3 15,11-10 0-15,11-12-3 16,10-9 1-16,4-19-4 15,6-16 0-15,5-19-9 16,-5-12 0-16,-3-19 1 16,1-19 0-16</inkml:trace>
  <inkml:trace contextRef="#ctx0" brushRef="#br0" timeOffset="157583.1">32307 14675 100 0,'18'-3'50'0,"0"-16"-44"16,-18 7 50-16,-7-1-55 0,-15-3 0 16,-6-2 0-16,-4 5 1 15,-6 7-3-15,-1 9 0 16,0 9 1-16,7 23 0 15,8-4-2-15,6 7 1 16,11-4-1-16,10-5 0 16,8-4-1-16,7-10 0 15,10-5-1-15,4-7 0 16,-4-12 0-16,-7-1 1 0,-3-9 2 16,-8 7 0-16,-3-4 2 15,0 7 1-15,-17 9 1 16,-1 6 0-16,1 10 0 15,-4 9 1-15,3 12-1 16,-3 7 0-16,0 13-1 16,3-1 1-16,1 4-2 15,2-10 1-15,5-3-2 16,3-9 0-16,0-7-6 16,3-9 1-16,5-6-11 15,-5-10 0-15,1-3 0 16,-1 0 1-16</inkml:trace>
  <inkml:trace contextRef="#ctx0" brushRef="#br0" timeOffset="157927.13">32484 14898 97 0,'0'15'48'0,"14"-21"-52"0,-11 0 77 15,4-3-71-15,-3 5 0 16,0 1 0-16,-4 3 1 16,0 0-4-16,-4 3 0 15,-3 13 2-15,0 6 0 16,0 6-2-16,3 4 1 0,1 2-2 16,6-3 0-16,4-5-2 15,4-8 1-15,7-5 0 16,3-10 1-16,3-9 1 15,-2-7 1-15,-5-6 1 16,-6 1 0-16,-11-11 1 16,-7 7 1-16,-7 4-7 15,-4-4 1-15,-3 3-20 16,0 3 0-16,7 0-2 16,-8-9 1-16</inkml:trace>
  <inkml:trace contextRef="#ctx0" brushRef="#br0" timeOffset="158326.17">33443 14315 97 0,'-3'18'48'0,"-4"39"-59"0,7-42 93 0,0 11-77 15,-4 8 0-15,1 16 2 16,-1 4 0-16,1 2-10 16,-4 7 0-16,-4 3 3 15,-3-1 1-15,3-2-9 16,1 0 0-16,-1-13-13 16,1-3 0-16,-1-6 0 15,-3-7 1-15</inkml:trace>
  <inkml:trace contextRef="#ctx0" brushRef="#br0" timeOffset="158639.2">33091 14848 103 0,'14'-7'51'0,"10"-11"-66"0,-20 11 88 16,-1-2-74-16,-6-4 1 16,-8-2-3-16,1 5 0 15,-4 4 2-15,-4 6 0 16,-3 6-2-16,3 4 0 16,8 2 1-16,3-2 0 0,7 2 1 15,3-2 0-15,8-1 1 16,3-6 0-16,3 0-8 15,1-3 0-15,0-6-1 16,-1 0 1-16</inkml:trace>
  <inkml:trace contextRef="#ctx0" brushRef="#br0" timeOffset="158893.34">33602 14979 85 0,'28'16'42'0,"1"-16"-64"16,-26-3 51-16,-3-7-41 16,0 4 0-16,-3 0-10 15,-5-7 1-15,1 4 28 0,-3 0 0 16,-1 12-7-16,4-3 0 15,0 0 8-15,0 3 1 16,0 3 1-16,-4-6 0 16,4 0-2-16,0-3 1 15</inkml:trace>
  <inkml:trace contextRef="#ctx0" brushRef="#br0" timeOffset="159218.22">33726 14311 89 0,'3'-53'44'0,"1"41"-36"16,-4 12 61-16,0 0-66 15,3 9 0-15,1 16 5 16,3 13 0-16,3 15-9 16,1 10 0-16,-4 3 6 15,0 3 0-15,0 0-3 16,-3 0 1-16,-4 0-4 16,-4-7 1-16,-7 1-7 15,1-7 0-15,-15-9-14 16,-7 0 0-16,-6-9 0 0,-5-7 1 15</inkml:trace>
  <inkml:trace contextRef="#ctx0" brushRef="#br0" timeOffset="175855.4">21484 13035 102 0,'-7'-16'51'0,"0"23"-49"16,0-1 51-16,-4-3-54 0,-10 10 0 15,4-4 0-15,-1 4 1 16,4-1 0-16,0 4 1 16,3-4 0-16,1 1 0 15,3 3 0-15,3-7 1 16,8 7-1-16,6-7 1 16,11-3-1-16,4-2 1 0,0-8-2 15,-1 1 1-15,-2 0-1 16,-5-6 0-1,-6-4 0-15,-8-9 1 0,-3-9 0 16,-3-7 0-16,-8 1 0 16,-6 2 1-16,-5 7-1 15,-6 3 1-15,3 9-1 16,-10 10 1-16,0 12-1 16,3 19 0-16,0 10-1 15,4 5 0-15,3 7 0 16,11-3 0-16,7-9-1 15,11-7 1-15,13-15-1 16,12-10 1-16,6-9 0 16,7-13 1-16,-3-6-1 15,-4-10 0-15,-3 1 1 16,-4 2 0-16,-10 4 0 16,-11 6 0-16,-7 3-1 15,-7 7 1-15,-11 12-1 16,-10 0 1-16,0 3-1 0,0 6 1 15,-1 4-1-15,5 6 0 16,13 3 0-16,1-7 0 16,6 4 0-16,4 0 0 15,7-7 0-15,7-5 0 16,0-1 0-16,4-12 0 16,0-1 0-16,-1-5 1 15,1-1-1-15,-4 1 0 0,-3 2-5 16,-8 4 0-16,-6-3-1 15,-4-4 1-15</inkml:trace>
  <inkml:trace contextRef="#ctx0" brushRef="#br0" timeOffset="176890.96">21392 15346 105 0,'-7'6'52'0,"-10"-31"-57"16,13 16 52-16,-3-4-49 15,0 4 0-15,-3-3 1 16,-1 2 1-16,-3 7 1 16,-7 9 0-16,-8 4-1 15,1 15 1-15,4 6 0 16,2 0 1-16,8 10 0 16,11-3 0-16,10-4 0 15,14-2 0-15,7-10-1 16,11-7 0-16,7-8 0 0,0-11 0 15,3-2-1-15,4 0 1 16,-14-3 0-16,-7-1 0 16,-11-2 0-16,-7-1 1 15,-14-3-1-15,-7 4 1 16,-7-4 0-16,-11 4 0 16,-7-1-1-16,-3 7 0 15,-4 6-1-15,-3 3 0 16,-1 3 0-16,5 7 1 15,2 6-2-15,5 6 1 16,6-3 0-16,7 3 0 0,8-3 0 16,10-4 0-16,7-5 1 15,10-10 0-15,8-6 0 16,7-6 0-16,3-4 0 16,-3-6 0-16,-4 7 0 15,-7-1 0-15,-10 4 0 16,-4 2 1-16,-14 4-1 15,-7 10 0-15,-11-7 0 16,-3 3 1-16,-4 0-2 16,7 0 1-16,8 0-2 15,6 3 1-15,15 1-1 16,10-1 0-16,7 0 0 16,4 0 0-16,6 1 0 15,-2-1 0-15,-5 0 0 16,-6-3 1-16,-4 1 0 15,-10-1 0-15,-11-10-3 16,-8-5 0-16,-2-13-20 16,-1-7 0-16,1-18 0 0,-1-3 0 15</inkml:trace>
  <inkml:trace contextRef="#ctx0" brushRef="#br0" timeOffset="178003.42">21283 13317 42 0,'7'0'21'0,"7"54"-17"15,-7-48 13-15</inkml:trace>
  <inkml:trace contextRef="#ctx0" brushRef="#br0" timeOffset="178093.26">21347 13888 57 0,'0'25'28'0,"7"10"-32"0</inkml:trace>
  <inkml:trace contextRef="#ctx0" brushRef="#br0" timeOffset="178232.23">21209 14537 54 0,'0'6'27'0,"25"1"-27"15,-15-17 27-15</inkml:trace>
  <inkml:trace contextRef="#ctx0" brushRef="#br0" timeOffset="178349.12">21297 14860 90 0,'14'50'45'0,"-10"-56"-55"15,-4 6 63-15</inkml:trace>
  <inkml:trace contextRef="#ctx0" brushRef="#br0" timeOffset="178482.9">21294 15249 82 0,'-4'19'41'0,"11"-19"-40"0,4-13 38 16</inkml:trace>
  <inkml:trace contextRef="#ctx0" brushRef="#br0" timeOffset="178722.23">21343 14239 83 0,'0'10'41'0,"-14"-1"-95"16,14-9 42-16,0-9 12 15,3-10 0-15</inkml:trace>
  <inkml:trace contextRef="#ctx0" brushRef="#br0" timeOffset="178869.56">21452 13618 104 0,'-7'-12'52'0,"-7"-32"-110"0,18 28 90 15,10-9-32-15,4-16 0 16</inkml:trace>
  <inkml:trace contextRef="#ctx0" brushRef="#br0" timeOffset="179007.12">21470 13189 89 0,'-21'-16'44'0,"7"47"-64"16,17-27 57-16,11 2-54 15,-3-3 0-15,0-3-11 16,-1-6 1-16,1-4 35 16,-1 1 0-16</inkml:trace>
  <inkml:trace contextRef="#ctx0" brushRef="#br0" timeOffset="179131.51">21481 13346 78 0,'-18'47'39'0,"-28"44"-53"16,43-66 79-16,-8 6-65 15,4 3 0-15,0-2-25 16,3-7 0-16,4-9 25 16,7-13 0-16</inkml:trace>
  <inkml:trace contextRef="#ctx0" brushRef="#br0" timeOffset="179260.89">21375 14051 99 0,'-14'53'49'0,"0"-12"-76"0,14-31 87 16,7 2-85-16,0-2 1 16,7-4 0-16,3-6 0 15</inkml:trace>
  <inkml:trace contextRef="#ctx0" brushRef="#br0" timeOffset="179386.09">21403 14638 90 0,'7'56'45'0,"11"-31"-85"16,-8-22 70-16,8-3-31 16,0-3 1-16</inkml:trace>
  <inkml:trace contextRef="#ctx0" brushRef="#br0" timeOffset="179516.89">21403 15127 91 0,'-21'34'45'0,"28"1"-123"16,4-35 61-16,3-19 17 15,10-9 0-15</inkml:trace>
  <inkml:trace contextRef="#ctx0" brushRef="#br0" timeOffset="179636.76">21407 15280 84 0,'-15'16'42'0,"15"-22"-58"0,4-13 74 15</inkml:trace>
  <inkml:trace contextRef="#ctx0" brushRef="#br0" timeOffset="-198589.38">17903 17657 84 0,'-38'-6'42'0,"13"-47"-50"0,21 31 43 16,1 3-34-16,-1-6 0 15,1-6 9-15,-1-1 1 16,4 1-10-16,0-4 1 15,7 4 7-15,4 0 0 16,3 6 1-16,11-1 0 16,14 1-5-16,17 10 1 15,11-1-3-15,18 13 1 16,21 9-2-16,10 7 0 16,11 9-2-16,0 15 0 0,0 7 0 15,-7 3 0-15,-7 0 0 16,-11 3 0-16,-7-6 0 15,-10 3 0-15,-4-6 0 16,-14-3 0-16,-3-7 0 16,-18-3 0-16,-8-6 0 15,-9-9 0-15,-12-4 0 16,-10-9 1-16,-7-9-1 16,-10-7 0-16,-11-3 0 15,-8-6 1-15,-10-9-1 16,-10-13 1-16,-11-7-1 15,-7 1 1-15,-11 0-1 16,-6-1 1-16,-4 4-1 16,-1 6 0-16,-2-3 0 15,-8 7 1-15,0 5-1 16,-3 7 0-16,0 6 0 16,-1 6 0-16,4 7 0 0,1 6 0 15,2 6 0-15,5 12 0 16,10 4-1-16,10 6 1 15,11 7 0-15,11 5 0 16,6 7 0-16,12-3 0 16,9 6 0-16,5-3 1 15,13-3-1-15,4 0 0 16,11-7 0-16,6 1 1 16,15 5-1-16,11-5 0 0,13-1 0 15,8 4 0-15,6 3 0 16,1 3 0-16,3 6 0 15,7 0 0-15,7-3 0 16,0-6 0-16,7-7 0 16,8-9 0-16,3-12 0 15,3-10 0-15,-3-6 0 16,-4-10 0-16,-17 1 0 16,-11-7 0-16,-11-3 0 15,-10-6 1-15,-10-4-1 16,-15-2 1-16,-7-10-1 15,-14-3 1-15,-10-3-1 16,-19-7 1-16,-16-2-2 16,-19-13 0-16,-17 3-9 15,-11 6 1-15,-6 0-1 16,-1 10 1-16</inkml:trace>
  <inkml:trace contextRef="#ctx0" brushRef="#br0" timeOffset="-197937.45">18359 17595 87 0,'21'-10'43'0,"14"-2"-39"0,-28 5 36 15,-7 1-32-15,0 0 0 0,-7 0 2 16,-7 6 1-16,-4 3-15 15,1 3 1-15,-1 7 10 16,4 5 0-16,7-2-5 16,7 6 1-16,10-3-2 15,8 0 1-15,10-7-2 16,4-9 1-16,3-3 0 16,-7 0 1-16,-3-6-1 15,-7 0 1-15,-8-4-1 16,-3-2 1-16,-10-4 0 15,-8-6 0-15,-6-3-2 16,-1-3 1-16,-3 9-1 16,3 0 1-16,-3 4-1 15,3 8 0-15,1 14 0 16,3 2 0-16,3 13 0 16,4 3 0-16,4 3-1 15,3-3 1-15,7-3 0 0,7 6 1 16,10-12-1-1,8-3 0-15,7-10 0 0,0-3 1 16,-7-6-1-16,-4 6 1 16,-11-4-1-16,-2 4 1 15,-15 4-1-15,-15 2 1 16,-6 3-1-16,-7 4 1 16,-4-1-1-16,4-2 0 15,3-4 0-15,8 0 1 16,6-3-1-16,22-3 0 0,10-12-1 15,11 2 1-15,3-8 0 16,4-1 0-16,-8 3-4 16,-6 0 1-16,-11-2-13 15,-10-4 0-15,-15-7 0 16,-13-2 0-16</inkml:trace>
  <inkml:trace contextRef="#ctx0" brushRef="#br0" timeOffset="-197564.79">17604 17347 123 0,'-18'-16'61'0,"7"29"-80"0,15 2 97 16,-4 10-78-16,3 10 0 16,5 3-1-16,-1 15 1 15,0 7 0-15,3 24 0 0,11 7 0 16,11 6 0-1,7 4 0-15,3-1 1 16,1 10 0-16,-1 0 0 0,-3-10-1 16,-4-9 0-16,0-10-4 15,-10-9 1-15,-4-18-13 16,0-10 1-16,-7-19-1 16,4-16 1-16</inkml:trace>
  <inkml:trace contextRef="#ctx0" brushRef="#br0" timeOffset="-197238.02">19593 17758 97 0,'-3'-29'48'0,"-11"-2"-57"15,3 28 64-15,-3-3-49 16,-11 6 1-16,-10 6 4 0,-11 6 0 16,-10 14-13-16,-4 11 0 15,-11 17 9-15,-6 24 0 16,-8 13-3-16,0 6 0 16,-3 16-3-16,10-6 0 15,11-10-2-15,4-3 1 16,6-16-1-16,12-9 0 15,2-12-4-15,11-13 0 0,4-4-14 16,7-15 1-16,0-6 0 16,-4-9 0-16</inkml:trace>
  <inkml:trace contextRef="#ctx0" brushRef="#br0" timeOffset="-196940.76">17985 18005 83 0,'-11'-25'41'0,"22"-28"-29"15,-4 47 54-15,0 3-61 16,3 3 0-16,1 12 1 15,-1 10 1-15,-2 6-10 16,-5 13 1-16,-3 9 5 0,-3 10 0 16,-8 9-8-16,-3 6 0 15,-7 0-13-15,-4-3 1 16,4-12 0-16,-4-19 0 16</inkml:trace>
  <inkml:trace contextRef="#ctx0" brushRef="#br0" timeOffset="-196691.73">18387 18259 113 0,'24'19'56'16,"-24"-38"-88"-16,4 10 96 0,-4 3-67 15,0 6 1-15,-4 3 2 16,-6 9 1-16,-11 4 1 15,-7 12 0-15,-4 4-1 16,4 8 1-16,3 7-4 16,7-3 0-16,8-3-21 15,10-13 0-15,10-12-1 16,4-16 1-16</inkml:trace>
  <inkml:trace contextRef="#ctx0" brushRef="#br0" timeOffset="-196501.27">18595 18310 104 0,'-7'-4'52'0,"7"-8"-84"0,0 12 104 16,0 0-72-16,-4 6 0 16,-10 0 0-16,-7 7 1 15,-7 9-1-15,-4 6 1 16,0 13-2-16,-3 9 0 15,10 16-15-15,8 6 0 16</inkml:trace>
  <inkml:trace contextRef="#ctx0" brushRef="#br0" timeOffset="-196245.88">17907 17902 112 0,'-32'-6'56'0,"50"21"-99"15,0-5 84-15,13 15-41 16,5 6 0-16</inkml:trace>
  <inkml:trace contextRef="#ctx0" brushRef="#br0" timeOffset="-177191.35">11585 4650 75 0,'4'-38'37'0,"17"13"-34"0,-7 13 37 0,14-7-40 15,11-3 1-15,14-3 0 16,18-10 0-16,6-2-1 16,8-1 0-16,-8 4 1 15,-10 2 0-15,-14 13 0 16,-14 10 1-16,-14 6 0 16,-18 12 0-16,-18 13 0 15,-13 3 1-15,-19 10 0 16,-10 12 1-16,-3 6-2 15,3 1 1-15,7-4-2 16,11-16 1-16,7 4-1 16,14-13 0-16,17 3-1 15,11-9 0-15,11 0 0 16,10-4 0-16,11-5 0 0,10-7 0 16,8-6 0-16,10 3 1 15,-3-10-1-15,-11 4 1 16,-11-3-1-16,-7 2 1 15,-17 1-1-15,-18 6 0 16,-21 6 0-16,-21 7 0 16,-15 6 0-16,-17-3 0 15,-7 5 0-15,-7 1 0 16,7-6 0-16,10-6 1 0,12-10-1 16,13-7 1-16,25-8-1 15,21-14 1-15,14-5-1 16,11-7 0-16,6-6 0 15,5 9 0-15,-1 1-1 16,0 5 1-16,-3 4-1 16,-11 9 0-16,-10 1-1 15,-14 5 0-15,-11 7-13 16,-11 6 1-16,-17 9 0 16,-8-18 0-16</inkml:trace>
  <inkml:trace contextRef="#ctx0" brushRef="#br0" timeOffset="-133684.47">23686 752 87 0,'-22'-37'43'0,"15"52"-34"15,11-5 43-15,-1-1-52 16,4 19 1-16,4 1 0 16,10 8 1-16,4 13-2 15,10 4 1-15,4 11 1 16,7 30 0-16,-4 21 0 16,-3 18 0-16,0 36 0 15,-8-1 0-15,-2 38-1 16,2 6 1-16,5 1-2 15,3 8 1-15,6 4-1 16,8 12 1-16,4-15 0 16,13 18 0-16,-3-15 0 15,7 9 1-15,-3-3-1 0,0-6 1 16,6 6-1-16,8-6 0 16,17 0 0-16,11-16 0 15,7-6-1-15,18 3 1 16,10-19 0-16,14-6 1 15,11-4 0-15,7-5 0 16,17-10 0-16,4-16 0 16,4-2-1-16,3-1 1 15,7-6-2-15,1-10 1 0,2-2-1 16,15 5 1-16,-4-2-1 16,8 6 1-16,-4 0-1 15,-8 3 1-15,-2 3-1 16,-1 0 1-16,-10-6-1 15,3 12 0-15,-4-3 0 16,-6 7 1-16,0-4-1 16,-8 16 0-16,1-6 0 15,-1 12 1-15,-10 4-1 16,-3 6 1-16,-15 3-1 16,-7 9 0-16,-6 3 0 15,-12-6 0-15,-13 1 0 16,-8-11 0-16,-3-8-1 15,-11-4 1-15,-6 0 0 16,-8 19 0-16,-7 9 0 16,0 17 0-16,-6 17 0 15,-12 11 0-15,1 2-1 0,-15-34 1 16,1-25-9-16,-15-28 0 16,-7-44 0-16,-3-35 0 15</inkml:trace>
  <inkml:trace contextRef="#ctx0" brushRef="#br0" timeOffset="-132814.64">26056 4979 107 0,'0'-22'53'0,"18"29"-52"0,-11-1 54 0,-4 16-55 16,-3 28 0-16,-3 22-1 15,3 10 1-15,0 2 0 16,7 14 0-16,7-4 0 16,14-13 0-16,4-9 0 15,3-12 0-15,1-16 0 16,6-19 0-16,0-13 1 16,8-27 0-16,-1-14 0 15,4-2 1-15,-11 0-1 16,-3 6 1-16,-11 0 1 15,-3 6 0-15,-4 6-2 16,0 7 1-16,4 6-1 16,0 6 1-16,-1 7-2 15,5 6 0-15,2 6-2 16,8-3 1-16,7-4 0 16,3-11 0-16,8-7 1 0,-1-10 0 15,4-2 2-15,-3-13 0 16,-4 0 0-16,-4-10 0 15,-7-6 0-15,-6-12 1 16,-12-3-2-16,-10-1 0 16,-10-2-1-16,-11 8 0 15,-18 11-4-15,-3 8 1 16,-7 4-10-16,-4 9 1 0,4 7 0 16,3 9 0-16</inkml:trace>
  <inkml:trace contextRef="#ctx0" brushRef="#br0" timeOffset="-132424.49">28208 5603 110 0,'18'-62'55'0,"-4"-20"-61"16,-14 63 74-16,-7-3-66 15,-7 0 1-15,-11 7-3 16,-3-1 0-16,-11 13-2 16,0 9 1-16,4 10 0 15,-7 18 1-15,-1 1-2 16,4 12 1-16,8 9 0 0,13-2 1 16,18-1 0-16,11-9 0 15,10-16 0-15,7-19 0 16,4-5 1-16,0-17 1 15,-1-9-1-15,1-3 1 16,0 0 0-16,-4 0 0 16,0 9-1-16,0 4 1 15,1 5-4-15,-1 7 1 16,11 7-5-16,-1 18 1 16,5-10-19-16,-1 1 0 0,4 0 0 15,3-10 0-15</inkml:trace>
  <inkml:trace contextRef="#ctx0" brushRef="#br0" timeOffset="-132079.31">28624 5610 84 0,'-14'-57'42'0,"18"-2"-44"16,-4 43 71-16,7-9-66 15,0-3 1-15,0-7 0 16,7 10 1-16,4-3-6 15,-1 6 0-15,5 9 4 16,-1 4 0-16,3 12-2 16,1 10 0-16,-4 2-1 15,7 17 1-15,8-1-1 16,-1 3 1-16,4 4 0 16,3-10 0-16,-3 0 0 15,-4-2 1-15,-3-4 1 0,-4-10 0 16,-3 1-1-16,-4-13 1 15,0-7-2-15,-3-2 1 16,0-10-4-16,-1-6 0 16,4-3-8-16,4 0 0 15,0-7-17-15,-1 4 0 16,-2-7 0-16,-12 0 0 16</inkml:trace>
  <inkml:trace contextRef="#ctx0" brushRef="#br0" timeOffset="-131739.58">29524 5575 90 0,'14'16'45'0,"43"-16"-56"0,-36-3 87 0,7-4-76 16,7 1 1-16,4-10 0 15,0-9 1-15,0-6-1 16,-1-7 0-16,-2-2 1 15,-8-11 1-15,-7 4-1 16,-10-3 1-16,-8 6-1 16,-13 10 0-16,-15 12-1 15,-10 16 0-15,-15 21-1 16,-3 17 1-16,0 5-2 16,-3 17 1-16,10 5 0 0,18 7 0 15,24 9 0-15,26-3 1 16,27-12-2-16,21 3 0 15,19-7-10-15,-1-9 1 16,0-6-1-16,-14-7 0 16</inkml:trace>
  <inkml:trace contextRef="#ctx0" brushRef="#br0" timeOffset="-131297.52">27827 6751 83 0,'64'-110'41'0,"13"-28"-38"15,-56 97 44-15,4-18-46 16,-4-7 1-16,-3-6 3 16,-4-3 0-16,-7 9-6 15,-3-3 1-15,-4 6 4 16,-11 10 0-16,-3 6 0 16,-4 25 0-16,-3 3-1 15,-4 19 0-15,-3 16-1 0,-7 18 1 16,7 13-1-16,7 32 0 15,3 12-1-15,7 15 1 16,8 10-1-16,10 3 1 16,7 13-1-16,4-13 0 15,3-6-2-15,3-3 1 16,1-10-8-16,0-12 1 16,0 0-17-16,-4-22 1 15,-4-19-1-15,-3-13 1 16</inkml:trace>
  <inkml:trace contextRef="#ctx0" brushRef="#br0" timeOffset="-130797.25">27605 6958 108 0,'-7'-22'54'0,"35"-22"-80"16,-10 25 105-16,10-6-80 15,18-6 1-15,10-4-2 16,8-2 1-16,3-4 1 16,7 6 0-16,-4 4 0 15,1 6 0-15,-8 6 0 16,-10 19 1-16,-7 16 0 16,-7 12 1-16,-4 29-1 15,1 5 1-15,-1 7-1 16,7 0 0-16,1-6-2 0,2-7 0 15,8-12-1-15,0-15 1 16,-3-14 0-16,6-12 0 16,-14-9 0-16,-3-6 1 15,-4-7 1-15,-6-10 0 16,-5-2 0-16,1 0 1 16,-7 3-1-16,-1-10 0 15,1 7 0-15,-4 2 0 16,0 1-1-16,-3 6 1 15,3 10-1-15,-4 2 1 0,5 10-1 16,-1 6 1-16,3 13 0 16,5 13 0-16,2 12-1 15,4 6 0-15,1 6-7 16,2 1 1-16,1-1-16 16,-4 1 1-16,-3-7 0 15,-7-10 0-15</inkml:trace>
  <inkml:trace contextRef="#ctx0" brushRef="#br0" timeOffset="-130381.86">29411 7152 80 0,'0'-65'40'0,"7"5"-42"15,0 41 65-15,0-6-58 16,0 6 0-16,0-3 2 16,0 0 0-16,4 4-10 15,0-8 1-15,-4 8 6 16,0 2 0-16,3 10-2 15,1 3 0-15,3 9-2 0,4 16 1 16,3 3 0-16,3 3 0 16,8 0-1-16,-4-3 1 15,4 4-1-15,-4-1 0 16,1-6-1-16,-5-3 1 16,-2-10-1-16,-5-6 0 15,-3-6-1-15,0 0 1 16,-3-7-1-16,0-5 1 15,-1-1 0-15,-3 4 1 0,7-14 1 16,4 8 0-16,0-1 1 16,3-3 0-16,3 6 0 15,5 7 1-15,-5 6-1 16,-2 3 1-16,-1 3-2 16,-4 6 0-16,1 4-1 15,0 9 0-15,-1 0-2 16,1 3 0-16,0 9-9 15,6 1 0-15,1-10 0 16,0 0 1-16</inkml:trace>
  <inkml:trace contextRef="#ctx0" brushRef="#br0" timeOffset="-130141.83">30748 6914 103 0,'-10'-16'51'0,"-47"-15"-56"16,43 25 69-16,-7-4-63 0,-4 10 0 16,-7 13 0-16,-3 12 0 15,0 3-2-15,0 10 1 16,-1 6-1-16,12 3 1 16,9 0-2-16,19-3 0 15,14-4-7-15,20-14 0 16,12-17-10-16,17-18 1 15,10-20 1-15,-2-18 0 16</inkml:trace>
  <inkml:trace contextRef="#ctx0" brushRef="#br0" timeOffset="-129894.84">31034 6221 114 0,'-18'-9'57'0,"11"37"-78"16,7-12 107-16,-3 9-88 16,3 12 1-16,0 10-2 15,7 13 1-15,3 3 1 16,4 21 1-16,4 4-4 16,10-3 1-16,0-4-5 15,-3 4 1-15,3-10-12 16,-3-9 1-16,-4-13 0 15,-10-12 1-15</inkml:trace>
  <inkml:trace contextRef="#ctx0" brushRef="#br0" timeOffset="-129612.2">30942 6895 110 0,'32'-37'55'0,"28"-7"-75"0,-42 34 97 16,10-2-78-16,7 2 1 16,4 1-1-16,0 0 0 0,-1 2 1 15,1 1 0-15,4 6-1 16,-1 3 1-16,4 10 0 16,0 5 0-16,-4 11 0 15,-7 11 1-15,1 4-1 16,-1 7 1-16,-11 5-7 15,-2 0 0-15,-5-2-17 16,-3-10 0-16,1-19 0 16,-5-25 0-16</inkml:trace>
  <inkml:trace contextRef="#ctx0" brushRef="#br0" timeOffset="-129464.98">31373 6353 96 0,'-11'0'48'0,"18"9"-152"15,0-12 91-15,11-3 13 0,3-7 0 16</inkml:trace>
  <inkml:trace contextRef="#ctx0" brushRef="#br0" timeOffset="-129150.89">31859 6729 121 0,'-3'9'60'0,"-18"-21"-89"0,17 12 115 0,1 3-92 16,-1 10 0-16,1 9-2 15,-1 9 1-15,1 0 9 16,-1 10 1-16,8-3-7 15,3-4 0-15,10 4 4 16,8-4 0-16,7-2 2 16,6-7 1-16,12-13 0 15,-4-5 0-15,3-14 0 16,-7-12 0-16,-10-9-1 16,-11-9 0-16,-14-7-4 15,-7-3 0-15,-7 0-13 16,-10 0 1-16,-8 0-2 15,0-4 1-15</inkml:trace>
  <inkml:trace contextRef="#ctx0" brushRef="#br0" timeOffset="-128722.02">32307 6688 119 0,'7'13'59'0,"-10"-1"-76"0,6-5 95 15,5 5-79-15,2 7 1 16,8 6-3-16,6 0 0 16,5 3 2-16,-1 4 1 15,7-4-2-15,7-9 0 0,-3 3 0 16,0 0 0-16,0-4 1 16,0-2 1-16,-4-6 0 15,-3-1 0-15,-4-3-1 16,-7-3 1-16,-7-6-1 15,-7-6 0-15,-3-4-1 16,-8-9 1-16,-3-6 0 16,-3-6 0-16,3-4 0 15,0-3 1-15,3 4 1 16,15 2 0-16,3-6 1 16,10 16 1-16,5 10 0 15,9 8 1-15,5 10-2 16,6 13 1-16,4 15-1 15,0 13 0-15,-4 10-11 16,8 8 1-16,-1-5-1 16,-3-20 0-16</inkml:trace>
  <inkml:trace contextRef="#ctx0" brushRef="#br0" timeOffset="-127770.89">28586 6002 85 0,'14'0'42'0,"21"-4"-24"15,-24 4 36-15,10 0-52 16,-4 0 1-16,26 7 0 16,6 5 0-16,8 4-4 15,3 3 0-15,3 0 2 16,4 2 1-16,-7 1-2 15,-4 0 0-15,-6 0 0 16,-8-6 0-16,-7 0-1 16,-10-4 1-16,-11-6-1 15,-14 1 1-15,-10-10-1 16,-11-4 1-16,-8-2 0 0,-6 0 0 16,-4-4-1-16,0 0 1 15,-3-2 0-15,0 5 0 16,6-5 0-16,5-1 0 15,-1 0 0-15,7 1 0 16,1 2-1-16,6 1 1 16,4 2 0-16,3 4 0 15,8 3 0-15,3 9 0 0,10 7 0 16,15 9 0-16,10 6 0 16,22 9 1-16,3 1-1 15,10 0 0-15,1 2-8 16,-8-8 1-16,-6-1-1 15,-26-9 0-15</inkml:trace>
  <inkml:trace contextRef="#ctx0" brushRef="#br0" timeOffset="-118867.5">25008 580 100 0,'29'-7'50'0,"24"-5"-48"0,-39 24 51 0,7 32-53 16,-4 25 1-16,-2 22-1 16,-5 35 1-16,-13 18-1 15,-4 25 0-15,-4 16 0 16,4-6 0-16,-7-25-4 15,10 2 1-15,8-18-7 16,6-22 0-16,1-25 0 16,3-22 1-16</inkml:trace>
  <inkml:trace contextRef="#ctx0" brushRef="#br0" timeOffset="-118585.35">26173 715 109 0,'42'-88'54'0,"-3"85"-66"0,-29 12 81 16,1 19-69-16,-4 26 0 15,-4 11 0-15,-10 23 1 16,-10 44-2-16,-8 9 1 15,0 3 0-15,1 16 0 16,-1-12-3-16,0-17 0 0,4-24-9 16,0-19 0-16,-4-16 0 15,1-19 0-15</inkml:trace>
  <inkml:trace contextRef="#ctx0" brushRef="#br0" timeOffset="-118264.7">25598 1107 90 0,'-43'-63'45'0,"26"38"-41"16,13 25 58-16,1 6-62 16,-1 7 0-16,4 21 0 15,4 29 1-15,10 9-1 16,21 0 0-16,14-12 0 15,15 2 0-15,10-15 1 16,3-12 0-16,8-19 1 0,3-13 0 16,-6-13 0-1,-12-24 1-15,-10-10 0 0,-11-19 0 16,-10 0-3-16,-11-2 0 16,-6-4-13-16,-5 3 1 15,-3 3-1-15,4 0 1 16</inkml:trace>
  <inkml:trace contextRef="#ctx0" brushRef="#br0" timeOffset="-117982.03">26476 617 111 0,'-11'-62'55'0,"29"62"-67"16,-7 0 83-16,6 9-71 16,8 19 1-16,7 13-1 15,-1 15 1-15,8 4-2 16,0 6 1-16,-4-3 0 16,4 6 0-16,-4 9 0 15,1-6 0-15,-5 0 0 16,-9-9 0-16,-15 0 0 15,-18-10 0-15,-28 3 0 16,-35 4 1-16,-25 12-4 16,-24 7 0-16,-8 2 0 0,11-9 0 15</inkml:trace>
  <inkml:trace contextRef="#ctx0" brushRef="#br0" timeOffset="-116984.27">24765 2775 99 0,'-81'-10'49'0,"28"10"-45"15,46 0 45-15,0 4-49 16,10 2 1-16,15 3-1 16,21-9 1-16,28 3-2 15,35 4 1-15,32-17 0 16,36-5 1-16,13-14-1 15,11-5 1-15,7-23 0 16,4-21 0-16,3-4 1 16,-4-12 0-16,-13-6 0 0,-11-25 0 15,-11-10 0-15,-10-6 0 16,-29-13-1-16,-27 3 1 16,-26 1-2-16,-38 15 1 15,-32-9-1-15,-35 3 1 16,-25 6-2-16,-24 9 1 15,-26 1 0-15,-24-10 0 16,-21 19 0-16,-21 19 0 16,-15 25-1-16,-10 19 1 0,-14 27 0 15,-11 36 1-15,-3 34-1 16,3 22 0-16,11 12 0 16,7 19 1-16,7 19-1 15,18 16 0-15,17 3 0 16,11 15 0-16,21 13-1 15,21 7 1-15,28 2 0 16,36 7 0-16,31-3 0 16,47-4 0-16,27-12 0 15,33-19 0-15,34-19 0 16,22-21 0-16,14-14 0 16,10-14 0-16,18-20 0 15,7-22 1-15,-3-9-1 16,3-12 0-16,-7-10 0 15,-7-10 1-15,-7-12-1 16,-15-9 0-16,-9-13 0 16,-15-38 0-16,-14-15 0 0,-14-6 1 15,-11-23-1-15,-21-27 0 16,-14-10 0 0,-21-32 1-16,-21 10-1 0,-15 13 1 15,-20-7-1-15,-15 19 0 16,-17 16 0-16,-22 12 1 15,-24 13-1-15,-21-3 1 16,-11 24-1-16,-21 7 0 16,-25 13-1-16,-11 22 1 15,-17 31 0-15,-10 31 0 16,-8 22 0-16,-3 29 0 0,10 11 0 16,15 30 0-16,10 27 0 15,25 10 0-15,24 28-2 16,32 22 1-16,29 13-13 15,34-4 0-15,29-6-1 16,18-28 1-16</inkml:trace>
  <inkml:trace contextRef="#ctx0" brushRef="#br0" timeOffset="-115188.68">27778 802 98 0,'-11'-9'49'0,"36"28"-47"0,-4-16 50 15,11-3-52-15,10-3 0 16,7-13 0-16,15 0 0 16,3-12-3-16,14 0 0 15,0 0-3-15,-3 3 0 16,-8 0-8-16,-6 3 1 16,-4 6 0-16,-18 0 0 15</inkml:trace>
  <inkml:trace contextRef="#ctx0" brushRef="#br0" timeOffset="-115007.36">27446 1420 104 0,'-10'10'52'0,"80"-1"-69"15,-38-12 89-15,17-10-72 16,22 1 0-16,17-17-11 15,4-11 0-15,10-7 11 16,18-7 0-16</inkml:trace>
  <inkml:trace contextRef="#ctx0" brushRef="#br0" timeOffset="-114813.54">29087 467 104 0,'3'-35'52'0,"11"42"-52"0,-7-7 63 16,-3 6-63-16,-4 6 1 15,0 14 0-15,-4 21 0 16,-3 22-2-16,-7 12 1 16,-4 7-1-16,1 0 0 15,-1 3-5-15,4-10 1 16,3-2-15-16,4-17 1 16,4-5 0-16,6-17 0 15</inkml:trace>
  <inkml:trace contextRef="#ctx0" brushRef="#br0" timeOffset="-114514.54">29531 856 101 0,'14'-50'50'0,"-3"21"-62"16,-11 14 87-16,-4 2-75 15,-3 4 1-15,-7 9-1 16,-4 12 1-16,-3 13-2 15,0 4 1-15,0 8-1 16,14 7 0-16,14-9-1 16,21-1 1-16,7-9 0 15,11-6 0-15,0-10 0 16,0-15 1-16,-4-3 1 16,-6-4 1-16,-12-6 0 15,-13-6 0-15,-15-3 0 16,-10-7 0-16,-14-5-10 0,-7 12 1 15,-11-10-1-15,0 3 0 16</inkml:trace>
  <inkml:trace contextRef="#ctx0" brushRef="#br0" timeOffset="-114231.62">29549 501 98 0,'31'-9'49'0,"8"-7"-46"0,-18 13 58 0,8-3-60 15,6 6 1-15,14 6 0 16,18 4 0-16,4 8-3 16,10-2 0-16,-7 12 2 15,-7 16 0-15,-7 9-1 16,-11 1 0-16,-13 8 0 16,-19-8 0-16,-10 2 0 15,-14-6 0-15,-14-6-5 16,-14-3 0-16,-14-6-19 15,-1-10 0-15,4-10 0 16,8-5 0-16</inkml:trace>
  <inkml:trace contextRef="#ctx0" brushRef="#br0" timeOffset="-114077.14">30755 909 91 0,'50'-16'45'0,"20"-3"-57"0,-42 19 86 16,15-9-74-16,20 9 1 16,1 0-1-16,6-9 0 15,4-7-10-15,4-3 1 16,-8-6-1-16,-2-9 1 16</inkml:trace>
  <inkml:trace contextRef="#ctx0" brushRef="#br0" timeOffset="-113860.23">31147 617 110 0,'-21'-9'55'16,"42"43"-66"-16,-11-15 82 0,1 6-71 15,3 13 0-15,-3 6-8 16,-1 0 0-16,-3 9-9 15,0-6 0-15,0-3-5 16,7-9 1-16</inkml:trace>
  <inkml:trace contextRef="#ctx0" brushRef="#br0" timeOffset="-113669.35">31919 520 101 0,'4'-37'50'0,"17"18"-63"0,-14 12 89 16,0 4-75-16,0 3 0 16,4 0 0-16,-4 19 1 15,-4 0-3-15,-6 15 1 16,-8 20-3-16,-6 12 0 16,-8 3-11-16,4-4 1 15,3 4-1-15,4-15 1 16</inkml:trace>
  <inkml:trace contextRef="#ctx0" brushRef="#br0" timeOffset="-113475.09">32276 677 86 0,'53'-63'43'0,"3"38"-40"15,-42 16 57-15,0 9-60 16,0 9 1-16,-7 10-2 15,-3 9 1-15,-11 22-4 16,-4-3 1-16,-3 0-11 16,-3 4 0-16,2-8-1 15,5 1 1-15</inkml:trace>
  <inkml:trace contextRef="#ctx0" brushRef="#br0" timeOffset="-113204.95">32964 269 104 0,'28'-53'52'0,"-4"50"-69"0,-13 3 91 15,3 3-74-15,4 13 0 16,3 12 0-16,0 16 0 15,-7 0-1-15,-7 3 1 0,-14 22-1 16,-7 15 1-16,-7 1-1 16,-11-3 0-16,-3-10-6 15,-4-10 0-15,-7-2 0 16,0-19 1-16</inkml:trace>
  <inkml:trace contextRef="#ctx0" brushRef="#br0" timeOffset="-110031.37">30000 1721 84 0,'-56'-6'42'0,"52"6"-40"0,11-6 48 0,14 2-47 15,18-5 1-15,14 0 0 16,11-7 0-16,10 0-9 16,18-6 1-16,3 4-2 15,11 2 1-15,-1-3-5 16,1-6 0-16,11 9-4 16,-8 4 1-16,4-13 2 15,-14 6 0-15</inkml:trace>
  <inkml:trace contextRef="#ctx0" brushRef="#br0" timeOffset="-109589.17">29034 1571 96 0,'-53'0'48'0,"-7"0"-63"0,53 9 86 16,0-6-71-16,0 7 1 0,3-4 0 15,8-6 1-15,3 3-3 16,14 0 1-16,18-9 0 15,17-4 1-15,22-8-1 16,35-1 0-16,24-13 0 16,47 1 1-16,17-19 1 15,31 6 0-15,5-3 0 16,13 6 1-16,1 10-1 16,-1 0 1-16,1 2-1 15,-8 4 0-15,-3 3-2 16,-28 3 1-16,-11-6-1 15,-18 7 0-15,-20-8-1 16,-15 8 0-16,-25-11-1 16,-21 7 0-16,-20 4-7 15,-22 5 0-15,-15 4 0 16,-23-4 0-16</inkml:trace>
  <inkml:trace contextRef="#ctx0" brushRef="#br0" timeOffset="-109290.77">30237 1822 103 0,'10'-73'51'0,"71"45"-56"0,-45 22 65 0,24-4-60 16,14 4 0-16,7-3 0 16,7-1 0-16,7-2-5 15,11-1 1-15,-4 1-6 16,-3-7 0-16,-7 3-12 16,-11-3 1-16,-14 1-1 15,-21 2 1-15</inkml:trace>
  <inkml:trace contextRef="#ctx0" brushRef="#br0" timeOffset="-109002.4">30501 1677 102 0,'-10'-31'51'0,"20"47"-76"16,-3-10 103-16,0 13-78 0,4 25 0 15,-4 18 0 1,4 4 0-16,-8 13 0 0,4 8 0 16,0 7 0-16,4 0 0 15,-4-12-1-15,0 0 1 16,-14-13 0-16,-4-16 1 16,-6-16-1-16,-8-2 1 15,-10-19-1-15,-15 2 1 16,-6-18-1-16,-4 4 0 0,-11-8-10 15,8-11 1 1,6-4-1-16,11-19 0 0</inkml:trace>
  <inkml:trace contextRef="#ctx0" brushRef="#br0" timeOffset="-108462.45">30953 2119 66 0,'74'0'33'0,"10"7"-14"16,-62 2 24-16,-1-3-39 16,-4-3 0-16,-2 4 2 15,-5 2 1-15,-10-9-9 16,0-9 1-16,-7-1 4 16,-7-5 1-16,-4-1-2 15,1-6 0-15,6-3-2 16,1-3 0-16,6-4 0 15,4 10 1-15,7 4 0 0,7 2 0 16,4-3-1-16,7 10 1 16,3-1 0-16,3 10 0 15,-2 10-1-15,-1 9 0 16,-3 6 0-16,-4 12 0 16,-7 1 0-16,-4 12 0 15,-6 13 0-15,-4-1 0 16,-4 1 0-16,-10-6 0 15,-7 2 0-15,-11-15 0 0,-13-6 0 16,-8-4 0-16,-7-6-1 16,0-2 1-16,-7-14-1 15,7 1 1-15,14-10-1 16,7-6 0-16,11-4-1 16,17-11 1-16,15-4 0 15,13 3 0-15,15-3 2 16,7 6 0-16,14 4 1 15,0 12 0-15,3 3 0 16,4 12 1-16,0 4-3 16,4 0 1-16,6 0-19 15,11 6 1-15,8-6-1 16,6-19 0-16</inkml:trace>
  <inkml:trace contextRef="#ctx0" brushRef="#br0" timeOffset="146676.78">3937 13584 77 0,'-42'-6'38'0,"3"9"-24"0,32-3 38 16,3 3-47-16,-6 0 1 15,3 3 2-15,7 7 0 32,-7 28-10-32,14 24 1 15,-7 17 8-15,0 15 0 0,0 16-2 16,0 3 0-1,0 19-2-15,3 6 1 0,4 3-2 16,4 13 1-16,6 9-2 16,5-3 0-16,6 0 0 15,0 13 0-15,4-10-1 16,-4 0 1-16,14 4-1 16,-20-13 1-16,6-10-1 15,0-15 1-15,-7-13-1 16,7-22 1-16,-3-9-1 15,3-22 1-15,-7-4-1 16,1-11 0-16,-8-14 0 16,-4-2 0-16,1-7-5 15,-11-12 0-15,3-13-24 16,4-22 1-16,-7-31-1 16,-10-22 0-16</inkml:trace>
  <inkml:trace contextRef="#ctx0" brushRef="#br0" timeOffset="150522.78">3877 13687 98 0,'-67'-9'49'0,"63"18"-71"16,15-9 92-16,-7 0-71 15,6 0 1-15,4-3 0 16,0 3 1-16,15-9 0 15,2 3 1-15,15-10 1 16,18-3 0-16,3 0 0 16,3 0 1-16,18 1 0 15,11-4 0-15,25-3-2 16,6 0 1-16,29-4-2 16,17 1 1-16,4 0-1 15,18 0 1-15,-8-7-1 16,-3-3 0-16,18-2 0 0,-18 2 0 15,3-3 0-15,12 4 1 16,-8-4-2-16,0-3 1 16,14 3 0-16,-4 4 0 15,19 5 0-15,-15 1 0 16,14 0-1-16,-10-1 0 16,-1-2 0-16,1-10 1 15,-7-3-1-15,-1-3 0 16,8 3 0-16,-11-16 1 15,11 0-1-15,-4 4 1 16,-4 8-1-16,5 11 1 0,-12 8-1 16,-14 7 1-16,-3 9-1 15,-3 7 1-15,-26 3-1 16,-2-4 0-16,-8 4 0 16,-4 0 1-16,-6-4-1 15,-18-2 0-15,-4-4 0 16,-3 7 0-16,-7-7 0 15,-18 4 1-15,-14-1-1 16,-11 4 1-16,-13-1 0 16,-12 4 0-16,-2 3-1 15,-8 0 1-15,-7 0-1 16,-3 6 1-16,-4-6-1 16,-7 6 0-16,3 6 0 15,-6 4 1-15,3 9-1 16,-4 9 0-16,4 16 0 15,-3 9 0-15,-15 10 0 16,4 16 0-16,-7 15 0 16,3 16 0-16,0 6 0 0,4 13 0 15,4 6 0-15,3 0 0 16,0-16 0-16,-1 7 0 16,1-10 0-16,0-6 0 15,0 3 0-15,4-3 0 16,-1-7 0-16,1-2 0 15,-1 5 0-15,4 7 0 0,7-3 0 16,0 0 0 0,4-16 0-16,3-6 0 0,4-9 0 15,-4-10 0-15,7 3 0 16,-3-15 0-16,-1-7 0 16,4-3 0-16,-7-6 0 15,-6-3 0-15,2 0 0 16,-6 0 0-16,-1-1 0 15,-3-2 0-15,-10 0 0 16,-5 2 0-16,-2 4 0 16,-4-3 0-16,-1-3 0 15,-2 2 0-15,-4-5 0 16,-1-1 0-16,-2 1 0 16,-1-4 0-16,-7 1 0 15,0-4 0-15,-7-3 0 16,-14-3 0-16,-7-3 0 15,-10-1 0-15,-4-2 0 16,-8 0 0-16,-9 0 0 0,-12 2 0 16,-6 1 0-16,-8 0 0 15,-10-6-1-15,-7 2 1 16,0 4 0-16,-3 3 0 16,-15 0 0-16,4 6 0 15,-8 10 0-15,-6-7 0 16,0 10 0-16,3-3 1 15,-4-4-1-15,12 0 0 16,2-2 0-16,5-10 0 0,-8-3 0 16,0 3 0-16,8-7 0 15,-12 1 0-15,1-4 0 16,14 7 0-16,-7-3 0 16,-11 0 0-16,11-4 0 15,3 1 0-15,-14 2-1 16,4-5 1-16,10 2 0 15,-3 1 0-15,-11 3 0 16,7 2 0-16,8 7 0 16,-19-3 0-16,12 4 0 15,2 2 0-15,5 3 0 16,-1 0 0-16,14 10 0 16,1 0 0-16,13-3 0 15,-3 6 0-15,7-7 0 16,0 1 0-16,22-4 0 15,6-6 0-15,7 1 0 16,4-4 0-16,4 0 0 16,2-3 0-16,5-3 0 0,10-1 0 15,3 1 0-15,8-6 0 16,7-4 0-16,10-2 0 16,-3-7-1-16,7-10 1 15,6-9 0-15,1-9 0 16,7-6 0-16,0-10 0 15,0-3 0-15,-7-16 0 16,-4-9 0-16,0-19 0 16,1-9 0-16,-1-10 0 15,-3-16 0-15,-4 4 0 0,14-10 0 16,-13 1 0-16,6-4 0 16,0 9 0-16,4 4 0 15,3-13 0-15,-3 4 0 16,4-4 0-16,6 3 0 15,0-6 0-15,1 3-1 16,10 3 1-16,0 10 0 16,3 9 0-16,8 7 0 15,3 5 0-15,0 10 0 16,-3 10 0-16,6 9 0 16,1 9 0-16,-4 3 0 15,4-5 0-15,-4 5 0 16,0 10 0-16,-3 0-1 15,-1 9 1-15,1 3 0 16,-8 16 0-16,4 0 0 16,0 0 0-16,-7 16 0 15,0 6 0-15,0-3 0 0,0 3 0 16,4 3 0-16,3-6 0 16,4 3 0-16,10 0 0 15,-4 0 0-15,4-9 0 16,8 2 0-16,6-2 0 15,11 9 0-15,14 0 0 16,10 3 0-16,12 0 0 16,9-3 0-16,15-9 0 15,18-10 0-15,-1-12 0 16,18-10 0-16,11-3 0 0,14-3 0 16,3 3 1-16,11 0-2 15,0 3 1-15,3 13 0 16,15 6 0-16,-11 10 0 15,3 2 0-15,8 10 0 16,-18 0 0-16,10-6 0 16,-3 0 0-16,-3-7 0 15,13-9 0-15,-3 0 0 16,-10-12 0-16,13-1 0 16,-6-9 0-16,-1 0 0 15,1 4 1-15,-8 2-2 16,8 0 1-16,-4 4 0 15,-4 3 0-15,8-7 0 16,-1-9 0-16,1 0 0 16,-12-6 0-16,5 2 0 15,-8-8 0-15,-10-4 0 0,-7 3 0 16,-4 13 0-16,-17 7 0 16,-18 2 0-16,-7 7 0 15,-11 6 0-15,-7 0 0 16,-3 3 0-16,-15 0 0 15,-10 9 0-15,-7 1 0 16,-14 2 0-16,-7 1 0 16,-4-1 0-16,-10 4 0 15,-7 6 0-15,-4 0 0 0,0 6 0 16,-7 10 0-16,4 6 0 16,-4 6 0-16,0 16 0 15,0-6 0-15,3 12 0 16,4 0 0-16,4 6 0 15,-4 17 0-15,4-4 0 16,-4 9 0-16,4 13 0 16,-1 19 1-16,1-4-1 15,-1 10 0-15,5 13 0 16,-1 6 0-16,0 3 0 16,0-7 0-16,-3 7 0 15,-1-9 0-15,1-7 0 16,0-3 0-16,-1 4 0 15,1-7 0-15,0-7 0 16,3-2 0-16,-4 0 0 16,1-4 0-16,0 4 0 15,-1-7 0-15,-3-9 0 0,1-13 0 16,-5-2 0-16,-6-10 0 16,-1-7 0-16,1-6 0 15,-4-9 0-15,0-3 1 31,-7 3-1-31,-7-6 0 16,-4 2 0-16,-7 1 0 16,1-3 0-16,-5-10 0 15,-6 0 0-15,0-6 0 16,-4 6 0-16,-3-9 0 16,-8-6 0-16,-6 2 0 0,-11-5 0 15,-11-1 0-15,-10 1 0 16,-14-1 0-16,-8 4-1 15,-13 2 1-15,-8 1 0 16,-10 3 0-16,-11 0 0 16,-10 3 0-16,-4-4 0 15,-6-2 0-15,-5 3 0 16,-6-3 0-16,-8 2 0 16,4 1 0-16,-17 3 0 15,-1 3 0-15,7 0 0 16,-3 4 0-16,4 2-1 15,3-6 1-15,-4 3 0 16,-6 0 0-16,10-6 0 16,-4-6 0-16,8 3 0 15,-4 3 0-15,-4-3 0 16,11 3 0-16,7 3-1 16,-7 3 1-16,14 0 0 0,11 0 0 15,-7-3 0-15,10 1 0 16,14-1-1-16,1-3 1 15,2-4 0-15,5-2 0 16,3 0 0-16,14-4 0 16,0 1-1-16,4 6 1 15,3 3 0-15,3 0 0 16,11 12 0-16,1 7 0 16,10 3-1-16,-4-7 1 0,-7-2 0 15,18-1 0-15,10-9 0 16,8-6 0-16,10-9 0 15,11-4 0-15,3 0 0 16,0-3 0-16,11-3 0 16,3 3 0-16,7-3 0 15,1-6 0-15,-4-3 0 16,3-10 0-16,4-9-1 16,-4-19 1-16,1-3 0 15,2-7 0-15,5-2 0 16,-8 8 0-16,8 1 0 15,-1 0 0-15,-7 6 0 16,4 0 0-16,-3-6 0 16,-12-13 0-16,8-18 0 15,0-13 0-15,0-19 0 16,3-13 0-16,-3 13-1 16,11 13 1-16,-8 12 0 15,7 16 0-15,-6 13-1 0,3 8 1 16,3 11-1-16,4 2 1 15,0 7-1-15,3-4 0 16,-6-2 0-16,3-17 1 16,3-5 0-16,-6 2 0 15,3-2-1-15,-4 5 1 16,0 7 0-16,1 7 1 16,-1 2-2-16,-6 3 1 15,6 1-1-15,0-4 1 0,4-2-2 16,4-17 0-16,3-2 0 15,0 2 1-15,0 7 1 16,3 6 0-16,4 10 0 16,-7 5 1-16,-7 10 0 15,4 10 0-15,-8 6 0 16,4 6 1-16,-10 3-2 16,2 1 0-16,-2-4-2 15,6-3 1-15,1-7-3 16,10-5 0-16,0-4-16 15,10 4 1-15,-17 5 0 16,-7-5 0-16</inkml:trace>
  <inkml:trace contextRef="#ctx0" brushRef="#br0" timeOffset="-120654.1">23774 15396 80 0,'-4'4'40'16,"1"-30"-45"-16,6 20 40 0,4-6-39 16,-3-1 1-16,-1 4 2 15,-3-1 1-15,0 4 4 16,-3 6 1-16,-1 0 1 16,4 6 1-16,4 4 2 15,10-1 0-15,11-3-1 16,31-6 0-16,11-3-4 15,14-6 1-15,4-7-6 16,-4 4 1-16,-3 2-3 16,-11 7 1-16,-22 9-1 15,-27 1 0-15,-18 5 1 16,-18 7 1-16,-20 3 1 16,-22 0 1-16,-25 3 0 0,-10-3 1 15,0 0-1 1,3-3 1-16,14-4-1 0,22-2 0 15,10-7-1-15,18-6 1 16,17-3-1-16,15-3 1 16,13-4-1-16,15 4 1 15,14 3-1-15,10-3 1 16,1-4-1-16,3 1 1 16,-4-1-1-16,-6 1 1 15,-8-4-1-15,-10 4 0 0,-11 3 0 16,-14 3 1-16,-21 3-1 15,-18 3 1-15,-24 3-1 16,-22 10 1-16,-7-1 0 16,4 7 0-16,0-3 0 15,10-3 1-15,15-7-2 16,28-2 1-16,17-11-4 16,22-8 0-1,17-7-10-15,18 0 0 0,14-6 0 16,14-3 0-16</inkml:trace>
  <inkml:trace contextRef="#ctx0" brushRef="#br0" timeOffset="-120158.28">24296 14327 89 0,'-21'-16'44'0,"-4"-15"-56"0,21 25 60 0,1 0-50 16,-4-4 1-16,-7 10 6 16,0 0 1-16,3 0-4 15,4 3 1-15,7 0 3 16,11 1 1-16,6 2 0 16,15 0 1-16,10-6-4 15,18 0 0-15,4 0-3 16,-1 0 1-16,-3-3-2 15,-14 0 0-15,-7 3-1 16,-18 0 1-16,-10 3 0 16,-15-3 0-16,-10 6 0 15,-21-3 0-15,-4 0-1 16,4-3 0-16,6 0-7 16,12 0 0-16,13-6-17 15,25-3 0-15,11-10-1 0,7-9 1 16</inkml:trace>
  <inkml:trace contextRef="#ctx0" brushRef="#br0" timeOffset="-119452.92">24426 13079 73 0,'-14'-13'36'0,"14"7"-46"15,0 6 67-15,0 0-52 16,0 0 0-16,0 0 4 16,4 0 1-16,6-6-12 15,8 9 1-15,14-3 7 16,7 0 1-16,3 0-4 15,7-3 1-15,-6-3-3 0,-5 3 1 16,-6 3-2-16,-11 0 0 16,-10-4-1-16,-11 4 1 15,-14-3-1-15,-14 3 1 16,-18-3 0-16,-4 3 0 16,-6 0 0-16,-1 6 0 15,-3 1 0-15,15 5 1 16,9-6-1-16,8 4 0 0,14-4 0 15,10 7 0-15,19-10 0 16,13 0 0-16,21-9 0 16,15 6 1-16,6-13-1 15,8 1 0-15,-4-4 0 16,-11 3 0-16,-17-2 0 16,-18 12 1-16,-28 3 0 15,-17 9 0-15,-22 7 0 16,-24-1 0-16,-8 4 0 15,-3 0 1-15,7 0-2 16,7-7 1-16,14-2-3 16,14-1 1-16,11-6-14 15,14 0 1-15,7-3-1 16,18-15 0-16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6:29:20.5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5041 3082 97 0,'71'50'48'0,"116"-9"-43"15,-131-41 48-15,29-6-53 0,24-7 1 16,11-24 1-16,4-26 0 16,13-6-2-16,1-16 0 15,-15-3 1-15,-17-12 1 16,-25 3-1-16,-14 3 1 15,-28 19-1-15,-18 12 1 16,-31 0-2-16,-36 22 1 16,-25 19-1-16,-6 22 1 15,-19 10-1-15,-20 34 1 16,-4 28-1-16,-11 19 0 0,12 31 1 16,-1 25 1-16,21 10 0 15,18 13 0-15,31-7 0 16,36-13 1-16,32-21-1 15,28-10 0-15,14-16-1 16,24-24 1-16,15-20-4 16,0-27 0-16,7-23-7 15,17-18 0-15,4-20 0 16,-3-27 0-16</inkml:trace>
  <inkml:trace contextRef="#ctx0" brushRef="#br0" timeOffset="235.44">6735 2135 111 0,'-43'-19'55'0,"36"13"-60"0,7 6 69 16,11 0-65-16,6-3 1 15,15 3 0-15,18-6 0 16,9 2-1-16,16 4 1 16,2-9-7-16,4 3 1 15,18 3-9-15,-11-7 0 0,4 4 0 16,-7-13 0-16</inkml:trace>
  <inkml:trace contextRef="#ctx0" brushRef="#br0" timeOffset="690.77">7722 1357 91 0,'-81'-72'45'0,"-85"-22"-43"15,113 75 67-15,-28 10-67 16,-25 0 0-16,-28 15 0 16,-24 22 1-16,-40 16-4 15,-17 28 0-15,-39 10 2 16,-21 31 0-16,-7 40-1 15,-8 17 0-15,26 27 0 16,41 10 1-16,22 31 0 16,32 1 1-16,46 21 0 15,41-9 0-15,68 15-1 16,28-24 1-16,53-23-1 0,36-12 1 16,34-31-2-16,43-38 0 15,32-41 0-15,35-37 0 16,28-54 0-16,7-50 0 15,32-28 0-15,-3-47 1 16,-11-19-1-16,-22-25 1 16,-6-35 0-16,-32-9 0 15,-36-19 0-15,-34 16 0 16,-40 6-2-16,-52 7 0 0,-39 18 1 16,-43 29 1-16,-52-13-1 15,-36 12 1-15,-14 16-5 16,-14 22 0-16,7 13-14 15,18 12 0-15,21 19-2 16,28 22 0-16</inkml:trace>
  <inkml:trace contextRef="#ctx0" brushRef="#br0" timeOffset="952.79">8707 2734 109 0,'-46'0'54'0,"35"6"-69"16,18-6 90-16,11 0-75 0,14 0 1 16,20-9 0-16,19-1 0 15,35-8-1-15,10 2 0 16,22-12 0-16,17 12 1 15,4-9-2-15,-4 12 0 16,0-2-7-16,-14 5 1 16,-24 4-1-16,-22-3 1 15</inkml:trace>
  <inkml:trace contextRef="#ctx0" brushRef="#br0" timeOffset="1195.53">8925 3195 103 0,'-99'56'51'16,"57"13"-48"-16,42-56 59 0,11 3-61 15,20-7 1-15,29-3 0 16,39-6 1-16,11-18-4 16,20-4 0-16,18-10 1 15,15-9 0-15,-1 4-3 16,-3-1 0-16,-15 4-8 15,-27 2 0-15,-22 14 0 16,-25 5 1-16</inkml:trace>
  <inkml:trace contextRef="#ctx0" brushRef="#br0" timeOffset="1367.13">8689 3916 106 0,'-67'38'53'0,"102"18"-58"0,-3-49 73 16,28-7-68-16,42-10 0 16,32-12-6-16,36 0 0 15,17-12-8-15,24-13 1 16,15-7-4-16,7-11 1 0</inkml:trace>
  <inkml:trace contextRef="#ctx0" brushRef="#br0" timeOffset="2312.02">12633 2185 107 0,'-67'-66'53'0,"-57"13"-67"16,82 41 86-16,-14 2-72 15,-11 4 0-15,-11 6 0 16,-7 6 0-16,8 4 0 16,6 24 0-16,15-3 0 15,20 29 0-15,19 22 1 16,20 21 0-16,19 32 0 16,16 9 1-16,-2 16 0 15,-5 0 0-15,-9 9-1 0,-15-9 0 16,-14-16-1-16,-29-12 0 15,-13-10-1-15,-22-18 0 16,1-16 0-16,-1-22 1 16,15-26-1-16,17-21 0 15,21-31 1-15,25-17 0 16,36-15 0-16,45-21 0 16,35-39 0-16,47-9 0 15,6-18 0-15,11-26 0 16,7 9 0-16,-14-5 0 0,-14 12 0 15,-25-7 0-15,-18 20 0 16,-24 5 1-16,-25 23 0 16,-17 12 1-16,-26 16 0 15,-13 16 0-15,-11 21 0 16,-10 16 0-16,-8 29 0 16,-10 21 0-16,-14 54-1 15,-11 25 1-15,-4 46-2 16,-10 26 1-16,-3 25-1 15,3 6 1-15,11-6-2 16,17-3 1-16,28-19-1 16,8-25 1-16,13-34 0 15,15-32 0-15,3-19-1 16,11-22 1-16,7-21 0 16,11-26 0-16,3-19 0 0,14-27 1 15,-3-33-1-15,10-5 0 16,3-10 0-16,5-15 1 15,-1-16-2-15,-3 9 1 16,-11-6 0-16,-18 6 1 16,-10 3-1-16,-14 1 0 15,-7 12 0-15,-8 18 1 16,-6 14-1-16,-7 12 1 16,-4 18-1-16,-4 13 0 15,1 23 0-15,-4 24 1 16,-4 22-2-16,1 13 1 0,-1 3 0 15,1 9 0-15,3 19 0 16,0 0 0-16,3-13 0 16,1-2 0-16,3-4 0 15,3-12 0-15,4-10 0 16,4-9 0-16,0-9 0 16,-1-10 0-16,-2-7-1 15,2-5 1-15,-10-7-5 16,-7-6 0-16,-3-15 0 15,-4-14 1-15</inkml:trace>
  <inkml:trace contextRef="#ctx0" brushRef="#br0" timeOffset="2996.31">14968 1753 115 0,'14'-54'57'0,"32"95"-55"0,-35-13 61 16,3 35-63-16,0 15 0 15,0 38 0-15,-3 41 1 16,-8 56-2-16,-3 35 1 15,-3 56-1-15,3 35 0 0,3-10 1 16,4-6 0-16,4-34-1 16,0-17 1-16,-1-49-3 15,-10-28 0-15,0-32-15 16,-7-41 1-16,0-37-2 16,-7-38 1-16</inkml:trace>
  <inkml:trace contextRef="#ctx0" brushRef="#br0" timeOffset="3307.65">15057 3465 118 0,'-15'-145'59'0,"30"29"-78"15,-5 82 100-15,11-1-81 16,11 1 0-16,14-1 0 0,10-2 0 15,11 9 0-15,11 12 0 16,7 16 0-16,-8 19 0 16,-6 15 0-16,-11 16 0 15,-18 13 0-15,-21 22 1 16,-24 12-2-16,-25-3 1 16,-22-9-3-16,-13-7 1 15,-11-9-7-15,-11-22 1 16,4-9-19-16,3-13 0 15,15-16 0-15,17-12 1 16</inkml:trace>
  <inkml:trace contextRef="#ctx0" brushRef="#br0" timeOffset="3575.23">16140 3223 92 0,'81'-9'46'0,"21"9"-61"16,-77 0 88-16,3-10-73 15,7 10 1-15,-3-9 2 16,-14-4 0-16,-8-2-2 16,-3-1 1-16,-17-3 2 15,-15 4 0-15,-14 8 0 16,-7 14 0-16,-10 18-1 16,-8 12 1-16,4 32-3 15,11 22 0-15,10-3-2 16,18 0 1-16,25-7-3 15,24-15 1-15,25-16-11 0,24-28 0 16,22-25 0-16,14-22 1 16</inkml:trace>
  <inkml:trace contextRef="#ctx0" brushRef="#br0" timeOffset="4320.99">16715 2812 108 0,'-25'16'54'0,"25"15"-59"0,7-15 77 16,7 12-71-16,18 4 1 0,17 15 0 15,15-10 0-15,10 14-4 16,-4 5 0-16,-6 13 0 16,-8 13 1-16,-13-4-3 15,-15-3 1-15,-14-3 0 16,-14-12 0-16,-11-7 1 15,-3-18 0-15,0-13 1 16,0-10 1-16,3-12 0 16,4-12 1-16,7-13-1 15,11-16 1-15,14-22-1 16,10-18 0-16,18 2 0 16,10-34 0-16,4-12 0 15,4 6 0-15,0-16 1 16,-1 9 1-16,-3 10 0 15,-3 19 0-15,-8 22 1 16,-7 15 0-16,-6 16 0 0,-8 10 0 16,-7 25-1-16,-7 34 1 15,-3 31-2-15,-4 32 1 16,-7 47-2-16,-7 28 1 16,0 37-1-16,0 1 1 15,7 3-1-15,0-10 0 16,4-27-1-16,0-11 1 15,-4-24-2-15,-7-19 0 16,0-19 0-16,-4-28 1 16,-3-16-1-16,-4-22 0 0,-3-21 0 15,-3-17 1-15,3-15 0 16,10-28 1-16,4-19-1 16,7-22 1-16,11-4 0 15,6-11 0-15,12-23 0 16,3 3 0-16,10-2 1 15,7 2 0-15,11 4 0 16,11 12 0-16,10 22-1 16,0 12 1-16,8 23 0 15,-5 12 0-15,-10 19-1 16,-13 22 0-16,-19 25-1 16,-31 19 1-16,-26 15-1 15,-30 4 1-15,-29 12-2 16,-22 0 1-1,-52 28-8 1,28-21 1-16,22-20-1 0,24-21 0 16</inkml:trace>
  <inkml:trace contextRef="#ctx0" brushRef="#br0" timeOffset="4660.31">19375 2869 97 0,'7'-31'48'0,"-39"5"-45"0,18 20 54 0,-11 3-56 15,7 3 0-15,-27 9 0 16,-8 17 0-16,0 11-2 16,0 16 1-16,10 13 1 15,19 3 0-15,13 0 0 16,22 3 0-16,17 7 0 15,18-13 1-15,7-13-1 16,7-19 1-16,3-12-1 16,-6-22 0-16,-8-12-1 15,-14-16 1-15,-10-13-2 16,-14-6 0-16,-15-13-6 16,-14 4 1-16,-6-4-19 15,-8 4 0-15,-3 2 0 16,3 7 0-16</inkml:trace>
  <inkml:trace contextRef="#ctx0" brushRef="#br0" timeOffset="4989.2">20271 2825 100 0,'10'-22'50'0,"-13"-3"-71"0,-4 12 99 15,-8 1-78-15,-13-1 1 16,-7-6 0-16,-7 7 1 0,-4-1-2 16,3 7 0-1,8 12 1-15,7 1 1 0,14 11-1 16,14 11 1-16,17 18-1 16,8 15 0-16,10-2 0 15,1 12 0-15,-4-6-1 16,-8-6 1-16,-10-7-1 15,-17-6 0-15,-15-6-1 16,-17-7 0-16,-15-12-6 16,-2-6 0-16,-5-13-17 15,8-3 1-15,6-9 0 16,15-1 0-16</inkml:trace>
  <inkml:trace contextRef="#ctx0" brushRef="#br0" timeOffset="5188.25">20327 3117 54 0,'53'-29'27'0,"-32"-33"-30"16,-14 37 38-16,0-4-35 0,0-2 1 15,0 9 4-15,-3-3 1 16,-4 9-3-16,0 7 0 16,-7 6 4-16,0 6 0 15,-4 9 0-15,-6 10 1 16,2 3-4-16,1 4 0 15,4 2-14-15,3-3 1 16,3 0-2-16,15-2 0 16</inkml:trace>
  <inkml:trace contextRef="#ctx0" brushRef="#br0" timeOffset="5412.49">20376 2151 103 0,'4'-54'51'0,"17"23"-114"16,-10 19 86-16,6-7-23 15,12 3 0-15</inkml:trace>
  <inkml:trace contextRef="#ctx0" brushRef="#br0" timeOffset="5601.71">21121 2066 108 0,'-7'22'54'0,"-11"50"-64"0,15-53 80 16,-4 9-70-16,-1 22 0 15,1 4-1-15,0 12 1 16,0-7 0-16,4 13 0 15,3-9-1-15,3 12 0 16,4 0-3-16,0 1 1 16,0-7-19-16,-3-3 0 15,-4-4 0-15,0-18 1 0</inkml:trace>
  <inkml:trace contextRef="#ctx0" brushRef="#br0" timeOffset="5894.96">20757 3001 108 0,'15'0'54'0,"62"-57"-77"15,-49 41 101-15,18-2-80 16,14-1 1-16,4 0-3 16,-1 3 0-16,-3-2 4 15,-3-1 1-15,-4 3-4 16,-4 7 1-16,0 2 1 15,-3 4 1-15,0 6 1 16,-7 13 0-16,-7 9 0 16,-11 22 0-16,-7 6-4 15,-11 1 1-15,-6-1-7 0,-4 0 0 16,0-9-14-16,0-6 1 16,0-4 0-16,3-21 0 15</inkml:trace>
  <inkml:trace contextRef="#ctx0" brushRef="#br0" timeOffset="6029.68">21639 2373 104 0,'15'-62'52'0,"9"30"-140"0,-13 23 106 0,-1 0-19 16,1-4 1-16</inkml:trace>
  <inkml:trace contextRef="#ctx0" brushRef="#br0" timeOffset="6328.84">22109 2806 101 0,'-11'44'50'0,"-7"-28"-63"16,15-7 79-16,-4 1-68 15,-4-1 1-15,1 7-2 16,-1 6 0-16,-3 0 3 16,3 9 1-16,11-6-3 15,0 3 1-15,11-3 0 16,10 0 1-16,7-3 2 16,8 0 0-16,-1-9 0 0,7-7 0 15,-3-6 1-15,-7-9 0 16,-15-16-1-16,-13-10 1 15,-11-12-2-15,-14-3 0 16,-11 0-6-16,-3 0 0 16,-8 3 0-16,1 3 0 15</inkml:trace>
  <inkml:trace contextRef="#ctx0" brushRef="#br0" timeOffset="6734.91">22722 2762 109 0,'15'0'54'0,"-8"16"-58"15,-4-10 66-15,-3 4-63 16,0 8 1-16,-3 1-3 16,-1 9 1-16,-3 1 1 15,3 5 1-15,1 1-2 16,-1-1 1-16,4 1-1 15,4-10 0-15,3-3 1 16,7-3 1-16,4-7 0 16,3 1 1-16,11-7-1 15,-1-6 0-15,1-3-1 16,0 0 1-16,10-13 0 16,1 3 0-16,2-15 0 0,5 3 1 15,3-9 0-15,3 15 1 16,4 0 0-16,4 10 1 15,-1 18 0-15,4 10 0 16,-10 9-1-16,-15 13 1 16,-10 12-5-16,-18 10 1 15,-14 18-26-15,-14 4 1 16,-11-7-1-16,-14-6 0 16</inkml:trace>
  <inkml:trace contextRef="#ctx0" brushRef="#br0" timeOffset="7394.38">7295 9319 96 0,'46'-25'48'0,"74"-85"-62"0,-84 57 48 0,9-19-37 16,1-6 0-16,-10-13 4 15,-12-3 0-15,-10 6 2 16,-17 3 1-16,-11 13 1 16,-22 15 0-16,-16 20 3 15,-19 21 0-15,-3 29-2 16,-14 24 0-16,-4 29-2 15,-7 38 0-15,0 27-2 16,8 32 1-16,17 22-1 16,24 10 0-1,100 59 0 1,24-66 0-16,7-44-2 16,28-47 0-16,11-43-7 15,4-48 0-15,13-37-2 16,11-29 1-16</inkml:trace>
  <inkml:trace contextRef="#ctx0" brushRef="#br0" timeOffset="7731.8">8089 7698 108 0,'-67'13'54'0,"-10"-4"-54"16,73-6 68-16,4-3-67 15,11 3 1-15,20-3-1 16,15 0 1-16,14-9-3 15,4 3 0-15,13-4 0 16,19-2 1-16,-1 2-3 16,-11-2 1-16,-2 2-7 15,-22 1 0-15,-7-1-1 16,-11-2 1-16</inkml:trace>
  <inkml:trace contextRef="#ctx0" brushRef="#br0" timeOffset="8174.8">11042 8447 111 0,'-39'-15'55'0,"32"5"-55"16,7 10 72-16,11 4-71 16,10-1 0-16,28-3 0 15,32-3 0-15,25-7-2 16,32-6 1-16,24-2-1 16,11 2 1-16,10-9-3 15,-10 3 0-15,-21 3-6 16,-22 3 1-16,-20 7-14 15,-33 12 1-15,-27 3 0 0,-29 10 0 16</inkml:trace>
  <inkml:trace contextRef="#ctx0" brushRef="#br0" timeOffset="8413.87">10834 9028 119 0,'-46'62'59'0,"78"-52"-82"0,-1-13 110 0,19-4-88 16,35-15 1-16,24-3-4 16,11-3 1-16,14-3 2 15,14-1 1-15,-7-5-4 16,-7 8 0-16,-7-2-2 16,7 3 1-16,-24 6-12 15,-19 9 1-15,-20 7 0 16,-25 0 1-16</inkml:trace>
  <inkml:trace contextRef="#ctx0" brushRef="#br0" timeOffset="8609.45">10823 9877 121 0,'-10'38'60'0,"101"31"-81"0,-45-66 102 15,32-3-82-15,31-6 0 16,22-13-3-16,27-6 1 16,12-3-1-1,6-10 0-15,22-3-19 0,-4-12 0 16,7 6 0-16,7-3 1 16</inkml:trace>
  <inkml:trace contextRef="#ctx0" brushRef="#br0" timeOffset="8955.68">16369 8015 121 0,'3'-60'60'0,"-3"-53"-84"16,4 91 114-16,3 0-91 16,7 7 1-16,4 5 0 15,6 7 1-15,-2 16-1 16,-1 24 0-16,7 35 0 16,-7 26 0-16,-3 49 0 15,-4 29 1-15,-7 46-1 16,-7 4 1-16,0 6-1 15,4-22 0-15,-1-22-3 16,4-28 0-16,4-34-11 0,-4-32 1 16,0-28 0-16,-4-38 0 15</inkml:trace>
  <inkml:trace contextRef="#ctx0" brushRef="#br0" timeOffset="9464.81">16193 7914 114 0,'-18'-91'57'0,"18"26"-62"16,3 49 79-16,1-3-73 16,3 7 0-16,-3 2 1 15,-4 10 0-15,-4 6-3 16,-3 10 1-16,-11 19 1 15,-13 15 0-15,-1 22-1 16,-7 9 0-16,-3 7 0 16,-1-6 1-16,12 6-1 15,-1-16 0-15,18-3 0 16,7-25 0-16,7-13 0 16,10-22 0-16,4-15 0 15,4-19 0-15,3-13 0 16,7-15 0-16,4-10 0 15,7-15 0-15,0-4 0 16,10 1 0-16,8 6 0 0,6 6 0 16,4 3 0-16,4-6 1 15,6 3-1-15,-3 3 0 16,0 6 0-16,-10 10 1 16,-8 12-1-16,-6 10 1 15,-11 28 0-15,-8 22 0 16,-6 16-1-16,-7 21 1 15,-4 23-1-15,3 21 0 16,1 10-6-16,10-3 0 0,0 3-1 16,8-3 1-16</inkml:trace>
  <inkml:trace contextRef="#ctx0" brushRef="#br0" timeOffset="9902.79">15988 9388 115 0,'7'-25'57'0,"28"16"-55"16,-21 9 62-16,8 3-64 0,6 3 1 16,3 7 0-16,5 2 0 15,-1 7-2-15,4 7 1 16,0 11 0-16,-1 4 1 16,8 9-1-16,0 1 0 15,4-4 0-15,-1 10 0 16,4-7 0-16,0 0 1 15,3-6-1-15,-3-6 1 16,-7-7-1-16,-7-5 1 0,-7-7 0 16,-4-7 0-16,-11-5 0 15,-2-10 1-15,-5-13-1 16,-3-12 0-16,4-13-1 16,6-5 0-16,5-11-6 15,2-18 0-15,8-6-1 16,14-13 0-16</inkml:trace>
  <inkml:trace contextRef="#ctx0" brushRef="#br0" timeOffset="11253.16">17343 7187 118 0,'10'-107'59'0,"-31"-37"-59"15,10 100 59-15,-13-9-61 16,-22 9 1-16,-21 6-1 16,-32 1 1-1,-166 18 1 1,15 19 0-16,-4 22 0 15,11 34 1-15,3 26 0 16,10 24 0-16,22 51 0 16,21 19 1-16,18 37-1 15,28 16 1-15,35 22-2 0,32 15 1 16,32 10-1-16,35 0 0 16,35 0 0-16,25-9 0 15,35-10-1-15,32-22 1 16,17-22 0-16,36-15 0 15,18-38 0-15,3-25 0 16,10-38 0-16,19-16 0 16,-1-31-2-16,4-21 1 0,-8-20-1 15,-10-18 1-15,-21-26 1 16,-7-21 0-16,-7-13 1 16,-18-19 0-16,-13-25 1 15,-12-25 0-15,-10-6 0 16,-18-22 1-16,-13-1-2 15,-15-8 0-15,-14-10-1 16,-15 6 0-16,-9-9 0 16,-15-10 0-16,-18 7 0 15,-10-19 1-15,-14 3-1 16,-18 10 1-16,-10-10-1 16,-7 18 1-16,-22 17-1 15,-17 9 0-15,-18 15 0 16,-21 14 1-16,-14 24-1 15,-15 22 0-15,-20 13-1 16,-15 22 1-16,-6 12 0 16,-8 22 0-16,7 22 0 0,-3 28 0 15,11 29-1-15,10 28 1 16,-4 25 0-16,11 28 0 16,8 22 0-16,16 28 0 15,22 7 0-15,21 18 0 16,25 16 0-16,25 13 0 15,31 12 0-15,28-6 0 16,26 9 0-16,20-19 0 16,21-8 0-16,19-14 0 15,6-31 0-15,14-18 0 16,21-23 0-16,19-31 0 0,9-31-1 16,22-29 1-16,14-34 0 15,14-25 0-15,11-19-1 16,-4-31 1-16,4-23 0 15,-1-40 0-15,1-9 0 16,-7-13 0-16,-15-16 0 16,-10-9 1-16,-4-3-1 15,-20-19 0-15,-15 3 0 16,-32-12 0-16,-17-4 0 16,-32 4 1-16,-28-13-1 15,-36 9 0-15,-35 1 0 16,-35-10 1-16,-35 19-1 15,-29 9 0-15,-38 16 0 16,-39 15 0-16,-36 26-1 16,-49 31 1-16,-53 28-11 15,-70 48 0-15,-71 40-1 0,-63 6 1 16</inkml:trace>
  <inkml:trace contextRef="#ctx0" brushRef="#br0" timeOffset="33166.3">33196 9805 106 0,'4'3'53'0,"-18"-28"-54"15,7 19 53-15,-7 0-53 16,-11 9 0-16,-17-3-2 16,-11 3 1-16,-11-6 2 0,-10 0 1 15,-7 0-3-15,-18 3 1 16,-14-4 0-16,-14 4 1 16,-21 0 0-16,-14 7 1 15,-15 2 0-15,-20-6 1 16,-11 4 0-16,-22-4 0 15,-2-3 0-15,-19 3 0 16,-3-6 0-16,-17 6 0 16,-8-9-1-16,-10-1 0 0,-1 1-1 15,-13-3 1-15,-15-4-1 16,1 4 0-16,-8-4 0 16,-10 4 1-16,0-7-1 15,-11 4 0-15,-3-4 0 16,7 6 1-16,-7 17-1 15,6-7 1-15,8 6 0 16,0 10 0-16,4-4-1 16,6 7 1-16,4 0-2 15,0 0 1-15,7-4-1 16,-21 4 1-16,-4-3-1 16,-14 9 1-16,-17 0-1 15,-22 0 1-15,-3 0 0 16,11 3 0-16,6 4 0 15,4-1 0-15,7-3 0 16,18 1 1-16,0-1 0 16,3-6 0-16,8 6-1 0,-15-9 1 15,0 3-1-15,-7-3 1 16,-3-4-1-16,-11 1 0 16,-4 0 0-16,1-4 0 15,-8 1-1-15,4-1 1 16,7-6 0-16,-7-2 0 15,15-1 1-15,-1 0 1 16,0-3 0-16,10 3 0 16,-2-3-1-16,-5 0 1 15,4 3-1-15,-6 0 1 16,-12 0-3-16,1 1 0 0,3-4-1 16,-7 3 1-16,10 0-1 15,4-3 1-15,4-3-1 16,17 6 1-16,1 0 2 15,6-6 0-15,11 6 0 16,-4 0 1-16,8 3-3 16,3 7 1-16,7-4 0 15,3-2 0-15,11-1-2 16,0-3 1-16,22-3-1 16,-12 3 1-16,33-3 1 15,-15 6 0-15,25 1 0 16,-3 5 0-16,21 1 0 15,-1 9 0-15,12 0 0 16,9 3 0-16,12-3 0 16,-4 0 1-16,14 0-2 15,7 0 1-15,0-1 0 0,4 1 0 16,24 4 0-16,4-5 0 16,-4 5 0-16,14-1 0 15,8-3 0-15,-1 3 1 16,11-3-1-16,1 0 0 15,-8-7-2-15,-385 51 4 16</inkml:trace>
  <inkml:trace contextRef="#ctx0" brushRef="#br0" timeOffset="79489.63">3221 10809 101 0,'-92'-41'50'0,"-63"44"-49"0,120 3 50 15,-25 13-52-15,-14 13 1 0,-18 21-1 16,-10 22 1-16,-4 47 0 15,3 35 0-15,-2 53-2 16,2 47 1-16,26 1 0 16,34-4 0-16,43-38 0 15,22-31 1-15,16-38 0 16,12-37 1-16,20-44 1 16,8-35 0-16,14-46 0 15,-4-42 1-15,4-34-1 16,-1-44 1-16,4-34-1 15,-3-32 1-15,-4-2-2 16,-10-4 0-16,-14 22-1 16,-8 25 1-16,-14 28-6 15,-14 32 1-15,-17 27-21 16,-22 36 0-16,-17 34 0 0,-32 37 0 16</inkml:trace>
  <inkml:trace contextRef="#ctx0" brushRef="#br0" timeOffset="79712.83">2357 11894 102 0,'-11'-16'51'0,"67"16"-74"0,-24 0 100 15,18-3-77-15,10 6 0 16,10 3 0-16,11 19 0 0,14 7-2 15,-3 12 1-15,-4 12-6 16,-10 22 1-16,-18 10-16 16,0 6 1-16,-18-6-1 15,1-9 1-15</inkml:trace>
  <inkml:trace contextRef="#ctx0" brushRef="#br0" timeOffset="79881.24">3898 12000 105 0,'71'10'52'0,"-4"9"-92"16,-25-16 104-16,15-3-64 0,13-3 0 15</inkml:trace>
  <inkml:trace contextRef="#ctx0" brushRef="#br0" timeOffset="80300.08">4801 11749 117 0,'-46'29'58'0,"96"168"-81"0,-33-162 72 16,-6 2-56-16,-7 4 0 0,-4 0-2 16,0-7 1-16,-4-5 13 15,4-4 0-15,-11-10-6 16,4-5 1-16,-3-13 4 16,6-13 1-16,-6-15 0 15,6-13 0-15,4-28-1 16,14-19 0-16,0-25-3 15,11-13 0-15,7-18-1 16,0 9 0-16,-1 15 1 16,5 14 1-16,-5 15 0 15,-2 12 1-15,2 10-1 16,-2 12 0-16,2 13-3 16,-2 13 1-16,-1 12-9 15,4 6 1-15,-1 16-18 0,8 6 1 16,0 7-1-16,-7 6 1 15</inkml:trace>
  <inkml:trace contextRef="#ctx0" brushRef="#br0" timeOffset="80510.24">4872 11746 106 0,'-7'0'53'0,"35"-15"-83"0,-7 5 110 0,7-5-83 16,11-1 1-16,11-6-18 15,10-3 1-15,0 0 20 16,-11 0 0-16</inkml:trace>
  <inkml:trace contextRef="#ctx0" brushRef="#br0" timeOffset="80683.16">4762 12292 97 0,'22'19'48'0,"76"-10"-57"15,-66-12 65-15,18-6-67 16,20-7 1-16,11-9 0 15,7-10 0-15</inkml:trace>
  <inkml:trace contextRef="#ctx0" brushRef="#br0" timeOffset="81096.23">5648 11680 105 0,'-49'4'52'0,"38"11"-61"0,11-12 70 0,4 10-61 16,6 6 0-16,8 9-1 16,-8 3 1-16,8 4 0 15,-7-1 0-15,3-2-1 16,0-1 1-16,-4-6 0 16,1-3 0-16,0-6 0 15,-1-1 0-15,1-5-1 16,6-7 0-16,4-3-1 15,-6-9 1-15,2-1-1 16,1-2 1-16,3-7 0 16,-3 3 0-16,3-12 1 15,7 0 1-15,-3-1 2 16,3 1 0-16,0 3 0 16,-3 3 1-16,0 3-1 15,-4 4 0-15,-4 5-1 16,5 7 0-16,-12 6-1 0,4 13 0 15,-3 18-1-15,3 4 1 16,-3 3-2-16,3 6 0 16,0-3-6-16,7 0 1 15,-10-7-1-15,10-8 0 16</inkml:trace>
  <inkml:trace contextRef="#ctx0" brushRef="#br0" timeOffset="81350.96">6798 10859 109 0,'-25'-35'54'0,"18"13"-60"0,7 26 67 0,7 2-62 16,4 10 1-16,-8 9 0 15,8 22 0-15,-4 12 0 16,0 35 0-16,-3 13 0 15,6 6 0-15,1 22-1 16,-1-1 1-16,12-5-4 16,2-10 1-16,-6-12-15 15,3-13 0-15,0-25 0 16,-10-22 1-16</inkml:trace>
  <inkml:trace contextRef="#ctx0" brushRef="#br0" timeOffset="81850.96">6495 11815 107 0,'-7'-47'53'0,"3"32"-70"0,18 8 92 15,11-2-76-15,17-7 1 16,18-3 0-16,18-6 0 16,14 0 0-16,-1-3 0 15,12-10-1-15,-5 4 1 16,-2 3 0-16,-15-1 0 15,-4 7 0-15,-24 3 0 0,-3 6 0 16,-19 13 1-16,-17 6 0 16,-17 16 0-16,-22 19-1 15,-14 12 0-15,-10 16 0 16,7 15 0-16,6-8-1 16,12-8 0-16,10-14 0 15,14-4 1-15,14-19-1 16,18-19 1-16,10-12 0 15,7-16 0-15,18-25 0 16,-7-3 0-16,0-3 0 16,-7 3 0-16,4 0 0 15,-15 13 0-15,-3 2 1 16,-8 10 0-16,-6 7 0 16,-4 8 0-16,-7 7 0 15,-3 13 1-15,-4 9-1 16,-10 12 0-16,-5 13-2 15,-2 7 0-15,-1 2-5 16,1-3 0-16,3-2-7 0,3-11 1 16,1-11-14-16,3-7 1 15,3-13 0-15,1-9 1 16</inkml:trace>
  <inkml:trace contextRef="#ctx0" brushRef="#br0" timeOffset="82252.55">7923 11724 83 0,'11'-62'41'0,"-4"18"-47"0,-7 28 83 15,4 0-75-15,10 4 0 0,0-4 0 16,10 0 1-16,1 1-4 16,0-1 0-16,0 10 2 15,3 6 0-15,0 0 0 16,-7 6 0-16,0 10-1 16,-3 9 1-16,-7 3 0 15,3 3 0-15,0 7-1 16,0-3 1-16,0-4-2 15,0-3 0-15,4-6-1 16,3-12 0-16,-3-4-1 16,3-6 0-16,0-6 1 15,4-4 1-15,3-6 1 16,4-5 1-16,3 2 2 16,4-6 0-16,-1-4 1 15,1 1 0-15,4-3 0 16,-8 6 0-16,0 6-2 15,-7 0 1-15,-3 7-2 16,-4 5 1-16,4 10-3 0,-11 7 1 16,4 9-2-16,-1 6 1 15,-3 9-6-15,4 10 1 16,10-3-10-16,-3 6 1 16,10-3 0-16,-3-10 1 15</inkml:trace>
  <inkml:trace contextRef="#ctx0" brushRef="#br0" timeOffset="84421.27">9603 11542 99 0,'-39'-34'49'0,"-7"-16"-62"0,32 37 76 0,-7-9-64 16,-11 10 1-16,-7 2 0 15,-14 10 0-15,-3 4 0 16,-1 11 0-16,4 4 0 16,11 9 0-16,17-3 0 15,11 4 1-15,21-4-1 16,18-3 1-16,14-4-1 16,10-5 0-16,8-1 0 15,6-2 0-15,1-4 0 16,-4 10 0-16,-11 6 0 15,-7 15 0-15,-10 7 0 16,-11 10 1-16,-21 5 0 16,-14 10 0-16,-14 3-1 15,-14 4 0-15,-11 5 0 0,-7 4 0 16,-21-10-1-16,3-9 1 16,-7-10-1-16,11-9 1 15,7-12 0-15,14-13 1 16,11-13 0-16,28-15 0 15,24-25-1-15,36-35 1 16,21-22 0-16,29-22 0 16,31-34-1-16,21-3 0 0,3-32-1 15,12 6 1-15,-12 7 0 16,-10 6 0-16,-24 3 0 16,-18 19 1-16,-22 19 0 15,-20 22 1-15,-15 12 0 16,-21 23 0-16,-14 18 0 15,-21 19 0-15,-18 25-1 16,-17 25 1-16,-11 34-2 16,-7 26 1-16,0 19-1 15,11 27 0-15,6 7 0 16,18-3 0-16,15 6 0 16,17-15 1-16,17-17-1 15,15-18 0-15,18-19 0 16,13-25 0-16,4-28-1 15,7-34 1-15,7-26-1 16,4-25 1-16,-4-16-1 16,-17-12 1-16,-11 7-1 0,-18 5 1 15,-18 7 0 1,-17 18 0-16,-14 13 0 16,-10 10 0-16,-12 15 0 0,-2 13 1 15,-8 15 0-15,0 16 0 16,0 19-1-16,7 10 0 15,4 8 0-15,14 1 0 16,7 3 0-16,10-3 0 31,36 12-1-31,10-16 0 0,4-15 0 16,0-19 1-16,3-12-1 16,4-16 0-16,-3-13 0 15,6-6 0-15,-3-12 1 16,3 2 0-16,-6-5 0 15,-1-1 1-15,-6 4 0 16,-8 2 1-16,-7 4-1 16,-7 6 1-16,-3 6-1 15,-8 7 1-15,-10 9-2 16,0 9 1-16,-7 7-1 16,-3 15 1-16,-4 7-2 15,0 3 1-15,-4 6-1 16,0 3 1-16,1-3-1 15,3-6 1-15,3-4-1 16,4-5 1-16,3-13-1 16,11-7 0-16,4-9 0 15,7-15 0-15,13-10 0 16,12-10 1-16,3-2 0 0,10-1 0 16,0-5 0-16,1-1 0 15,-4 0 0-15,-4 7 0 16,-3-1 1-16,-11 1 0 15,-3 5-1-15,-7 7 1 16,-8 13-1-16,-6 3 1 16,-7 9 0-16,-12 16 0 15,-2 9-1-15,-8 10 1 16,-3 5-1-16,-4 1 0 0,4 7-1 16,4-8 1-16,2-2-1 15,5-3 1-15,-1-10-1 16,11-9 0-16,4-7 0 15,6-8 0-15,5-11 0 16,6-12 1-16,10-9-1 16,5-3 1-16,6-10 0 15,4-3 0-15,0-6 0 16,7 0 0-16,-7 0 0 16,-8 6 0-16,1 0 0 15,-11 9 1-15,-6 7-1 16,-8 9 1-16,-4 13-1 15,-10 12 1-15,-3 10-1 16,-11 9 1-16,-1 10-1 16,8 5 0-16,0 1 0 15,7 6 0-15,11 0 0 0,7 3 0 16,10 1 0-16,7-14 1 16,4-9-1-16,3-9 0 15,4-12 0-15,3-11 0 16,4-14 0-16,0-11 0 15,0-8 0-15,-10-7 0 16,-12-9 0-16,-10-4 1 16,-10 1-1-16,-11 5 0 15,-11 8 0-15,-6 11 0 16,-8 17 0-16,-3 18 0 0,3 12 0 16,1 10 1-16,9 4-1 15,5 8 0-15,10-2 0 16,14 2 1-16,11 4-1 15,10-3 0-15,11-4 0 16,3-5 1-16,8-4-1 16,-11-3 0-16,-1-7 0 15,-2-2 0-15,-5-7 0 16,-6-6 1-16,-4-6-1 16,1-10 0-16,-1-6 0 15,0-6 0-15,0-7 0 16,1-8 0-16,6 5 0 15,-3 0 0-15,-4 10 0 16,-7 0 0-16,-3 12 0 16,-4 10 0-16,-4 12 0 15,-6 16 0-15,-1 13 0 16,1 8 0-16,-1 14 0 0,5 3 0 16,6-1 0-16,7-6 0 15,11-15 0-15,3-13 0 16,7-15 0-16,8-17 0 15,6-12 0-15,0-12 0 16,4-10 0-16,0-12 0 16,-3 0 0-16,-1-16 0 15,-6-7 0-15,-4 1 0 16,-4 6 0-16,-3-6 0 16,-8 6 1-16,-2 9 1 0,-5 4-1 15,-6 6 0-15,-4 3 0 16,-3 9 1-16,-1 16-1 15,-3 6 0-15,-7 16-1 16,0 19 1-16,-3 22-1 16,-4 34 0-16,0 19 0 15,0 13 0-15,0 9-1 16,7 3 1-16,7 3-2 16,3-5 1-16,4-23-8 15,4-10 0-15,0-21-17 16,-1-16 1-16,-10-28-1 15,-10-16 1-15</inkml:trace>
  <inkml:trace contextRef="#ctx0" brushRef="#br0" timeOffset="84568.92">13395 11561 111 0,'21'-3'55'0,"110"-13"-93"0,-68 10 110 16,36 6-111-16,31 0 1 15,29-3-1-15,14 3 1 16</inkml:trace>
  <inkml:trace contextRef="#ctx0" brushRef="#br0" timeOffset="84999.06">15603 12568 118 0,'-35'66'59'0,"-141"-60"-89"0,112-6 112 0,-35-3-84 16,-49-7 1-16,-39-5-3 16,-53-10 0-16,-52-13 4 15,-26 4 1-15,-17-7-3 16,-14 3 1-16,-8 7 1 16,-20 6 1-16,-18 9 1 15,-21 16 0-15,-18 16 1 16,-25 9 1-16,-31 16-2 15,-25-1 0-15,-15 7-2 16,-13 7 1-16,7-4-1 16,17 3 1-16,25 1-1 15,15 2 0-15,20 7 0 16,29-1 0-16,3-2 1 16,7 3 1-16,18-13-2 15,17 3 0-15,8-15 0 0,31-10 0 16,29-15 0-16,48-10 1 15,30-6-1-15,34-4 1 16,22 1-2-16,38 0 0 16,29-4-18-16,17 1 1 15,11-4-1-15,-4 4 1 16</inkml:trace>
  <inkml:trace contextRef="#ctx0" brushRef="#br0" timeOffset="98032.04">5510 14813 80 0,'-38'-44'40'0,"16"-40"-44"15,22 58 40-15,-10 1-34 16,-1 0 0-16,-13-6 7 15,-1 3 1-15,-21 0-8 16,0 2 0-16,-3 8 7 16,-8 5 1-16,1 19-2 15,-8 32 0-15,-3 34-4 16,-7 38 1-16,-3 37-4 16,20 19 0-16,15 19-3 15,38 7 0-15,18-17 0 16,32-21 0-16,14-25 1 15,32-29 0-15,17-37 1 0,11-35 1 16,11-34 2-16,17-35 1 16,-10-28 0-16,-18-22 0 15,-11-25-1-15,-10-25 1 16,-25-13-2-16,-7 0 1 16,-28-12-5-16,-18 9 0 15,-14 13-9-15,-14 28 1 16,-25 22-1-16,-28 31 1 15</inkml:trace>
  <inkml:trace contextRef="#ctx0" brushRef="#br0" timeOffset="98565.27">5249 15080 106 0,'-56'44'53'0,"-25"3"-58"15,70-35 65-15,-6 16-61 16,6 1 1-16,4 5-1 16,3 7 1-16,-6 9 0 15,-1 10 0-15,1 2 0 16,-1 1 1-16,0-10 0 15,4-6 0-15,0-12 0 0,4-13 1 16,-4-16 0-16,3-22 0 16,15-21-1-16,-1-23 0 15,12-18-1 1,6-19 0-16,0 3-1 0,-3 6 1 16,14 0-1-16,-4 6 1 15,-3 4 0-15,-4 12 0 16,-4 3 2-16,1 13 1 15,0 10-1-15,3 5 1 16,-7 10-1-16,0 12 1 0,4 10-1 16,-4 13 0-16,-10 15-2 15,-1 16 1-15,-10 18-1 16,-7 16 0-16,-3 19 0 16,-1-3 0-16,-3-3-1 15,0-3 0-15,10-10-7 16,4-9 0-16,0-13-16 15,-7-6 0-15,4-12 0 16,-8-13 1-16</inkml:trace>
  <inkml:trace contextRef="#ctx0" brushRef="#br0" timeOffset="98722.61">5144 15469 101 0,'-53'-10'50'0,"24"10"-69"16,22-3 91-16,7-3-74 15,11-4 1-15,7-2-5 16,24-7 1-16,11-6 3 0,21-19 1 16,18-3-11-16,20 0 1 15,1 3 0-15,-3 6 0 16</inkml:trace>
  <inkml:trace contextRef="#ctx0" brushRef="#br0" timeOffset="99239.14">7500 14575 121 0,'-85'3'60'0,"-27"41"-89"15,83-28 103-15,-2 9-76 16,-19 6 0-16,-10 7-2 15,-17 21 0-15,-5 26 4 16,5 21 1-16,13 4-3 16,18 3 0-16,22-6 1 0,20-1 1 15,29-5 1-15,24-23 0 16,29-18 1-16,14-32 0 16,17-16-1-16,4-34 1 15,3-25-2-15,4-15 1 16,-17-26 0-16,-1-19 0 15,-7-6-1-15,-17 1 1 16,-25 8-2-16,-22 10 1 16,-27 6-9-16,-36 19 1 0,-14 16-1 15,-35 12 0-15</inkml:trace>
  <inkml:trace contextRef="#ctx0" brushRef="#br0" timeOffset="99909.8">7041 14904 121 0,'-3'6'60'0,"-1"13"-75"16,15-9 87-16,0 5-73 15,6 4 1-15,-6 6-1 16,3 7 1-16,0 11-1 15,-10 11 0-15,3-4 0 16,-7 6 0-16,-7-2 0 16,3-1 0-16,4 0 1 15,-11-6 0-15,4-12 0 0,4-4 1 16,-1-9-2-16,1-12 1 16,-1-17-1-16,1-8 0 15,3-7-1-15,0-16 1 16,3-3 0-16,4-18 1 15,0-1 0-15,4-3 1 16,7-3 0-16,-8 10 1 16,8 0 0-16,3 2 1 15,0 7-1-15,4 0 0 0,3 0-1 16,7 6 1-16,-6 4-1 16,2 2 0-16,-10 4-1 15,8 6 0-15,-1 3 0 16,-10 6 0-16,-1 4 0 15,-6 2 1-15,-1 4-1 16,1 9 1-16,-8 3-1 16,-10 1 1-16,-3 15-1 15,-11 3 1-15,-15 12-1 16,-9 10 0-16,2 0 0 16,8 4 1-16,0-1-2 15,10-3 1-15,7-3 0 16,11 0 0-16,14-1-1 15,22-5 1-15,2 0-1 16,19 3 1-16,6-7-1 16,4 4 1-16,-14-4-1 15,-11 4 1-15,-17-10 0 16,-18 0 0-16,-18-3 0 0,-21-3 0 16,-10-3-2-16,-4-3 0 15,14-7-9-15,1 1 0 16,16-4 0-16,15-6 0 15</inkml:trace>
  <inkml:trace contextRef="#ctx0" brushRef="#br0" timeOffset="102401.1">4992 14578 65 0,'-7'-28'32'0,"7"-10"-21"0,7 29 32 16,3-4-42-16,1-3 1 15,17-2 2-15,0 2 1 0,8 0-6 16,10-3 1-16,3 1 3 15,4 2 1-15,-4 0-1 16,4 1 0-16,0 2 0 16,-7 7 0-16,0 3-1 15,-4 6 0-15,4 3-1 16,7 10 0-16,3-1-3 16,8 7 1-16,3 0-11 15,11 3 1-15,3 10-1 16,0 18 1-16</inkml:trace>
  <inkml:trace contextRef="#ctx0" brushRef="#br0" timeOffset="103630.68">7680 14509 89 0,'-28'-50'44'0,"10"22"-58"15,15 18 66-15,-8-6-51 16,-10 7 0-16,-14 0 2 16,-4 6 0-16,-7-1-3 15,-3 11 1-15,-4-1 2 16,7 10 1-16,0 6-2 16,4 12 1-16,-8 10-1 15,4 3 1-15,4 13-2 16,3-1 0-16,-3 7-1 15,7 3 0-15,10 6 0 0,-3 13 0 16,10-3 0-16,11-7 1 16,10 7-1-16,5-10 0 15,-1 0 0-15,10 7 0 16,4-7-1-16,1-9 1 16,2-3-1-16,4-7 1 15,8-9 0-15,3-3 0 16,3-16 0-16,4-6 0 15,7-9 0-15,7-10 0 0,0-13 1 16,3-15 0-16,1-25 0 16,-4-6 0-16,7-7 0 15,-7-9 1-15,-8-10-1 16,5-2 1-16,-4 2-1 16,3 1 1-16,-13-1-2 15,-8 10 1-15,-3 9 0 16,-11-3 0-16,-7 4 0 15,-7-1 0-15,-7-3 0 16,-11 0 0-16,-6 7 0 16,-4 2 0-16,-8-2-1 15,-6 12 1-15,-4 6-1 16,-21 10 1-16,4 5-1 16,-11 11 0-16,-11 2 0 15,1 7 0-15,-1 9 0 16,7 3 0-16,1 7 0 0,10-1 0 15,0 4 0-15,0 3 0 16,0 9 0-16,11 10 0 16,-8 12 0-16,8 6 0 15,6-2 0-15,1 8 1 16,14 1-1-16,0 9 0 16,14 13 0-16,10 0 0 15,8-1-1-15,10 7 1 16,14-3-1-16,-3 0 1 15,10 3-1-15,4 0 1 0,-8-13-1 16,12-12 1-16,3-13-1 16,-8-6 1-16,8-12-1 15,0-7 1-15,4-12-1 16,-1-4 1-16,0-12-1 16,-6-9 1-16,6-7-1 15,-3-15 1-15,0-13 0 16,0-13 0-16,3-2 1 15,-10-7 0-15,3-9-1 16,-3-13 1-16,0-3 0 16,-4 6 0-16,-10 1-1 15,-4 5 1-15,-7 7-1 16,-7 0 0-16,-14 6-15 16,-14 3 1-16,-21 10 0 15,-47-6 0-15</inkml:trace>
  <inkml:trace contextRef="#ctx0" brushRef="#br0" timeOffset="123415.12">4537 14349 61 0,'-32'3'30'0,"4"-44"-32"15,24 26 30-15,-3-1-28 16,-3-3 1-16,3-3 0 15,3 0 0-15,-3 7 0 16,3-1 1-16,4 7 5 16,-7-4 0-16,4 10 3 15,3 9 0-15,0 0 1 0,0 7 1 16,10 12-2 0,-10 10 1-16,4 21-6 0,3 26 1 15,-3 27-4-15,-4 36 0 16,3 27-1-16,-3 19 0 15,0 13 0-15,0-6 1 16,0-4 0-16,0-6 0 16,0-6 0-16,-3-13 0 15,-1-18 0-15,-3-13 0 16,7-13-2-16,0-21 0 0,0-23-5 16,0-15 1-1,7-19-9-15,-7-15 0 0,4-26 0 16,3-22 0-16</inkml:trace>
  <inkml:trace contextRef="#ctx0" brushRef="#br0" timeOffset="127661.39">4219 13988 95 0,'-49'7'47'0,"-15"-17"-48"0,57 10 62 16,4 0-61-16,13-3 1 16,8-3-1-16,14 3 1 15,-1 0-1-15,15-1 0 16,0-2 0-16,11 6 1 16,10 3 0-16,3 0 0 0,18-3 0 15,4-3 1-15,10-6 0 16,18-7 0-16,14-3 0 15,8 1 1-15,16-1-1 16,12 0 0-16,-1 3-1 16,11-3 0-16,7 4-1 15,-11 9 0-15,4-1 0 16,4-2 1-16,-12-4-1 16,8 1 1-16,-10-7 0 15,-4 0 1-15,-8-9-1 16,-2 0 1-16,-8 3-1 15,-21 0 1-15,-11 3-1 16,-17 3 1-16,-7 3-2 16,-18 4 1-16,-7 5-1 15,-4 4 1-15,4-3-1 16,-7 6 1-16,-3 6 0 16,-12-3 0-16,-2 4 0 0,-8-4 0 15,-7 6 0-15,-6 4 0 16,-5 5-1-16,1 8 1 15,-11 8-1-15,0 19 0 16,0 19 0-16,-7 29 1 16,7 15-1-16,0 16 0 15,4 15 0-15,3-6 0 16,0-6 0-16,-4 0 1 16,5-4-2-16,-1 1 1 15,3-13 0-15,-10-9 0 0,0 0 0 16,-3-7 0-16,3 4 0 15,-3-7 0-15,3-9 0 16,3 0 0-16,-3-3 0 16,0-13 0-16,0-9 0 15,0-6 0-15,0-4 0 16,1-15 0-16,-5-7 0 16,-3-9 0-16,-3-6 0 15,-5-3 0-15,-2-4 0 16,-8 1 0-16,-10 0 0 15,3-1 0-15,-17 1 0 16,-4-1 0-16,-10 1 0 16,-8-7 0-16,-6 3 0 15,-4-6 0-15,-8 1 0 16,-20-8 0-16,-11 4 0 16,-3-6 0-16,-15 3 0 0,-17 0 0 15,-4 3-1-15,-3 6 1 16,-14 0 0-16,7 4 0 15,3 6-1-15,-11-1 1 16,8 1 0-16,11 0 0 16,6-1 0-16,-3 4 0 15,10-3 0-15,8-1 0 16,3 4-1-16,10 0 1 16,1 3 0-16,6-3 0 15,5 3 0-15,2 3 0 16,12 0 0-16,2 0 0 0,8 0-1 15,0-3 1-15,3-6 0 16,8-4 0-16,3 1 0 16,14-4 0-16,14-2-1 15,0-1 1-15,8 0 0 16,2 0 0-16,8 4-1 16,-4-1 1-16,11 4 0 15,-7 2 0-15,11 4 0 16,-4-9 0-16,3-1 0 15,7-6 0-15,4 0 0 16,-7-12 0-16,7-7 0 16,0-9 0-16,7-9 0 15,4-7 0-15,-4-6 0 16,4-13 0-16,-11-12 0 16,0-13 0-16,10-12 0 15,-6-12 0-15,3-4 0 16,-7-22 0-16,0 6 0 15,3 1 0-15,-3 5 0 0,-3 10 0 16,-8 4 0-16,4 8 0 16,-3 10 0-16,3 0 0 15,-4 1 0-15,7-8 0 16,-6-5 0-16,10 6 0 16,0-1 0-16,0 7 0 15,-7 4 0-15,3 8 0 16,-3 10 0-16,4 0 0 0,-4 10 0 15,-4 5 0-15,0 7 0 16,4 3 0-16,4 4 0 16,3 2 0-16,0 4 0 15,0 12 0-15,0-3 0 16,0 9 0-16,0 6 0 16,3 1 0-16,-3 9 0 15,7 0 1-15,4 3-1 16,-7 3 0-16,13 1-1 15,4-4 1-15,15-3 0 16,13-3 0-16,15 0 0 16,17-7 0-16,3 1 0 15,8-1 0-15,28 1 0 16,0-4 0-16,7 1 0 16,3-1 0-16,19 1 0 15,-5 6 0-15,11-4-1 16,18-6 1-16,4 1 0 0,-8-7 0 15,11-3 0-15,-14-7 0 16,0 7 0-16,-1 0 0 16,-6 3 0-16,-21 3 0 15,3 4 0-15,-18 2 1 16,1 7-1-16,-11-3 0 16,-7-4 0-16,-11-3 0 15,-11 1 0-15,-9-4 1 16,-8 3-1-16,-11 0 0 0,-10 4 0 15,-11 3 0-15,-3 2 0 16,-14 1 0-16,3 3 0 16,-7 3 0-16,-4 3 0 15,5 3 0-15,-1 1 0 16,3-1 0-16,-10 9 0 16,7-2 0-16,-3 3 0 15,7 3 0-15,-1 9 0 16,-3 6 1-16,0 7-1 15,1 12 0-15,-8 19 0 16,7 13 0-16,-4 15 0 16,8 4 0-16,-7-1 0 15,-1 4 0-15,4 12 0 16,0-12 1-16,1-4-1 16,-1 4 0-16,-7 3-1 15,0-1 1-15,-4 4 0 16,4-6 1-16,-7-4-1 0,4-5 0 15,-4 5 0-15,0-9 0 16,0-6 0-16,3-7 0 16,8-12 0-16,-4 4 0 15,4-11 0-15,-1-5 0 16,1-4 0-16,-1-3 0 16,-6 4 0-16,3-11 0 15,0 1 0-15,-4-6 0 16,1 0 0-16,-4-7 0 15,0-3 0-15,-4-3 0 0,-3-6 0 16,-3-3 0-16,-4 6 0 16,-4-13 0-16,-3 1 0 15,-7-1 0-15,-11 0 0 16,-3-2 0-16,-8 2 0 16,-6 4 1-16,-1-7-1 15,-6 3 0-15,-11-2 0 16,-11-7 0-16,0 0-1 15,-3-4 1 1,-71-5 0 0,8 0 0-16,13-1 0 15,8 1 0-15,-8 6 0 16,0 3 0-16,8 3 0 16,6 0 0-16,5-3 0 15,-8 0 0-15,7 0 0 16,3 0 0-16,4 0-1 15,7 0 1-15,4 3 0 0,-4 0 0 16,4 3 0-16,3 1 0 16,7-1-1-16,4 0 1 15,11 4 0-15,-4-1 0 16,3 0 0-16,4 4 0 16,7 0 0-16,3 5 0 15,8-5 0-15,7 6 0 16,6-7-1-16,-3 4 1 15,4 3 0-15,3-4 0 16,7 4 0-16,1 0 0 0,-5 3 0 16,8-3 0-16,3-3 0 15,4-4 0-15,4 1 0 16,-1-1 0-16,4-2 0 16,3-1 0-16,-6-3 0 15,6-3 0-15,1-3 0 16,2-3 0-16,5-6 0 15,-8-7 0-15,4-6 0 16,7-9 0-16,-7-10 0 16,4-9 0-16,3-7 0 15,3-15 0-15,4-9 0 16,-3-7 0-16,3-3 0 16,-7-12 0-16,0-10 0 15,0 3 0-15,0-6 0 16,-4-10 0-16,4-2 0 15,0-1 1-15,0 10-1 16,-3 0 0-16,3 6 0 0,-4 7 0 16,4 2 0-16,-7 10 0 15,4 6 0-15,-8 16 0 16,4 3 0-16,4 9 1 16,-8 4-1-16,11 0 0 15,-7 5 0-15,3-5 0 16,4 9 0-16,0 3 0 15,-3 3 0-15,-1 4 0 0,4 5 0 16,-7 4 0-16,4 6 0 16,3 0 0-16,-7 6 0 15,7 1 1-15,0 2-1 16,0 4 0-16,-4-1 0 16,4 4 0-16,0 3 0 15,-7-3 0-15,4 3 0 16,3-1 0-16,-7 4 0 15,3 0 0-15,4 0-1 16,0 0 1-16,11 0 0 16,-1 0 0-16,4 0 0 15,22 0 0-15,2-6-1 16,12 0 1-16,6-3 0 16,8-1 0-16,17 1 0 15,11-4 0-15,6-3 0 16,12 4 0-16,13-4 0 15,22 1 0-15,3-7 0 16,14-3 0-16,18 3 0 0,-3-13 0 16,13 4-1-16,8-1 1 15,-8-2 0-15,1 3 0 16,-4-1 0-16,-7 7 0 16,-8 3-1-16,-6 3 1 15,-18 7 0-15,-7-1 0 16,-14 4 0-16,-14 3 0 15,-7 2 0-15,-21 4 0 16,-11 4 0-16,-14-4 0 0,-14 3 0 16,-7 0 0-1,-8 3 0-15,-6 0 0 0,-7 4 0 16,-1 9 0-16,-3 3 0 16,-3 3 0-16,0 9 0 15,-1 7 0-15,-3 12 0 16,4 16 0-16,-4 16 0 15,7 15 0-15,-3 4 0 16,-1 12 0-16,4 9 0 16,4 10 0-16,-4 0 0 15,0 6 0-15,4 3 0 16,-1-6 0-16,-3-6 0 16,-6-13 1-16,-5-6-1 15,-3-16 0-15,-3-3 0 16,-1-15 1-16,-3-10-1 15,-4-13 0-15,4-9 0 16,-3-9 1-16,-1-7-1 16,1-6 0-16,-1-3 0 0,-3 0 0 15,0 3 0-15,0 0 0 16,0 0 0-16,-4 0 0 16,-3 0 0-16,-4 1 0 15,0-1 0-15,1 0 0 16,6 6-1-16,-7-3 1 15,8 1 0-15,3-1 0 16,-1 3 0-16,5-6 0 16,-4 3-1-16,0-2 1 15,0-1 0-15,-4 0 0 0,0-3 0 16,-10 3 0-16,0-6-1 16,-7-4 1-16,-4-5 0 15,-7 2 0-15,-7-6 0 16,-25 4 0-16,-3-4-1 15,-7 4 1-15,-4-4-1 16,-24 3 1-16,3 4 0 16,-7-1 0-16,0-2 0 15,-7-1 0-15,0-3 0 16,-3 1 0-16,3-1 0 16,-15 0 0-16,8-3-1 15,0 0 1-15,0-3 0 16,0 7 0-16,4-4-1 15,6 0 1-15,15 3-1 16,10-6 1-16,18 0-1 16,0 0 0-16,14-6-1 15,7 0 0-15,0-1-1 0,0 4 1 16,3 0-1-16,4-3 1 16,4 3 0-16,0 3 1 15,3 0 0-15,11 0 1 16,-4 0-1-16,7 3 1 15,4 0 0-15,-4 0 0 16,7 3-1-16,4 4 1 16,0 2-1-16,0-2 1 15,-4 2 0-15,11 4 0 0,-7-3-1 16,0-4 1-16,14 0 0 16,-4-2 0-16,4-4-5 15,7-9 1-15,7-4 0 16,7-9 0-16</inkml:trace>
  <inkml:trace contextRef="#ctx0" brushRef="#br0" timeOffset="140789.09">12686 13966 97 0,'0'-3'48'0,"3"13"-45"0,1-4 49 0,-1 3-51 15,1 13 1-15,0 0 1 16,-1 7 0-16,1 2-4 16,3 3 1-16,0 4 3 15,-7 15 0-15,0 7-1 16,-4 15 1-16,1 10-2 16,-1 6 1-16,-3 6-1 15,-4 0 1-15,1-9-2 16,3 0 1-16,-4-13-1 15,4-18 1-15,0-14-1 16,4-14 0-16,-1-17 0 16,1-12 0-16,-5-16 0 15,1-15 0-15,0-19 1 16,0-16 1-16,0-12-1 16,4-10 0-16,3-12 0 15,7-7 0-15,3 3 0 0,1-5 0 16,3-1-1-16,0 10 1 15,7-4-1-15,1 16 0 16,-1 10 0-16,3 3 1 16,5 6-1-16,6 3 1 15,7 13-1-15,1 9 1 16,2 9-1-16,1 13 1 16,-3 16-1-16,-8 12 0 15,0 16 0-15,-3 3 1 0,0 16-1 16,-8 12 1-16,1 7-1 15,0 6 1-15,-1 12-1 16,-2 4 1-16,-5 2-1 16,-3 7 1-16,-7 10-1 15,-7 2 1-15,-3 1-1 16,-4-10 0-16,0-10-4 16,-4-15 1-16,4-12-6 15,4-16 1-15,-1-13-10 16,4-16 1-16,-3-12-1 15,3-12 1-15</inkml:trace>
  <inkml:trace contextRef="#ctx0" brushRef="#br0" timeOffset="141053.53">12665 14293 87 0,'-53'3'43'0,"3"9"-40"0,47-12 61 16,-1 0-62-16,8 0 0 16,3-3 2-16,11 0 0 15,13-6-5-15,12-1 1 16,10-2 3-16,14-1 0 16,0 4-2-16,7-7 0 15,-11 0-9-15,-3-2 0 0,-3-4-1 16,-4-7 1-16</inkml:trace>
  <inkml:trace contextRef="#ctx0" brushRef="#br0" timeOffset="142073.69">13504 13527 85 0,'-31'-65'42'0,"-1"-29"-40"15,18 72 42-15,-14-7-39 16,-4-2 1-16,-14 6 4 16,-11-3 0-16,-17 3-12 15,-7 3 1-15,-7 9 9 16,0 7 0-16,-11 9-3 16,-7 3 1-16,4 16-4 15,0 6 1-15,10 10-2 0,4 18 1 16,10 7-3-16,4 12 1 15,0 10-2-15,3 9 1 16,8 16 0-16,10 9 0 16,11 10 0-16,13 9 0 15,15 0 1-15,18 6 0 16,13-12-1-16,15-4 1 16,18-6-1-16,6-6 1 15,11-15 0-15,18-10 0 0,6-16-1 16,5-9 1-16,6-19 0 15,4-16 0-15,10-12 0 16,1-13 0-16,-1-12-1 16,11-16 1-16,0-12 0 15,-3-13 0-15,-12-13 0 16,-2-3 0-16,-11-6 0 16,-8-6 0-16,-10-10 0 15,-10-2 1-15,-11-1-1 16,-11-3 1-16,-20-6-1 15,-22-7 1-15,-14-6 0 16,-15 1 0-16,-6-1 0 16,-14 0 1-16,-4 10-1 15,-10-7 1-15,-4 1-1 16,-7 8 1-16,-8 11-1 16,-6 2 0-16,0 13-1 15,-11 0 1-15,-6 6-1 16,-5 9 1-16,1 10-1 0,3 10 0 15,4 8 0-15,-4 14 0 16,8 18 0-16,6 6 1 16,4 20-1-16,3 8 0 15,4 20-1-15,4 8 1 16,6 14 0-16,4 6 0 16,4 5 0-16,-1 5 0 15,11 5-1-15,11 16 1 16,3-6 0-16,15 3 0 15,10 3 0-15,7 0 0 0,14 9-1 16,7-12 1-16,4 0-1 16,6-3 1-16,5-7-1 15,6-12 1-15,11-3-1 16,3-19 1-16,15-3 0 16,3-10 0-16,0-6 0 15,7-9 0-15,0-13-1 16,4-6 1-16,21-6 0 15,0-16 0-15,3-13 0 16,7-12 0-16,8-9-1 16,-8-10 0-16,-6-13 1 15,-5-2 0-15,-6-10 0 16,-14-13 1-16,-11-21 0 16,-18-19 0-16,-13-20 1 15,-15-11 0-15,-17 2-2 16,-18 20 1-16,-18 5-4 15,-18 16 1-15,-20 13-9 0,-22 22 0 16,-21 12-1-16,-10 22 0 16</inkml:trace>
  <inkml:trace contextRef="#ctx0" brushRef="#br0" timeOffset="142574.82">11250 15842 105 0,'-70'-47'52'0,"13"-41"-58"16,46 69 67-16,1 0-60 15,-4 4 0-15,3 8 0 16,-3 10 0-16,4 16-2 15,2 25 0-15,1 25 1 16,4 25 1-16,10 19-1 0,7 12 0 16,11 4-1-16,10-7 1 15,18-15 0-15,7-22 1 16,3-32-1-16,-3-25 1 16,11-34 0-16,-4-25 0 15,0-26 0-15,-7-21 0 16,-7-20 0-16,-4 1 0 15,-10-3-1-15,-7 3 0 0,-11 12-7 16,-3 16 0-16,-11 16 0 16,-4 12 0-16</inkml:trace>
  <inkml:trace contextRef="#ctx0" brushRef="#br0" timeOffset="143224.14">12104 16133 115 0,'-4'32'57'0,"11"5"-67"15,0-24 75-15,4 6-66 16,0 6 0-16,3 6-1 16,-4 4 1-16,1 2 1 15,-4 7 1-15,-4-6-2 16,-3 3 1-16,-3-4 0 15,-4-2 0-15,3-7 0 0,1-6 0 16,-1-10-1-16,4-5 1 16,0-14-2-16,4-11 0 15,3-8 0-15,3-2 0 16,5-9 1-16,2-7 0 16,8 0 2-16,3-3 0 15,7 6 2-15,8 3 1 16,-1 7-1-16,0 3 1 15,-6 3-2-15,-1 9 1 16,-3 10-2-16,-8 6 1 0,1 9-2 16,-4 10 0-16,0 9 0 15,1 7 0-15,2 9 0 16,-3 3 0-16,-3 3 0 16,0-3 0-16,-1-6-1 15,5-7 1-15,-1-6-1 16,3-12 1-16,1-10-1 15,10-12 0-15,4-10-1 16,3-6 1-16,-10-3 0 16,-4-6 1-16,1 0-1 15,-1-1 1-15,-10 4 1 16,-1 0 0 0,-6 3 1-1,-4 6 1-15,-7 3-1 16,0 13 1-16,0 12-1 15,0 4 1-15,3 3-3 16,1 9 1-16,3 3-2 0,0 0 0 16,0 0-6-16,4 1 0 15,-1-1 0-15,-3-9 0 16</inkml:trace>
  <inkml:trace contextRef="#ctx0" brushRef="#br0" timeOffset="143375.16">12965 15892 79 0,'-53'0'39'0,"53"-53"-30"16,7 37 23-16</inkml:trace>
  <inkml:trace contextRef="#ctx0" brushRef="#br0" timeOffset="143642.04">13289 16083 123 0,'7'104'61'0,"18"18"-72"16,-11-97 84-16,7 9-74 16,4 7 0-16,10 0-5 15,4 0 0-15,0-10 5 16,-4 1 1-16,4-11-4 15,0-5 1-15,-8-6 1 16,-2-4 1-16,-1-9 3 0,-3-4 0 16,-4-8 1-16,-4-7 1 15,-3-6-2-15,-6-10 1 16,-1-3-6-16,0-3 0 16,-4-3-12-16,4 0 1 15,4 3-1-15,-1 0 0 16</inkml:trace>
  <inkml:trace contextRef="#ctx0" brushRef="#br0" timeOffset="143943.7">14132 16071 98 0,'11'59'49'0,"-8"13"-55"0,8-47 66 0,3 4-60 16,7 2 0-16,7-3 0 15,1-9 0-15,2-10 1 16,1-9 0-16,0-12 1 15,0-10 0-15,-11-6 2 16,-11-1 1-16,-10 1 0 16,-14 3 0-16,-10 9-1 15,-15 7 1-15,-11 9-3 16,-6 13 1-16,0 12-3 16,3 9 1-16,10 13-2 15,12 7 0-15,13 5 0 16,14-2 1-16,15 2-4 15,17-6 1-15,11-6-7 16,10-15 0-16,8-16 0 16,6-23 0-16</inkml:trace>
  <inkml:trace contextRef="#ctx0" brushRef="#br0" timeOffset="144244.51">14728 16064 121 0,'-42'19'60'0,"28"9"-73"0,18-25 86 16,6 7-74-16,4 6 1 0,4 2-1 15,3 11 1-15,0 5 0 16,0 7 0-16,-3 6-1 16,-4 3 0-16,-10 7 0 15,-8-4 1-15,-3-3-1 16,-3-6 1-16,-1-10-1 15,0-9 0-15,4-12 0 16,4-10 0-16,6-12-1 16,15-10 0-16,7-6-1 15,6-16 0-15,12-9-9 16,10-13 1-16,3-9 0 16,1 3 0-16</inkml:trace>
  <inkml:trace contextRef="#ctx0" brushRef="#br0" timeOffset="144515.04">15533 15854 114 0,'7'25'57'0,"-32"0"-66"15,18-18 82-15,-7 5-73 0,-7 1 0 16,-14 6-2-16,-11 6 1 16,-4 0 0-16,4 0 1 15,8 0-1-15,13 9 0 16,18 4 0-16,17 6 0 15,15 9 1-15,10 4 0 16,11 5 1-16,0 4 0 16,0-3 0-16,-11-3 1 15,-14-4-3-15,-13-6 1 16,-19-12-7-16,-14-10 0 0,-17-19-20 16,-4-12 0-16,-10-16 0 15,3-12 1-15</inkml:trace>
  <inkml:trace contextRef="#ctx0" brushRef="#br0" timeOffset="144859.85">15981 16212 90 0,'-7'25'45'0,"24"-3"-50"16,-6-19 87-16,10 3-79 16,7-6 1-16,4-3 2 15,0-3 0-15,-4-7-8 0,-7-6 1 16,-7-6 4-16,-7-3 1 16,-14-6-4-16,-7 2 1 15,-10 1-2-15,-5 15 0 16,-2 10-1-16,2 15 1 15,5 16 0-15,3 13 1 16,10 15 1-16,11 13 0 16,11 3 0-16,10 10 0 15,14-4-7-15,7-9 0 0,22-13-1 16,17-19 0-16</inkml:trace>
  <inkml:trace contextRef="#ctx0" brushRef="#br0" timeOffset="145324.06">16757 17021 106 0,'-42'0'53'0,"-32"-3"-50"16,45-4 59-16,-13 4-61 15,-29 3 1-15,-27-3 0 16,-22 0 1-16,-36 3-4 16,-27 0 0-16,-46-3 2 0,-18 6 1 15,-39 3-1-15,-24-3 0 16,-1 7 0-16,-13 2 1 15,6 7-1-15,1-6 0 16,20 2 0-16,-3-5 1 16,18-10-2-16,14 0 1 15,21-7-1-15,14-2 0 16,22 3 0-16,34 0 0 0,26-1-1 16,20 1 1-16,29 3 0 15,24-3 0-15,18 2-2 16,18 1 1-16,14 0-4 15,13-3 0-15,12 0-17 16,6-7 1-16,8-3 0 16,7-2 0-16</inkml:trace>
  <inkml:trace contextRef="#ctx0" brushRef="#br0" timeOffset="145819.07">16870 17221 112 0,'-18'54'56'0,"-63"-64"-84"0,56 1 97 16,-17-7-69-16,-25-6 0 0,-28 0 2 16,-29 0 0-16,-17 0-1 15,-35 7 0-15,-22 5 3 16,-35 10 0-16,-17 22 0 15,-29 0 1-15,-14 10-2 16,1-1 1-16,-12-3-2 16,22-6 0-16,-4-9-2 15,18-13 1-15,4-10-2 16,6-5 1-16,32-4-1 16,8 9 1-16,13 4 0 15,29 6 0-15,10 0 0 16,18 0 0-16,17 3-2 15,22 0 0-15,20 1-7 16,19-4 0-16,28-13 0 16,24-12 1-16</inkml:trace>
  <inkml:trace contextRef="#ctx0" brushRef="#br0" timeOffset="146781.71">16704 16503 101 0,'-7'10'50'0,"14"-23"-48"0,0 13 50 16,4-6-52-16,17-3 1 15,0-1 0-15,7-2 0 16,1-1-2-16,10-6 1 16,-1-3-4-16,1-6 0 15,4 0-12-15,3 0 1 0,-1-4-1 16,12-5 1-16</inkml:trace>
  <inkml:trace contextRef="#ctx0" brushRef="#br0" timeOffset="146993.57">17731 15751 111 0,'14'0'55'0,"-18"28"-72"15,8-25 97-15,3 13-80 16,3 3 0-16,1 9 0 15,3 13 1-15,0 18-2 16,-3 20 1-16,-4 21-1 16,-4 0 0-16,-6 7-2 15,-4 3 0-15,0-16-8 16,-4-13 1-16,1-18-1 16,-1-19 1-16</inkml:trace>
  <inkml:trace contextRef="#ctx0" brushRef="#br0" timeOffset="147264.13">17445 15879 115 0,'-21'25'57'0,"35"-21"-70"0,-4-11 82 0,8 1-70 15,14 0 1-15,7-4 0 16,14-9 1-16,10 1-2 16,11-1 1-16,0 3-3 15,-3 13 0-15,-8 3-12 16,-13 6 0-16,-12 16-1 16,-16 6 1-16</inkml:trace>
  <inkml:trace contextRef="#ctx0" brushRef="#br0" timeOffset="147411.95">17678 17102 117 0,'31'13'58'0,"121"-92"-99"16,-106 45 95-16,21-26-54 0,11-9 0 15</inkml:trace>
  <inkml:trace contextRef="#ctx0" brushRef="#br0" timeOffset="155684.97">28854 13402 100 0,'14'0'50'0,"-35"-3"-43"0,17 3 50 15,-3 12-55-15,4 7 0 16,3 9 1-16,3 13 0 16,4 13-3-16,7 24 0 15,11 32 2-15,3 21 0 0,-3 14-1 16,-4 2 0 0,4-3-1-16,-11-18 0 0,-4-17-3 15,-3-11 1-15,-3-26-6 16,-4-22 0-16,0-25-18 15,0-22 1-15,0-22 0 16,-4-31 0-16</inkml:trace>
  <inkml:trace contextRef="#ctx0" brushRef="#br0" timeOffset="156208.04">28787 13324 101 0,'-50'-35'50'0,"26"-9"-73"0,24 35 100 16,0-4-76-16,3 1 1 15,4 2 1-15,11-5 1 16,10-1-4-16,21-3 1 16,11-6 3-16,14-9 0 15,18 8 0-15,7 5 0 16,7 11-2-16,-7 7 1 0,-11 6-2 16,-11 13 1-16,-17 3-2 15,-17 6 0-15,-15 6-1 16,-17 4 1-16,-22 5 0 15,-14 4 0-15,-10 0 0 16,0 6 1-16,3 4-1 16,7-1 0-16,15 0 0 15,20 1 1-15,15 2-2 16,14 7 1-16,3 6-1 16,-3 3 0-16,-7 6 1 15,-11 1 0-15,-14-1-1 16,-21-6 1-16,-18-3 0 15,-14-16 1-15,-10-9-6 16,-11-12 1-16,0-20-15 16,10-9 0-16,8-6 0 15,6-9 0-15</inkml:trace>
  <inkml:trace contextRef="#ctx0" brushRef="#br0" timeOffset="156740.76">29577 12759 113 0,'-67'-53'56'0,"-53"-7"-75"16,88 45 95-16,-17 5-77 16,-8-2 1-16,-13-1 0 15,-11 10 0-15,-8 9 0 16,-6 22 0-16,-11 26-1 16,-10 40 1-16,-11 41 0 15,-4 53 0-15,4 44 0 16,11 28 0-16,17 7 0 15,43-29 0-15,24-28 0 16,36-31 0-16,34-25 0 16,44-32 0-16,34-34 1 15,36-35 1-15,31-37-1 16,22-41 1-16,13-16-1 16,1-34 1-16,0-23 0 15,-11-15 0-15,-14-28-1 0,-11-34 1 16,-17-26 0-16,-32-12 0 15,-35 12-1-15,-32 10 1 16,-46 15-3-16,-45 19 1 16,-47 16-15-16,-35 25 1 15,-42 16-2-15,-46 22 1 16</inkml:trace>
  <inkml:trace contextRef="#ctx0" brushRef="#br0" timeOffset="157491.54">27460 15384 74 0,'-21'-3'37'0,"0"0"-17"15,17 6 31-15,-6 6-45 16,-1 10 0-16,1 19 2 16,-4 21 0-16,6 23-11 15,8 15 0-15,4 3 6 16,14 13 1-16,6-16-3 16,12-9 0-16,9-9-1 15,5-23 1-15,3-22 0 0,3-15 1 16,1-19 1-16,-1-19 1 15,-3-15-1-15,-7-13 1 16,-11-13-1-16,-3-15 1 16,-11-10-8-16,0-6 1 15,-10 4-3-15,-8 5 1 16</inkml:trace>
  <inkml:trace contextRef="#ctx0" brushRef="#br0" timeOffset="158142.41">28360 15995 113 0,'42'29'56'0,"11"-14"-64"16,-32 1 62-16,-3 9-57 15,-4 19 1-15,-3 6-1 16,-4 3 0-16,-4-2 5 15,-3-8 1-15,-3 1-2 16,-4-6 0-16,0-13 1 16,-1-9 1-16,1-7-1 15,0-12 0-15,4-6-3 16,3-1 1-16,0-9-4 16,3-15 1-16,4-1-1 15,8-2 1-15,6-7 1 16,7 0 0-16,11-3 2 0,7 0 0 15,-1-6 1-15,5 12 1 16,-1 6-1-16,-3 7 1 16,-11 12-2-16,-3 20 1 15,-4 8-1-15,4 19 1 16,-11 10 0-16,0 13 0 16,1 2 1-16,2 4 0 15,4-7 0-15,4-6 0 16,0-6 0-16,3-4 0 0,1-15-2 15,2-6 1-15,-2-10-1 16,-1-9 0-16,4-13-1 16,-4-15 0-16,-3-10 0 15,3-6 0-15,-3-6 1 16,-8 0 0-16,-2-1 0 16,-1 14 0-16,-11 5 2 15,-3 13 0-15,-3 10 0 16,-4 5 1-16,-4 14 0 15,-3 8 0-15,4 10-1 16,-1 10 0-16,8-1-2 16,6 1 1-16,5 9-4 15,6-4 1-15,3-2-7 16,1-3 0-16,0-7-16 16,-1-9 1-16,-6-10 0 15,-7-18 0-15</inkml:trace>
  <inkml:trace contextRef="#ctx0" brushRef="#br0" timeOffset="158320.1">29372 15553 118 0,'-7'16'59'0,"-14"-32"-103"0,21 7 116 15,7-4-116-15,4-2 1 16,3-1-1-16,14-6 1 15</inkml:trace>
  <inkml:trace contextRef="#ctx0" brushRef="#br0" timeOffset="158537.91">29757 16002 113 0,'-4'103'56'0,"15"-18"-81"16,-4-66 108-16,4 9-85 15,6 0 1-15,8 0-2 16,3 0 1-16,7-6 2 15,8-3 1-15,3-6-3 16,-8-1 1-16,-2-2 1 16,-1-7 1-16,-7-6 1 15,-3-7 1-15,-4-9-1 16,-3-9 1-16,-4-9-3 16,-4-14 1-16,-6-8-12 15,-4-1 0-15,0-6-2 16,-4 10 1-16</inkml:trace>
  <inkml:trace contextRef="#ctx0" brushRef="#br0" timeOffset="158819.31">30632 16049 101 0,'24'87'50'0,"26"-36"-58"0,-29-42 65 16,0-3-58-16,4-3 1 15,-4-3 1-15,0-9 0 16,-7-7 0-16,-3 1 1 0,-8-1 1 16,-6 0 1-16,-8 7 1 15,-13 12 0-15,-8 10-1 16,-11 12 0-16,-2 12-2 16,-5 13 0-16,4 4-3 15,8-1 0-15,9-3-3 16,15-9 1-16,14-13-3 15,25-18 1-15,14-20-14 16,10-18 0-16,4-10 0 16,3-9 1-16</inkml:trace>
  <inkml:trace contextRef="#ctx0" brushRef="#br0" timeOffset="159115.01">30999 16114 106 0,'3'7'53'0,"32"-10"-70"0,-20 3 91 16,2 6-74-16,4 3 0 16,-3 7-1-16,-4 9 1 15,0 13 0-15,-7 9 0 16,-10 3 0-16,-4 0 1 16,-4 0-1-16,4-9 1 15,0-13-1-15,3-9 0 16,4-10 0-16,15-15 0 0,-1-13-2 15,7-12 0-15,4-13-6 16,3-12 1-16,0 2-8 16,0 1 0-16,0 6 0 15,1 0 1-15</inkml:trace>
  <inkml:trace contextRef="#ctx0" brushRef="#br0" timeOffset="159360.35">31662 15955 99 0,'17'28'49'0,"-9"-13"-55"16,-8-11 81-16,-4-4-74 16,-3 3 1-16,0 0 0 15,0 3 0-15,0-3-4 16,0 0 0-16,3 4 1 16,4 5 1-16,4 7-2 15,3 12 1-15,0 7 0 16,3 12 0-16,1 4 0 15,0 2 1-15,-4 0 1 16,-7-2 0-16,-4-14-2 0,-6-2 1 16,-8-10-7-16,-10-9 1 15,-11-9-8-15,-3-14 1 16,-8-2-1-16,-3-3 0 16</inkml:trace>
  <inkml:trace contextRef="#ctx0" brushRef="#br0" timeOffset="159722.5">32099 16196 102 0,'-14'19'51'0,"11"-16"-59"16,3-9 81-16,3-4-73 16,4-2 0-16,0-7 0 15,4-3 1-15,-1 0-2 16,-3 0 1-16,-7-3 0 16,-3 9 1-16,-15 10-1 15,-6 12 0-15,-8 13 0 16,-7 16 0-16,0 5 0 15,0 4 1-15,8 3-2 16,10 0 1-16,13-12-4 16,16-4 0-16,9-6-13 0,11-12 1 15,4-7-1-15,14-12 1 16</inkml:trace>
  <inkml:trace contextRef="#ctx0" brushRef="#br0" timeOffset="159894.57">32191 16428 111 0,'-11'13'55'0,"33"-32"-86"0,-8 13 94 0,3-7-88 16,12-15 0-16,9-7 0 16,8-9 0-16</inkml:trace>
  <inkml:trace contextRef="#ctx0" brushRef="#br0" timeOffset="160098.04">32844 15785 104 0,'0'-3'52'0,"-4"-6"-64"16,8 12 81-16,-1 0-69 16,1 10 1-16,3 5 0 15,-4 11 0-15,4 5-1 16,-7 16 1-16,4 10 0 15,-4 9 1-15,0 9-1 16,0-6 1-16,-4-6-4 16,1-16 0-16,3-6-13 0,0-6 1 15,0-19-1-15,0-16 0 16</inkml:trace>
  <inkml:trace contextRef="#ctx0" brushRef="#br0" timeOffset="160363.09">33091 15882 109 0,'0'26'54'0,"-22"2"-65"0,19-19 85 0,-4 4-75 16,0 9 1-16,3 6-1 15,1 6 1-15,3 4-1 16,7 6 1-16,3 0-1 15,4 0 0-15,4 0-3 16,0 0 1-16,-1-7-13 16,1-9 0-16,0-12 0 15,-8-16 1-15</inkml:trace>
  <inkml:trace contextRef="#ctx0" brushRef="#br0" timeOffset="160562.6">32579 15710 112 0,'-3'9'56'0,"55"-2"-74"0,-27-7 92 16,14 0-76-16,14-3 1 15,10-1-7-15,11 1 1 16,8 0 1-16,-1 3 0 15,-7 0-18-15,-7 6 0 16,-11 7 1-16,-17 3 0 16</inkml:trace>
  <inkml:trace contextRef="#ctx0" brushRef="#br0" timeOffset="160761.35">32544 16478 110 0,'7'19'55'0,"85"-60"-90"16,-50 29 113-16,18-10-91 15,14 0 0-15,11 0-20 16,-1 3 0-16,-10 7 39 16,-7 2 1-16</inkml:trace>
  <inkml:trace contextRef="#ctx0" brushRef="#br0" timeOffset="161203.73">27838 16886 95 0,'-205'19'47'0,"39"-10"-58"0,135-6 80 15,-12 0-67-15,8 4 0 0,3-4 0 16,15 0 1-16,17 3-4 16,14 0 0-16,24 1 3 15,22 5 0-15,43 10 0 16,27 3 1-16,50 0 1 15,39 1 0-15,45 2 0 16,36-6 0-16,35-7-1 16,29-12 1-16,24-15-2 15,14-4 1-15,-7-12-4 16,-10-16 1-16,-11-6-2 16,-29 9 0-16,-31 0-3 15,-35 7 1-15,-57 9-8 16,-42 6 1-16,-49 3-17 15,-50 7 1-15,-53 0 1 16,-56-1 0-16</inkml:trace>
  <inkml:trace contextRef="#ctx0" brushRef="#br0" timeOffset="161539.07">28120 17272 82 0,'-187'28'41'0,"-11"-44"-65"0,156 4 80 15,-25-4-55 1,18 7 1-16,17-1 4 16,25 7 0-16,21 6-4 15,28 7 1-15,32 5 5 16,29 10 0-16,41 0 0 15,36 4 1-15,50-7-3 16,45-4 0-16,42-8-3 16,50-13 0-16,39-19-1 15,24-22 0-15,1-10-2 16,-5 4 1-16,-20 6-2 16,-39 7 1-16,-35 12-3 15,-43 3 1-15,-32 6-11 16,-34-3 1-16,-33 4 0 15,-42-4 0-15</inkml:trace>
  <inkml:trace contextRef="#ctx0" brushRef="#br0" timeOffset="179610.46">14669 13085 99 0,'-11'-6'49'0,"-24"-13"-45"0,31 16 49 0,-3 3-53 16,4 0 0-16,-5 6 0 16,16 4 0-16,-8-1 0 15,7 13 0-15,7 9 1 16,-4 10 1-16,4 19 0 16,-3 18 0-16,-4 7 0 15,-7 9 1-15,-3 3-1 16,-1-3 0-16,0 3-2 15,4-18 1-15,4-7-9 16,0-19 1-16,-1-6-15 16,4-15 1-16,0-20-1 15,4-6 0-15</inkml:trace>
  <inkml:trace contextRef="#ctx0" brushRef="#br0" timeOffset="180261.04">14559 13076 82 0,'4'-3'41'0,"-18"-16"-35"15,14 16 71-15,0-10-75 16,0 4 1-16,0 3 0 15,0-4 1-15,-7 7-6 16,-1 3 1-16,-6 16 2 16,-7 18 1-16,-4 1-2 15,-3 18 1-15,-3 3-1 16,2-2 1-16,5 2-1 16,6-2 1-16,4-14-1 15,7-15 0-15,3-9 0 0,4-16 0 16,7-16-1-16,4-6 1 15,3-9-1-15,0-3 1 16,4-1 0-16,-1 4 0 16,1-1 0-16,3 1 1 15,-3 0 0-15,3 2 0 16,0 1 0-16,4-3 1 16,3 6-1-16,0-7 0 15,-3 4 0-15,0 6 0 16,-4 13 0-16,-11-1 0 15,1 17 0-15,-4 12 1 0,-7 12-1 16,0 13 1-16,0 0-1 16,4 12 1-16,6 4-5 15,4 2 1-15,4 7-21 16,3-6 0-16,-3-16 0 16,-11-15 0-16</inkml:trace>
  <inkml:trace contextRef="#ctx0" brushRef="#br0" timeOffset="180680.46">14362 13816 118 0,'-22'-6'59'0,"33"3"-84"0,-4 3 108 16,4 0-84-16,-1 6 0 16,4 3-1-16,0 1 1 15,4 5 1-15,-4 7 1 16,4 10-1-16,3 5 1 0,-3 4 0 15,3 3 0-15,7-3 0 16,-3-7 0-16,3-2 0 16,-3-7 0-16,-1-16 0 15,5 0 0-15,-1-9-1 16,-4-15 0-16,-2-4 0 16,2-9 0-16,1-4 0 15,-4-2 0-15,4-1-1 16,0-2 1-16,-1-1-12 15,1 4 0-15,0-7-1 16,-8-3 1-16</inkml:trace>
  <inkml:trace contextRef="#ctx0" brushRef="#br0" timeOffset="181805.52">15106 12856 106 0,'-81'-37'53'0,"-14"9"-52"0,66 24 68 16,-6-5-68-16,-11 3 1 15,-10-1-1-15,-4 1 1 0,-4 9-3 16,1-3 1-16,6 3 1 16,-3 7 0-16,-3 6-1 15,-1 9 1-15,1 9-1 16,6 13 1-16,5 16-1 16,6 12 1-16,3 22-1 15,8 13 1-15,10 12-1 16,11 10 1-16,11 3-2 15,6 6 1-15,4-16-1 16,14-5 1-16,8-14 0 16,9-9 0-16,8-2-1 15,11-23 1-15,10-13 0 16,7-12 0 0,56-40-1-1,-13-17 1-15,-8-9 0 16,-10-12 0-16,-4-7 0 15,-10-6 1-15,-15-6-1 0,-10-9 0 16,-10-4 0-16,-11-6 1 16,-8-9-1-16,-9-1 0 15,-12-2 0-15,-10-10 0 16,-3 0 0-16,-15 9 1 16,-3-9-1-16,-7 13 0 15,-4 0 0-15,-7 12 1 16,-3-6-1-16,-4 3 1 15,0 0-1-15,0 9 1 0,0 7-1 16,4 3 1-16,3 2-1 16,-3 11 1-16,-1 9-1 15,5 3 1-15,-1 9-1 16,0 10 1-16,-3 6-1 16,-4 3 0-16,3 9 0 15,-2 10 1-15,-8 16-2 16,3 3 1-16,4 6 0 15,-6 3 0-15,2 6 0 16,4 7 0-16,4 15 0 16,3 13 0-16,7 7 0 15,4 5 0-15,7 0-1 16,7 1 1-16,7 3 0 16,7-7 0-16,3-6-1 15,8-3 0-15,10-13 0 16,7-9 1-16,4-6-1 15,10-3 1-15,8-10-1 0,-1-9 1 16,11-4 0-16,4-12 0 16,-1-6 0-16,11-9 0 15,-3-10 0-15,-1-7 1 16,4-8-1-16,4-4 0 16,0-9 0-16,-4-7 0 15,7-6 0-15,-11-6 0 16,-6-6 0-16,-8-10 0 15,-10-9 0-15,-3-6 0 0,-12-7 0 16,-9 0 1-16,-5-6-1 16,-10-3 0-16,-7-3 0 15,-10 9 1-15,-15 4-1 16,-14-1 0-16,-14 10 0 16,-10 6 0-16,-8 6 0 15,-10 3 0-15,-11 13-1 16,4 10 1-16,0 9-6 15,7 9 1-15,0 6-1 16,7 7 1-16</inkml:trace>
  <inkml:trace contextRef="#ctx0" brushRef="#br0" timeOffset="182961.71">31595 12552 100 0,'0'-25'50'0,"-4"-3"-47"0,8 22 51 15,-1-4-54-15,1 1 1 16,-4-4 0-16,3 4 1 16,-3 3-2-16,0 6 0 0,0 3 2 15,4 9 0-15,-4 13 0 16,0 10 0-16,0 9 1 16,3 9 0-16,1 10 0 15,-1 6 0-15,1 12-2 16,0-5 1-16,-1-7-3 15,1-4 1-15,-1-5-6 16,1-7 0-16,-4-9-9 16,0-9 0-16,-4-7 0 15,1-12 0-15</inkml:trace>
  <inkml:trace contextRef="#ctx0" brushRef="#br0" timeOffset="183538.96">31535 12455 105 0,'3'-50'52'0,"29"12"-66"0,-21 29 79 15,-1 3-67-15,4-1 0 16,-3 4-1-16,0 3 0 16,-1 3 4-16,-3 7 0 0,-3 2-2 15,-8 10 0-15,-3 3 2 16,-7 3 0-16,-4 7 1 16,-3 3 0-16,0-4 0 15,3 4 0-15,4-7 0 16,0-3 0-16,7-6-2 15,4-3 1-15,3-3-1 16,3-7 0-16,4-3-1 16,4-9 1-16,-1-9 0 15,4-7 1-15,1-6 0 16,2-3 0-16,1-4-1 16,3-2 1-16,4-7-1 15,-4-3 1-15,-3 6-1 16,-1 1 0-16,-3 2 1 15,0 1 0-15,-3 9 1 16,0-3 1-16,-4 6 0 16,-4 6 0-16,1 3-1 15,3 17 1-15,0 5-2 16,7 7 1-16,0 12-2 0,7 0 1 16,0 7-4-16,4-1 0 15,3 4-14-15,4-4 0 16,-4-2 0-16,-7 2 0 15</inkml:trace>
  <inkml:trace contextRef="#ctx0" brushRef="#br0" timeOffset="184173.84">31214 13139 96 0,'10'12'48'0,"1"-28"-56"0,0 13 69 15,6-6-62-15,8 6 1 16,0 3-1-16,-4 6 1 16,0-3 0-16,-3 3 1 15,-1 1 0-15,-3 5 0 0,-3 1 1 16,-1-1 0-16,1 4 1 16,0 3 1-16,-1-3-1 15,8 2 0-15,-4-8-1 16,4-1 1-16,-1-6-2 15,1 0 0-15,0 1-1 16,-1-4 1-16,-3-13-1 16,0 4 1-16,0-4-1 15,8-6 1-15,-5-3-1 16,1 0 1-16,3 0-7 16,-3-6 0-16,3-6-21 15,-3 5 1-15,-4-14 0 16,-4-14 0-1</inkml:trace>
  <inkml:trace contextRef="#ctx0" brushRef="#br0" timeOffset="185296.37">32156 12301 94 0,'-4'-40'47'0,"-24"-33"-59"0,24 52 91 15,-6-8-78-15,-4-2 1 16,-7-4-1-16,-8-2 1 0,-2 2-3 16,-5 4 1-16,-10 0 1 15,1-7 0-15,-5 13-1 16,1 6 1-16,-8 13-1 15,-6 9 1-15,-4 16 0 16,-4 15 0-16,-6 7-1 16,-1 9 1-16,4 7-1 15,-4 15 1-15,8 16-1 16,6 2 1-16,4 5-2 16,7 5 1-16,4 13 0 15,7 6 0-15,6 0-1 16,8 0 1-16,4 4-1 15,6-7 1-15,11-16 0 16,3 3 0-16,8-8 0 16,10-14 0-16,7-9 0 15,11-6 0-15,10-13-1 16,11-9 1-16,11-16-1 0,3-9 1 16,3-9 0-16,4-13 0 15,7-10 0-15,1-9 0 16,2-12 0-16,4-10 1 15,-3-10-1-15,0-8 1 16,3-4-1-16,-3 0 1 16,-11 3-1-16,0-9 1 15,-11 6-1-15,-10-6 1 16,-10-3 0-16,-8-4 0 16,-11 1 0-16,-6-3 0 0,-7 5-1 15,-11-8 1-15,-7 2-1 16,-4 1 0-16,-7 5 0 15,-3 4 1-15,-10 13 0 16,-8 2 0-16,-4 7 0 16,-10 6 0-16,1 3 0 15,-5 4 1-15,1 5-1 16,-1 1 0-16,-3 9-1 16,-3 3 0-16,-1 7 0 15,1 5 0-15,-4 7-1 16,-7 16 1-16,3 3 0 15,1 9 0-15,-1 13 0 16,-3 15 0-16,3 16-1 16,4 4 0-16,0 5 0 15,11 7 0-15,-1 9 0 16,8-3 0-16,14 7 0 16,-1-4 1-16,12-3-1 0,10 0 1 15,10 3-1-15,4-3 0 16,14-9 0-16,0-4 0 15,11-8 0-15,3-8 0 16,8-11 0-16,2-4 1 16,5-6 0-16,3-16 0 15,10-12 0-15,4-10 0 16,10-15 0-16,5-7 1 16,6-6-1-16,0-6 0 15,0 0 0-15,0-10 1 0,-7-6-1 16,-3 0 0-16,-8-6 0 15,1 0 1-15,-1-13-1 16,-3-3 0-16,0-9 1 16,0-16 1-16,-7-3 0 15,-4 3 0-15,-10 3-1 16,-10 7 1-16,-15 2-3 16,-14 1 1-16,-11 3-5 15,-14 6 0-15,-13 3-16 16,-5 9 1-16,-10 4-1 15,-7 0 1-15</inkml:trace>
  <inkml:trace contextRef="#ctx0" brushRef="#br0" timeOffset="185873.58">31623 12279 87 0,'7'-12'43'0,"-7"-13"-44"0,0 25 67 16,0-3-66-16,-3 3 1 15,-1 3-1-15,-3 3 0 0,-4 3 0 16,-6 1 0-16,-1-1 1 15,-3 4 0-15,-4 2 0 16,1 4 0-16,-1 6 1 16,-3 4 0-16,-1 2-1 15,1 0 1-15,0 7-1 16,0 0 1-16,0 5-1 16,6-8 0-16,1-4-1 15,7 1 0-15,7-10 0 16,3-4 0-16,8-11 0 15,7-7 0-15,3-7-1 16,3-5 1-16,8-13 0 16,-4 0 0-16,4-10 0 15,0 1 1-15,3-10 0 16,4-3 1-16,6 0-1 16,1 3 1-16,-4 3 0 15,1 3 0-15,-1 4 1 16,-7 9 0-16,0 3-1 15,-6 0 0-15,-1 6 0 0,-4 10 0 16,1 3 0-16,3 9 0 16,-3 4-2-16,3 12 1 15,4 6-3-15,3 13 0 16,4 9-20-16,3 3 1 16,-10-6 0-16,-8-19 0 15</inkml:trace>
  <inkml:trace contextRef="#ctx0" brushRef="#br0" timeOffset="211933.46">8460 17341 76 0,'-4'31'38'0,"15"-15"-40"15,-1-16 39-15,-6 0-35 16,3 0 0-16,-4 0 5 15,4 0 0-15,0-4-6 16,8-2 1-16,2-3 6 0,1-4 0 16,14-6-1-16,-4-2 1 15,14-11-3-15,8-12 1 16,10 0-3-16,10-9 0 16,18-3-2-16,-3-10 0 15,3-13-1-15,7-2 1 16,4-4-1-16,14-9 1 15,0-6 0-15,-4-4 0 0,8 1-1 16,17-4 1-16,-4-3-1 16,-3-9 1-16,7 0-1 15,15 3 0-15,-5-3 0 16,-10 6 0-16,-3 0 0 16,-8 13 0-16,-10 9 0 15,-11 9 1-15,-10 7-1 16,-14 15 0-16,-11 4 0 15,-4 6 0-15,-10 6 0 16,-3 3 1-16,-8 4-1 16,-7 5 0-16,-10 13 0 15,-4 1 0-15,-7 8 1 16,-7-2 0-16,-7 5 0 16,-3-2 0-16,-8 6 0 15,-3 3 0-15,-4 0 0 16,1-3 0-16,-1 6-1 15,-7-3 0-15,-6 9 0 16,-8-3 0-16,-11 4 0 0,-13 2 0 16,-15 4 0-16,4 3 0 15,-3 0 0-15,-5-4 1 16,1 1-1-16,0-3 0 16,4 2 0-16,6-5 0 15,8-4 0-15,6-3 0 16,8 0 0-16,6 4 0 15,8 2 0-15,3-3 0 16,4 0-1-16,11 1 1 0,6-1 0 16,7-6 0-16,4 0 0 15,11-3 0-15,10-7 0 16,7 1 0-16,4-7 0 16,10 4 0-16,8-1 0 15,3 1 0-15,0-1 0 16,7 1 0-16,0-1 0 15,14 1 0-15,3-1 0 16,4 7 0-16,4 0 0 16,-4-4 0-16,0-2 0 15,1 2 0-15,-8 4 0 16,-7 0 0-16,0 6 0 16,-11 0 0-16,-10 0 0 15,-7 6 0-15,0 0 0 16,-8-3 0-16,-2 10 0 15,-5-1 1-15,-3 1-1 16,-3-1 0-16,-7 7 0 16,-4 9 0-16,-4 1 0 0,-10 11 0 15,0-2 0-15,-11 9 0 16,1 6 0-16,-8 4 1 16,4 2-2-16,0 1 1 15,3-3 0-15,4-4 0 16,0-6 0-16,3-6 0 15,1-4 0-15,-1-5 0 16,4-7 0-16,0-10 1 0,4-8-1 16,-1-7 0-16,4-13 0 15,4-12 0-15,3-9 0 16,3-10 1-16,8-7-1 16,3-5 0-16,0 0 0 15,0 2 0-15,0-2 0 16,-3 9 0-16,-4 3 0 15,4 0 0-15,-11 0 0 16,-4 0 0-16,-3 3 0 16,-7 1 1-16,0 5-1 15,-7-2 1-15,-3 2-1 16,-5 7 0-16,-6 3 0 16,-14 6 0-16,-4 9 0 15,-3 7 0-15,-11 6 0 16,-4 10 0-16,-6 0 0 15,-1 2 0-15,0 4 0 16,4 0 0-16,0-3 0 16,0-1 0-16,4 4 0 0,-4-3 0 15,-4-1 0-15,4 4 0 16,11 3 0-16,10-6 0 16,11-7 0-16,7 7 0 15,10-7-1-15,7 1 1 16,8-4 0-16,10-6 0 15,14-6 0-15,7-1 0 16,4-2-1-16,3-7 1 16,8 4 0-16,6-1 0 15,4 1 0-15,7-1 0 0,7 1 0 16,-4 2 0-16,-3 1 0 16,-3 3 0-16,-4-1 0 15,-4 1 0-15,0 0 0 16,-6 0 0-16,-4 6 0 15,-4 3 0-15,-7-3-1 16,-3 3 1-16,-4 3 0 16,-3 3 1-16,-4 1-1 15,0 2 0-15,0 7 0 16,0 6 0-16,-3 4 0 16,-1 5 1-16,-3 7-1 15,0 6 1-15,-3 9-1 16,-4 1 0-16,0-1 0 15,-4 4 0-15,1-1 0 16,-4-5 0-16,3-1 0 16,1-6 0-16,-1-3 0 15,1-10 0-15,-1-2 0 16,1-7 0-16,3-6 0 0,-4-10 0 16,4-9 0-16,0-9 0 15,4-4 0-15,-1-6 1 16,4-9-2-16,4-3 1 15,-1-10 0-15,8 0 0 16,0-3 0-16,-1-9 0 16,1-3 0-16,3-4 0 15,-3 0 0-15,-1 1 0 0,-6 2 0 16,-4 4 0-16,0-3 0 16,-7-1 1-16,-4 7-1 15,-3 6 0-15,-3 0 0 16,-8 7 0-16,-6 5 0 15,-12 7 0-15,-10 6-1 16,-7 10 1-16,-14 9 0 16,-10 3 0-16,-8 10 0 15,-3 2 0-15,10 1 0 16,4 3 0-16,0 6 0 16,4-6 0-16,-4-1 0 15,10 1 0-15,4-3 0 16,14 0 0-16,7-1-1 15,15 1 1-15,6-7 0 16,15-2 0-16,17-4 0 16,7-3 0-16,11-3 0 15,10-4 0-15,7-2-1 16,15-7 1-16,3 1 0 16,7-10 0-16,4 9-1 0,-4 0 1 15,-4 7 0-15,-6-1 0 16,3 7 0-16,-11 3 0 15,-6 3 0-15,-5 4 0 16,-6 5 0-16,-7 4 1 16,-7 3-1-16,-1 3 0 15,-6 6 0-15,0 9 0 0,-4 14 0 16,-4 5 0-16,1 10 0 16,-4 0 0-16,-4-4-1 15,1 4 1-15,-4-6 0 16,0-7 0-16,-4 1 0 15,1-7 0-15,-1-7 0 16,4-2 0-16,0-10 0 16,4-9 0-16,-1-6 0 15,5-7 0-15,-8-6 0 16,3-10 0-16,1-8 0 16,-4-11 0-16,0-8 0 15,0-10 0-15,0 0 0 16,0-13 1-16,0 1-1 15,-4-1 0-15,1 0 0 16,-5 1 0-16,-2 2 0 16,-4 1 0-16,-7 3 0 15,-4-7 1-15,-3 0-1 16,-1 7 0-16,-2 3 0 0,-5 9 0 16,-2 4 0-16,-12 8 0 15,-6 4 0-15,-15 16 0 16,-3 9 0-16,4 12 0 15,-8 17 0-15,-7-1 0 16,-3 6 0-16,7 4 0 16,3-7-1-16,8 4 1 15,10-4 0-15,10 0 0 16,8 1 0-16,7-1 0 16,10-3-1-16,4-6 1 15,10 0 0-15,4-6 0 0,11-7-1 16,10-2 1-16,14-7 0 15,18-7 0-15,14-11 0 16,11-7 0-16,3-4 0 16,10-2 0-1,54-16 0 1,-22 6 0-16,-20 7 0 16,-12-1 0-16,-6 7 0 15,-15 9 0-15,-6 0 0 16,-4 4 0-16,-7 2 0 15,-8 4 1-15,-6 6-1 16,-4 3 0-16,-6 6 0 16,-5 9 1-16,-6 11-1 15,-4 11 0-15,-4 7 0 16,1 16 1-16,-4 15-1 0,0 3 1 16,0 1-2-16,0-10 1 15,3-13-14-15,8-6 1 16,10-18-1-16,-7-26 1 15</inkml:trace>
  <inkml:trace contextRef="#ctx0" brushRef="#br0" timeOffset="-211916.63">15032 13493 61 0,'-11'3'30'0,"-3"-12"-21"0,11 6 30 16,-1-1-33-16,1 1 0 16,-1 3 6-16,1 0 1 0,3 3-15 15,7 4 1-15,3-7 10 16,8 3 1-16,7-3-3 15,10-6 0-15,11-1-3 16,7-2 0-16,7-1-2 16,7-2 1-16,0-1-2 15,3-2 0-15,-3 5-1 16,-3-2 1-16,-8 2-1 16,-10 7 0-16,-7 0 0 15,-7 3 1-15,-4 0-1 16,0 0 0-16,-7 0-3 15,-3-6 1-15,-1 0-14 16,-2-4 0-16,-8-2 0 16,0-4 0-16</inkml:trace>
  <inkml:trace contextRef="#ctx0" brushRef="#br0" timeOffset="-211474.29">15233 13678 81 0,'-42'13'40'0,"-22"2"-45"0,54-15 52 0,-1-6-47 15,0 3 0-15,1 0 1 16,-1 3 1-16,4 0 0 16,0-3 1-16,4-4 2 15,-1 4 1-15,4 3 2 16,11 3 0-16,3 7 0 16,14 5 1-16,0-8-4 15,7-1 1-15,8 0-3 16,6-3 1-16,4-3-2 15,4-3 0-15,3 0-2 16,-1 0 0-16,5 0 0 16,-4 3 0-16,-11-3 0 15,-6 3 0-15,-5-4-1 16,-2 1 0-16,-8 0-4 16,-3 3 1-16,-1-12-10 0,-2 5 0 15,-12-2 0-15,-3-7 0 16</inkml:trace>
  <inkml:trace contextRef="#ctx0" brushRef="#br0" timeOffset="-211092.5">15258 13960 30 0,'-32'13'15'0,"-28"-1"37"0,46-9-18 0,0 4-23 16,-4 2 0-16,0-3 7 16,4 1 0-16,0-1-23 15,7 0 1-15,4 0 14 16,6-2 0-16,8-1-5 16,6-3 0-16,12 6-4 15,9-12 1-15,5-1-1 16,3 1 0-16,3 0-1 15,7 3 1-15,4 0 0 16,0 3 0-16,0 0 0 16,-3 0 0-16,-8 0 0 15,-6 0 1-15,-8 0-2 16,-7 0 1-16,-3 0-2 16,-8-3 1-16,-10-1-10 0,0 1 1 15,-3 0-1-15,0-6 1 16</inkml:trace>
  <inkml:trace contextRef="#ctx0" brushRef="#br0" timeOffset="-210457.15">17032 13154 99 0,'-10'7'49'0,"13"-11"-46"0,4 11 60 15,-3-1-60-15,-1 7 0 16,4-1 2-16,-3 10 1 16,3 3-7-16,3 3 0 15,1 10 4-15,3 15 1 0,0 10-1 16,-3 0 0-1,-8 6-2-15,-3 9 1 0,0 7-1 16,0-7 0-16,0 1-1 16,0-7 1-16,4-6-1 15,-4-7 0-15,0-9-1 16,-4-6 1-16,1-6-3 16,-4-7 1-16,0-12-7 15,-4-6 0-15,-3-10-18 16,0-10 1-16,3-18 0 15,-3-3 0-15</inkml:trace>
  <inkml:trace contextRef="#ctx0" brushRef="#br0" timeOffset="-209870.67">16923 13104 105 0,'-18'-31'52'0,"8"3"-76"0,6 21 101 16,0 7-76-16,-3-3 1 15,0 3 2-15,-3 3 0 16,-1 7-5-16,-3-1 1 16,0 7 3-16,3 3 1 15,-3 6-1-15,4 0 0 16,-1 3-1-16,1 3 0 15,-1 4-1-15,4 2 0 0,0 1-1 16,0 0 1-16,3-4-1 16,1 1 0-16,3-7 0 15,3-9 0-15,4 0-1 16,4-16 1-16,3-6 0 16,4-10 0-16,3-9 0 15,4-6 0-15,-4-10 0 16,3 1 0-16,-2-1-1 15,2 3 1-15,1 1 0 16,-4 3 0 0,7-10 0-1,-3 0 1-15,-4-3-1 16,0 7 1-16,-3 5 0 16,0 7 0-16,-4 3 0 15,0 10 0-15,0 2 0 16,-3 10 0-16,-1 6-1 15,1 13 1-15,-1 6-1 0,4 7 0 16,0 5 0-16,4 4 1 16,0 6-2-16,3-6 1 15,0 3-4-15,0-7 0 16,0-2-13-16,-3-7 1 16,0-6-1-16,-4-9 1 15</inkml:trace>
  <inkml:trace contextRef="#ctx0" brushRef="#br0" timeOffset="-209124.39">17597 12643 89 0,'-46'-41'44'0,"10"1"-40"16,22 30 55-16,-14-2-55 16,-11 5 0-16,-14 7 3 15,-3 4 0-15,-8 2-8 16,-3 9 0-16,0 4 6 16,-10 10 1-16,3 5-3 15,-4-3 0-15,8 10-1 16,2 9 0-16,5 16-2 0,7 3 1 15,-1 6-1-15,8 13 0 16,3 16 0-16,7 2 0 16,4 7 0-16,10 3 1 15,14-3-1-15,8 9 0 16,14-9 0-16,3-3 1 16,17-3-1-16,1-10 0 15,14-3 0-15,7-6 0 16,10-10 0-16,4-12 0 15,0-13 0-15,4-15 0 0,3-7 0 16,7-15 1-16,-7-13-1 16,7-6 1-16,4-16-1 15,-4-18 0-15,0-10 0 16,1-7 0-16,-8-5 0 16,0-14 0-16,-7-5 0 15,-7 3 0-15,-7-7 0 16,-7 10 0-16,-11-6 0 15,-11 3 0-15,-2-4 0 16,-12-2 0-16,-3-10 0 16,-3 3 0-16,-4 3 0 15,-11 4 0-15,-6 5 0 16,-1 1 0-16,-10 9 0 16,-4 4 1-16,-7 11-1 15,0 8 0-15,-3 5 0 16,0 3 1-16,-1 1-1 15,1 3 0-15,7-4 0 16,-1-6 1-16,1 4-1 0,3 5 0 16,-3 4 0-16,7 3 0 15,-4 6-5-15,-3 10 1 16,-4 6-1-16,-21 3 0 16</inkml:trace>
  <inkml:trace contextRef="#ctx0" brushRef="#br0" timeOffset="-201570.22">11539 14854 38 0,'-24'-16'19'0,"24"-3"-5"15,7 7 20-15,0-4-21 16,0 4 0-16,3-4 10 15,5 3 0-15,-1 1-28 16,0 6 1-16,0 6 19 0,0 0 1 16,-3 6-7-16,-1-3 0 15,-3 3-5-15,0 4 0 16,0-1-2-16,-3 1 0 16,-1-4-1-16,1 0 0 15,-1 0 0-15,-3 1 1 16,-3 5-1-16,-8 1 1 15,-3 5-1-15,-3 8 0 16,-8 5 0-16,0 3 0 0,-3 4-1 16,0 9 1-16,-4 3-1 15,-7-3 1-15,-3 0-1 16,3 4 0-16,-3-8 0 16,-4 1 0-16,-4 6 0 15,1-2 0-15,-7 2 0 16,-1 3 0-16,-3 7 0 15,-3-4 1-15,-8 4-1 16,4-4 0-16,0 7 0 16,0-7 0-16,0 4 0 15,0-4 0-15,-7-2 0 16,0-4 0-16,0 3-1 16,0-6 1-16,7 6 0 15,0-2 0-15,0 2 0 16,-4 3 0-16,-10 4 0 15,3 3 1-15,-3 6-1 16,4 3 0-16,-1 9 0 0,4-12 0 16,0 3 0-16,-7 0 0 15,7 1 0-15,3-8 0 16,-3-5 0-16,10 0 0 16,4-4 0-16,0 4 0 15,4-10-1-15,7-3 1 16,3-3 0-16,7-10 0 15,-7-6 0-15,14-6 0 16,11-3 0-16,0 0 0 16,14-6 0-16,0-4 0 0,7-3 0 15,0-6 0-15,14-9-1 16,-3-4 1-16,6-5 0 16,15-8 0-16,-7-11 0 15,10-13 0-15,14-10 0 16,11-9 0-16,21-9 0 15,8-7 0-15,-1-3 0 16,14-12 0-16,18-1 0 16,4 1 0-16,-8-10 0 15,11 1 0-15,7-7 0 16,4-4 0-16,-4 1 0 16,3-16 0-16,4 4 0 15,-7 5 0-15,-14 7 0 16,-10 3 1-16,-4 3-1 15,-8 13 0-15,-6 9 0 16,-7 3 0-16,-8 10 0 16,-3 3 0-16,-7-1 0 15,0-2 0-15,-7 9 0 0,-3 6 0 16,-11 13 0-16,-11 9 0 16,-7 10 0-16,-10 3 1 15,-8 12-1-15,-10 10 0 16,-3 6 0-16,-8 3 0 15,1 9 0-15,-8 7 1 16,0 3-1-16,-3 3 0 16,-3 3 0-16,-5 7 0 0,-9 3 0 15,-12 9 0-15,-10 6 0 16,-7 16 0-16,0 6 0 16,0 10 0-16,-7 3 0 15,-11 9 0-15,1 0 0 16,-4 0 1-16,6 4-1 15,5-10 0-15,-4 6-1 16,-8-3 1-16,-2 0 0 16,-12 0 0-16,8 6 0 15,7-2 0-15,-11-4 0 16,-3 0 0-16,3-3 0 16,7-4 0-16,11-2 0 15,11-7 0-15,6-9 0 16,8-3 0-16,3-9-1 15,0-1 1-15,7-9 0 16,7-6 0-16,4-7-1 16,0-2 1-16,7-7 0 15,6-6 0-15,5-4 0 0,3-2 0 16,10-7-1-16,8-6 1 16,10-9-1-16,7-10 1 15,11-15-1-15,10-10 1 16,14-16 0-16,18-9 0 15,22-19 0-15,2-3 0 16,8-3 0-16,14-16 0 16,14 1 0-16,-3-7 0 15,10-7 0-15,7 4 0 0,0-3 0 16,-7 6 1-16,4 0-1 16,3 6 0-16,-10 7 0 15,-11-7 0-15,-4 10 0 16,-6 9 1-16,-11 3-1 15,-15 9 0-15,-13 10 0 16,-11 7 1-16,-11 8-1 16,-10-8 1-16,-3 15-1 15,-12 0 1-15,-6 6-1 16,-4 6 1-16,-7 7-3 16,0 6 1-16,-3 3-11 15,0 4 0-15,-1 2 0 16,4-9 0-16</inkml:trace>
  <inkml:trace contextRef="#ctx0" brushRef="#br0" timeOffset="-198566.37">30540 11329 91 0,'4'-22'45'0,"27"-6"-42"0,-20 22 46 16,3-4-49-16,0 4 1 15,4 3 0-15,3 12 1 0,-3-2-1 16,-1 11 0-1,1 1 2-15,6 19 0 0,1 0 1 16,3 9 0-16,8 6-1 16,6 6 1-16,0 4-1 15,4 6 0-15,4-3-2 16,-8-6 0-16,-3-10-2 16,-8-3 1-16,-2-6-2 15,-5-7 0-15,-2-9-4 16,-8-3 1-16,0-3-16 15,-7-7 1-15,0-5 1 16,-7-7 0-16</inkml:trace>
  <inkml:trace contextRef="#ctx0" brushRef="#br0" timeOffset="-197565.16">30988 11213 79 0,'-7'-6'39'0,"3"3"-43"16,4 3 61-16,0 0-55 15,4 3 1-15,3 3 3 16,0 10 0-16,7-4-6 0,4 14 1 16,10 2 5-16,7 6 1 15,1 4-2-15,-5 3 1 16,5 3-2-16,-8 3 0 16,0 0-2-16,-7 0 1 15,0 6-3-15,1-6 0 16,-1-6-7-16,3-4 0 15,8-8 0-15,0-17 0 16</inkml:trace>
  <inkml:trace contextRef="#ctx0" brushRef="#br0" timeOffset="-197154.93">31595 11119 95 0,'-21'3'47'0,"7"-3"-46"0,10 0 49 16,4 7-49-16,0 2 0 15,4 4 2-15,-1 12 0 16,4 3-3-16,7 9 1 16,0 4 1-16,11 6 1 15,0-3 0-15,-1 6 0 16,5 1-1-16,-1-1 1 15,0 0-1-15,0 6 0 16,1-2-1-16,-5-7 1 16,15 6-5-1,-7-19 0-15</inkml:trace>
  <inkml:trace contextRef="#ctx0" brushRef="#br0" timeOffset="-194679.86">29863 10078 87 0,'-4'-28'43'0,"8"25"-42"0,-4 3 43 15,0 0-43-15,0 0 1 16,3 0 4-16,4 3 0 0,0 3-5 16,0 7 0-16,4 5 5 15,0 14 1-15,-4 15-1 16,-4 3 1-16,1 10-3 15,-4 12 1-15,-4 12-2 16,1 10 0-16,-4-6-2 16,-1 0 1-16,5 0-2 15,-1-16 0-15,1-3 0 16,-1-9 0-16,1-1-2 16,-1-9 1-16,-3-6-5 15,0-6 0-15,-3-10-13 16,-1-6 0-16,-3-16 0 15,7-18 0-15</inkml:trace>
  <inkml:trace contextRef="#ctx0" brushRef="#br0" timeOffset="-194013">29916 10075 90 0,'17'0'45'0,"-17"-22"-53"0,0 22 68 0,0 0-61 15,-3-3 0-15,-4 3 2 16,-4 3 1-16,-3 0-1 16,-4 3 1-16,-3 1 0 15,0 2 1-15,0 4 1 16,0 5 0-16,3 1-1 16,-3 0 0-16,0 0-1 15,3 6 0-15,0 3-1 16,-6-6 0-16,3 0-2 15,-4 3 1-15,0-9 0 16,4 3 0-16,-7-4-1 16,3 1 1-16,4-3-1 15,3-4 1-15,8-3 0 16,3-3 0-16,7 1 0 16,10-11 1-16,8-2-1 15,-1-4 0-15,5-2 0 16,9-7 1-16,1 0-1 0,0-13 0 15,3 1 0-15,4-1 1 16,0 1-1-16,3-1 1 16,-3 1 0-16,-4 12 1 15,0 3-1-15,1 6 0 16,-1 4 0-16,-10 3 0 31,6 18 0-31,-2 7 0 0,-1 6-1 16,0 7 1-16,0 8-1 15,-3-2 0-15,0 0-2 16,-1 5 1-16,-2-8-9 16,-5 6 1-16,1-7 0 15,-4-6 0-15</inkml:trace>
  <inkml:trace contextRef="#ctx0" brushRef="#br0" timeOffset="-192051.74">30392 10037 84 0,'-18'-53'42'0,"-3"-19"-29"15,14 53 41-15,-7 0-51 16,-7-3 0-16,-8-6 2 0,-9 6 1 15,-8-3-8-15,-4 6 1 16,-6 0 5-16,-4 7 0 16,4 6-2-16,-4 2 0 15,0 8-1-15,3 2 1 16,-3 3-2-16,-3 4 1 16,-1 6-1-16,-3 3 1 15,4 6-1-15,-4 9 0 16,7 4 0-16,3 13 1 0,4 14-1 15,4 5 0-15,3 8 0 16,4 4 0-16,10-1 0 16,7 14 1-16,8-7-1 15,6 0 0-15,11-10 0 16,4 4 0-16,10-7 0 16,7-6 0-16,4-3 0 15,6 3 1-15,12-9-1 16,10-10 0-16,7-2 0 15,10-11 1-15,1-5-1 16,6-10 0-16,4-9 0 16,1-7 0-16,-1-6 0 15,0-3 0-15,0-3 0 16,-3-10 1-16,-8-8-1 16,-3-8 1-16,0 1-1 15,-3-6 1-15,-8-1-1 16,-3 1 1-16,-4-7 0 0,-3-3 0 15,-3-3-1-15,-8-13 0 16,-7 4 1-16,-3-7 0 16,-4 0-1-16,-3 1 0 15,-4-4 0-15,-4 9 1 16,-3 1-1-16,-3 6 1 16,-4-3-1-16,-4-7 1 15,1 10-1-15,-8-7 1 0,1 1 0 16,-1 6 0-16,-3 6-1 15,0 0 0-15,-4 0 0 16,1 9 0-16,-5 4 0 16,1 3 0-16,-3 3 0 15,-8 3 0-15,0 0 0 16,-3 6 0-16,-4 1 0 16,-3-4 0-16,-4-3 0 15,-7 3 0-15,0-3-1 16,-4 6 1-16,-2 7 0 15,-5 0 0-15,-3 12 0 16,0 3 0-16,-4 0 0 16,1 7 0-16,-4 2-1 15,3 4 1-15,4 0 0 16,0 3 0-16,11-3 0 16,6 3 0-16,1 0 0 15,0 3 0-15,6 3 0 16,1 7 0-16,0 8 0 15,-1 8 0-15,4 8-1 0,1 1 1 16,-5 6 0-16,4-1 0 16,8 1 0-16,6 3 0 15,7-3 0-15,11-3 1 16,7 0-1-16,7-4 0 16,4 1 0-16,3-1 0 15,7-5 0-15,7-1 0 16,1 0 0-16,6 1 0 15,11-4 0-15,-4-6 0 0,8-10 0 16,6 1 0-16,4-7 0 16,0 0 1-16,3-6-1 15,-3 3 0-15,-3-6 0 16,3-7 0-16,-4-2 0 16,1-7 0-16,3-3 0 15,0-9 0-15,3-1 0 16,1-2 0-16,-1-17 0 15,4 4 0-15,-10 0 0 16,-4-3 0-16,-4 0 0 16,-3 3 1-16,0-10-1 15,0 4 0-15,-4-7 0 16,4 1 1-16,0-4-1 16,-1-6 0-16,-2 0 0 15,-4-10 0-15,-4 4 0 16,-7 0 0-16,-3-7 0 15,-8 4 0-15,-2 6 0 0,-1 2 1 16,-7-2-1-16,0-6 0 16,-7 3 0-16,0-7 0 15,-7 4 0-15,-4-1 0 16,-3 7 0-16,-7-3 1 16,-7 6-1-16,-4 6 0 15,-7 3 0-15,-3 1 0 16,-8 8 0-16,4 4 0 15,-6 6 0-15,-1 1 0 0,-7-1 0 16,-4 6 0-16,-3 4 0 16,-3 6 0-16,6 0 0 15,-6 6 0-15,2 0 0 16,1 6 0-16,-3-2 0 16,-1 2 0-16,-3 10 0 15,-3 3 0-15,-1-3 0 16,4 6 0-16,-4 3 0 15,4 3 0-15,4 7 0 16,3 6 0-16,7 9 0 16,7 0 0-16,10 4-1 15,5 5 1-15,2-2 0 16,5 3 0-16,9 6 0 16,5 3 0-16,6 0 0 15,8-3 0-15,10 3 0 16,7-6 0-16,7-3 0 15,11-4 1-15,10-2-1 0,4-4 0 16,7-3 0-16,0-9 0 16,0-7 0-16,0-5 0 15,3-4 0-15,4-10 0 16,4-5 0-16,3 2 0 16,3-12 0-16,1-6 0 15,-1 0 0-15,1-4 0 16,-1-2 0-16,-3-1 0 15,4 1 0-15,-8-1 0 16,4-2 0-16,-7-1 0 0,0-9 0 16,0-3 0-16,0-7 0 15,0-3 0-15,-7-2 0 16,-3 2 1-16,-8-6-1 16,-7-3 0-16,4 0 0 15,-14-3 0-15,-4 0 0 16,-3 0 0-16,-1-7 0 15,-6 1 0-15,-8-10-3 16,-6-6 1-16,-11-4-1 16,-32 1 0-16</inkml:trace>
  <inkml:trace contextRef="#ctx0" brushRef="#br0" timeOffset="-186449.38">21915 11775 87 0,'-18'-22'43'0,"14"3"-35"16,4 16 44-16,-3-4-49 15,3 7 1-15,0-3 1 16,0 3 1-16,0 3-8 16,0 7 1-16,0 18 5 15,-4 19 1-15,-6 9-3 16,-1 23 1-16,-3 9-1 15,-4 18 0-15,4 7-1 16,4 3 1-16,10-9-2 0,7 6 1 16,10-19-1-16,8-13 1 15,7-9-1-15,0-12 1 16,10-16-1-16,0-16 0 16,4-9-2-16,0-13 1 15,0-12-7-15,0-16 0 16,0-6-17-16,-4-10 0 15,-10-6 0-15,-15-6 1 16</inkml:trace>
  <inkml:trace contextRef="#ctx0" brushRef="#br0" timeOffset="-186210.09">21280 12242 105 0,'-29'6'52'0,"40"-6"-74"16,-4 0 102-16,11 0-80 15,10-3 0-15,7 0 0 16,15-3 1-16,17-4-2 16,7-2 0-16,0-4-6 15,0 3 1-15,7-2-12 16,0-1 1-16,-3 0-1 15,-8-3 1-15</inkml:trace>
  <inkml:trace contextRef="#ctx0" brushRef="#br0" timeOffset="-185964.95">22394 12195 105 0,'-10'3'52'0,"17"-3"-72"0,3-3 93 0,5-4-73 16,16 4 1-16,8-3 0 15,10-3 0-15,4-7-2 16,7 3 0-16,4-2-1 16,-4 5 0-16,-11 4-10 15,-6 3 0-15,-12 0-1 16,-10 3 1-16</inkml:trace>
  <inkml:trace contextRef="#ctx0" brushRef="#br0" timeOffset="-185743.79">22306 12555 106 0,'-35'22'53'0,"60"-28"-67"15,-8 3 81-15,8 3-68 16,7-6 1-16,10-1-2 0,11 1 1 16,3-10-1-16,8-2 0 15,-1-7-8-15,4 6 1 16,0 3-14-16,4-15 1 16,0-4 0-16,-1-2 1 15</inkml:trace>
  <inkml:trace contextRef="#ctx0" brushRef="#br0" timeOffset="-185309.77">23710 12035 96 0,'-3'-25'48'0,"-4"-10"-72"15,3 26 97-15,-10-1-70 16,-7 4 1-16,-4-3 3 15,-7 6 0-15,-3 6-8 16,0 3 0-16,0 3 5 16,-1 13 1-16,5 3-3 15,6 10 1-15,11 3-2 16,7 5 0-16,3 5-1 16,11 11 0-16,11-2-1 15,7-1 1-15,10-6 0 16,4-6 0-16,6-6-1 15,8-7 1-15,4 0-1 16,3-12 1-16,7 0-1 16,-4-13 1-16,-3-3-1 0,0-12 0 15,-7-7 0 1,-7-6 0-16,-4-9 1 0,-6-10 1 16,-5-6 0-16,-9 0 0 15,-8-3 0-15,-18 0 1 16,-17 3-1-16,-18-3 0 15,-21 6-4-15,-24 9 0 16,-22 4 0-16,-21 3 0 16</inkml:trace>
  <inkml:trace contextRef="#ctx0" brushRef="#br0" timeOffset="-179138.77">12541 15293 106 0,'-14'12'53'0,"-14"-12"-50"16,28-6 54-16,11 6-58 15,6 3 1-15,15-3 0 16,21 0 0-16,28 0 0 15,21-6 0-15,15-3 0 16,17-7 0-16,7-3 0 16,-4 7 1-16,1-7-1 0,-11 0 1 15,-18 0-1-15,-17 3 1 16,-21 4-1-16,-22-1 1 16,-21 4-1-16,-28 0 1 15,-31 2-1-15,-19 7 0 16,-35 10 0-16,-24 5 1 15,-11 10-1-15,-14-3 1 16,4 13-1-16,6-7 1 16,18-3 0-16,15 0 0 0,13 0-1 15,25 0 1-15,21-3-1 16,25-3 0-16,28-12 1 16,36-7 0-16,27-10-1 15,22-12 1-15,28-3 0 16,4-9 0-16,0 2 0 15,-19 4 0-15,-27 9-2 16,-25 7 1-16,-35 12-1 16,-25 6 0-16,-25 6 0 15,-27 7 0-15,-37 0 0 16,-20 6 0-16,-21 0 1 16,-18-3 0-16,3 0 0 15,4 0 0-15,10 0 0 16,12 0 0-16,16-6 0 15,22-1 1-15,21 1 0 16,25 0 0-16,28-10 0 16,21-3 0-16,25-9-1 15,32-16 1-15,31-3-1 0,11-7 1 16,18-11-1-16,-8-1 0 16,-10 12 0-16,-25 1 0 15,-21 12-1-15,-24 0 1 16,-22 10 0-16,-24 0 0 15,-26 12 0-15,-24 3 0 16,-17 6 0-16,-15 7 0 16,-24 3 0-16,-11 3 0 15,-3 0 0-15,-1 4 0 16,-3-1 0-16,15 6 0 0,16-9 0 16,22-3 0-16,25-3 0 15,24-3 0-15,32-7 0 16,29-9 0-16,24-12 0 15,32-13 0-15,21-4 0 16,10-8 0-16,22-1 0 16,-8-6 0-16,-10 0-1 15,-14 7 0-15,-17 2 0 16,-22 4 1-16,-21 9-1 16,-25 6 1-16,-21 7-1 15,-17 3 1-15,-26 6-1 16,-27 6 1-16,-29 10 0 15,-10 9 0-15,-25 6 0 16,-7 0 0-16,4 4 0 16,6-1 0-16,15-2 0 15,17-7 0-15,25-3 0 16,22-10 0-16,23-5 0 0,22-11 0 16,29-8 0-16,27-7 0 15,18-3 0-15,11-6 0 16,10 0 0-16,4-1 0 15,-10 1 0-15,-12 6 0 16,-6 3-1-16,-18 7 1 16,-14 2-1-16,-11 1 0 15,-17 3-12-15,-11 0 0 0,-4-4 0 16,-10-6 1-16</inkml:trace>
  <inkml:trace contextRef="#ctx0" brushRef="#br0" timeOffset="-175723.65">27834 14769 95 0,'-25'0'47'0,"75"0"-57"16,-32 3 48-16,-1-9-38 16,15 3 0-16,7-3 1 0,7-4 0 15,10 4 1 1,11 0 0-16,11-1 2 0,13 7 1 15,12-3-1-15,17 3 1 16,10-3 0-16,11 3 0 16,11-6-3-16,7 6 0 15,-8 0-1-15,-6 0 0 16,-7 3-1-16,-18 3 0 16,-15-6 0-16,-20 7 1 15,-18-4-1-15,-10 3 0 16,-15-6 0-16,-10 3 0 0,-11 0 0 15,-14 0 1-15,-11 1-1 16,-20-4 0-16,-15 6-1 16,-18-3 1-16,-10 3 0 15,-14 1 0-15,-18-1-1 16,-10 3 1-16,-11-3 0 16,-10-2 0-16,-1-1 0 15,1 0 0-15,-5 3 0 16,19-3 0-16,0-3 0 15,13 3 0-15,12 1 0 16,6-4 0-16,18 3 0 16,10-3 0-16,12 3 0 15,6-6 1-15,11 6-1 16,10-6 0-16,7 3 0 16,11 0 1-16,14-7 0 15,15 1 0-15,20 0-1 16,18 0 1-16,14-4-1 0,22 1 0 15,6-1 0-15,11-2 1 16,7-1-1-16,7 4 0 16,0 3 0-16,0-7 0 15,0 4 0-15,0 2 0 16,-7 4 0-16,-10 0 0 16,-8-3 0-16,-14 0 0 15,-17 6-1-15,-18-4 1 16,-14-2 0-16,-18 6 0 0,-14 3-1 15,-21 0 1-15,-18 1-1 16,-17-11 1-16,-22 4 0 16,-17 0 0-16,-25-3 0 15,-6 3 1-15,-19-4-1 16,-7 4 0-16,-10 0 0 16,-3-3 0-16,2 9 0 15,-2 3 0-15,10-9 0 16,-1 3 0-16,15 3 0 15,11 0 0-15,17-3 0 16,15 0 1-16,17 0-1 16,14 0 1-16,10 3-1 15,15-3 0-15,10 4 0 16,11 2 0-16,14 0-1 16,11 0 1-16,10 1 0 15,15-4 0-15,13 3 0 16,15-3 0-16,13 0 0 15,12 1 0-15,16-11 0 0,8 7 1 16,7-3-1-16,11-3 0 16,7 9 0-16,-8-3 0 15,-3 0 0-15,-3 0 0 16,-8 3 0-16,-17 0 0 16,-11 0 0-16,-21 1 0 15,-10-1-1-15,-15 0 1 16,-6 0-1-16,-19-3 1 0,-13 0 0 15,-18-6 0-15,-11-1 0 16,-24 7 0-16,-11 0 0 16,-21 7 0-16,-18-4 0 15,-14 3 1-15,-3 3-2 16,-11 1 1-16,-7 2 0 16,0-2 0-16,4-1-1 15,-1 1 1-15,11-4 0 16,-3 3 0-16,13-2 0 15,12 2 0-15,10-6 0 16,21 7 1-16,10-7-1 16,15 0 0-16,14 3 0 15,10-3 0-15,18 0 0 16,11-3 0-16,17 3 0 16,15 1 0-16,10-4 0 15,10 0 1-15,8-7-1 16,13 4 0-16,5 0 0 0,10-3 0 15,-1 0 0-15,12-1 0 16,-4 4-1-16,-4 0 1 16,0-3 0-16,1-1 1 15,-15 4-1-15,-10 0 0 16,-8 3 0-16,-10-3 1 16,-7-3-2-16,-14 3 1 15,-4 0-1-15,-17-4 1 16,-11 1 0-16,-21 0 0 15,-10-4-1-15,-26 4 1 0,-17 3-1 16,-14 6 1-16,-18 0-1 16,-17 3 1-16,-7-2-1 15,-8 2 1-15,1 0-1 16,-1-6 1-16,1 6 0 16,28-2 0-16,-18-1 0 15,7-3 0-15,7-3 0 16,14-1 0-16,8 1 0 15,17 3 1-15,10 0-1 16,15-3 1-16,14 0-1 16,14 3 1-16,14 0-1 15,14 3 1-15,18-6-1 16,14-3 0-16,14 3 0 16,18-4 0-16,-1 7 0 15,11 0 0-15,11-3 0 16,4 3 1-16,3 0-1 15,-1 6 0-15,-2-2 0 16,-1-1 1-16,-3-3-1 16,-14 3 0-16,-8-3-1 0,-13 0 1 15,-11 3-1-15,-11 3 0 16,-6-6 0-16,-19 3 0 16,-2 1-4-16,-8-8 0 15,-11 1 0-15,-6-3 0 16</inkml:trace>
  <inkml:trace contextRef="#ctx0" brushRef="#br0" timeOffset="-162630.05">20980 11430 57 0,'-14'-4'28'0,"-8"-2"-11"15,19 3 29-15,-8 3-42 16,1 0 1-16,3 0 1 15,3 0 1-15,4 0-9 16,7 0 1-16,7-6 7 16,15 3 0-16,9 0-2 15,29 3 1-15,18-7-1 0,31 10 0 16,36-3 0-16,39 4 0 16,31-4-2-16,32-7 1 15,18 4-1-15,20-3 0 16,-13-7 0-16,7 1 0 15,-15-4-1-15,-13 0 0 16,-11-2-1-16,-28-4 0 16,-22 0-12-16,-17 3 1 15,-32-3-1-15,-31-13 0 0</inkml:trace>
  <inkml:trace contextRef="#ctx0" brushRef="#br0" timeOffset="-161682.47">21759 10991 94 0,'32'-7'47'0,"-28"10"-48"0,-4-3 60 16,0-6-58-16,0-3 0 15,-11-1 0-15,-3-2 1 0,0-4-2 16,-7-3 0-16,-4 4 1 16,-3 5 1-16,-4 7-1 15,0 13 0-15,0 15-1 16,-3 12 1-16,3 7-1 15,11 3 1-15,11-3-1 16,10-9 0-16,17-20 0 16,22-18 0-16,18-22 0 15,13-16 0-15,8-37 0 16,-4-16 0-16,3-16 0 16,-6-15 0-16,-11-13 0 15,-11 6 1-15,-10 10-1 16,-14 6 1-16,-11 9 0 15,-10 10 0-15,-8 15 1 16,-10 13 0-16,-4 19 0 16,-6 19 1-16,-5 15-2 15,-2 19 1-15,-5 10-1 16,5 15 0-16,2 10-1 16,-2 21 0-16,9 16 0 0,8 19 0 15,7-3-1-15,4 7 1 16,3-11-1-16,3-2 1 15,4 9-1-15,7-12 1 16,1-10-1-16,2-16 1 16,11-6-1-16,-3-18 0 15,7-10 0-15,7-13 0 16,-1-6 0-16,1-12 0 0,-3-10 0 16,-1-6 0-16,-3-9 1 15,-4 2 0-15,-7-2 1 16,-7 5 1-16,0 4 0 15,-7 3 1-15,4 0-1 16,-4 7 0-16,0 2 0 16,0 4 0-16,4 12-1 15,-4 6 0-15,3 13-2 16,1 10 1-16,-1 12-2 16,4 6 1-16,1 6-4 15,-1-3 1-15,0 1-10 16,-4-7 1-16,4-10 0 15,-3-8 0-15</inkml:trace>
  <inkml:trace contextRef="#ctx0" brushRef="#br0" timeOffset="-161536.45">22645 10294 107 0,'-14'-72'53'0,"14"-47"-72"0,7 97 78 16,-4 3-79-16,1 4 1 16,3-4-1-16,-4 3 0 15</inkml:trace>
  <inkml:trace contextRef="#ctx0" brushRef="#br0" timeOffset="-161142.25">23241 10577 107 0,'0'-29'53'0,"-11"-11"-65"15,8 30 78-15,-8 1-68 16,-3 3 1-16,-14-4-1 15,-4 10 1-15,-3 3 1 16,3 13 1-16,4 3-2 16,7 15 0-16,7 10 1 15,7 16 0-15,7-4 0 16,14 7 1-16,7 0-1 16,0 3 1-16,-3-4-1 15,-1-5 1-15,-6 2-1 0,-15-5 0 16,-20-1-1-16,-15-9 1 15,-21-13-6-15,-14-9 1 16,3-6-7-16,1-10 1 16,10-6-12-16,14-9 1 15,14-16 1-15,25-7 0 16</inkml:trace>
  <inkml:trace contextRef="#ctx0" brushRef="#br0" timeOffset="-160840.8">23675 10175 107 0,'-7'-44'53'0,"3"26"-77"16,4 18 110-16,0 0-86 15,4 3 0-15,-1 12 1 16,-3 4 0-16,0 16-1 15,0 9 0-15,-10 12 0 16,-1 16 1-16,-6 25 0 16,-5 4 0-16,1-1-2 15,4 7 1-15,2-10-6 16,1-3 0-16,7-19-14 16,4-18 0-16,3-23 0 15,3-21 1-15</inkml:trace>
  <inkml:trace contextRef="#ctx0" brushRef="#br0" timeOffset="-160635.83">23428 10749 108 0,'-18'-25'54'0,"36"-6"-75"0,-7 28 96 0,10 9-75 16,3-6 0-16,5 0-2 15,2 0 0-15,5-3-5 16,2 0 1-16,8-4-17 16,11 1 1-16,6-3-1 15,8-4 1-15</inkml:trace>
  <inkml:trace contextRef="#ctx0" brushRef="#br0" timeOffset="-159922.39">24116 9764 86 0,'-14'-81'43'0,"31"-38"-46"0,-10 97 80 0,4-6-73 15,-4 3 0-15,4-1 1 16,-1 14 0-16,1 3-7 15,-1 9 0-15,1 9 4 16,-4 13 0-16,0 12-2 16,0 17 1-16,0-1-1 15,4 0 0-15,-1 0 0 16,-3 0 0-16,1-3 0 16,-5-6 0-16,1-6-1 15,-4-4 1-15,0-3-1 16,0-6 0-16,0-3 0 0,0-7 0 15,7-8 0-15,7-8 0 16,3-8 0-16,12-10 1 16,2-6 0-16,15-7 0 15,4-2 1-15,-5-4 0 16,-2 3 0-16,-1-3 1 16,-7 13 0-16,-6-3 1 15,-5 6-1-15,-6 6 1 16,-4 10-1-16,0 12 1 15,-3 25-3-15,-1 16 0 0,-6 18-12 16,-4 29 1-16,-7 16-1 16,0-7 1-16</inkml:trace>
  <inkml:trace contextRef="#ctx0" brushRef="#br0" timeOffset="-150542.59">17791 11671 28 0,'3'-19'14'0,"22"-62"-14"16,-18 59 15-16</inkml:trace>
  <inkml:trace contextRef="#ctx0" brushRef="#br0" timeOffset="-149995.48">17858 11323 79 0,'-7'-16'39'0,"7"7"-34"0,0 9 66 15,3-10-68-15,4 1 1 16,0 0 0-16,4-1 1 15,3 7-7-15,0 3 0 16,0 16 4-16,0 9 1 16,0 19-3-16,-3 6 1 15,3 13-1-15,0 9 1 16,-3 12-1-16,3 7 1 0,0-15 0 16,4-4 0-16,-1-6-1 15,1-7 1-15,0-12-1 16,-1-12 1-16,1-10-1 15,3-13 0-15,7-12 0 16,4-9 0-16,0-13 0 16,6-9 0-16,8-7 0 15,-3-6 0-15,-5-6 0 16,5 0 0-16,-8-4 0 16,-3 1 1-16,-4 3-1 15,-7-6 1-15,0-10-1 16,-3-6 1-16,-4-1-1 15,-3 1 1-15,-4-3-1 16,-4 9 0-16,-6 4 0 16,-1 11 1-16,-6 7-1 15,-4 4 1-15,-4 5-1 16,-3 7 1-16,-7 9-1 16,3 3 0-16,0 10 0 0,0 6 1 15,4 6-2-15,0 10 1 16,3 12 0-16,8 4 0 15,6 8 0-15,8-2 0 16,10-3-1-16,18-4 1 16,7-9 0-16,10-13 0 15,11-9-3-15,10-12 0 16,5-7-14-16,-5-6 0 16,-13 0 0-16</inkml:trace>
  <inkml:trace contextRef="#ctx0" brushRef="#br0" timeOffset="-149533.34">19233 11376 80 0,'-28'-6'40'0,"21"15"-38"0,11-9 52 16,-1 0-47-16,8 7 1 16,3-14 2-16,4 1 1 15,6-3-14-15,12-1 0 0,6-2 8 16,11-4 1-16,7-9-6 15,-4 0 1-15,4 0-9 16,-7 3 1-16,-4 3-15 16,-3 3 0-16,-10 7 1 15,-8 3 0-15</inkml:trace>
  <inkml:trace contextRef="#ctx0" brushRef="#br0" timeOffset="-149251.22">19255 11662 106 0,'-22'18'53'0,"8"-11"-78"15,18-14 102-15,3 4-79 16,3 0 1-16,1-3-2 15,10-3 1-15,11-7 3 0,10-3 0 16,18-6-2-16,11 6 1 16,-1 0 0-16,5 4 1 15,-1-1-4-15,-7 3 0 16,-7 10 0-16,-18 3 0 16</inkml:trace>
  <inkml:trace contextRef="#ctx0" brushRef="#br0" timeOffset="-147826.2">24825 11082 101 0,'-4'3'50'0,"33"-16"-50"15,-19 10 50-15,1 3-51 16,6-3 1-16,5 0-1 16,9-4 1-16,19-8 0 15,6-1 1-15,8 0-3 16,3 4 1-16,0-1-10 16,-4 4 0-16,-6 3 0 15,-11-1 0-15</inkml:trace>
  <inkml:trace contextRef="#ctx0" brushRef="#br0" timeOffset="-147637.98">24814 11630 108 0,'-7'13'54'0,"32"-45"-70"0,-7 26 85 0,10-6-70 16,11-4 1-16,14 0-7 16,0 1 1-16,6-4-4 15,1-3 1-15,4-3-4 16,7-10 1-16</inkml:trace>
  <inkml:trace contextRef="#ctx0" brushRef="#br0" timeOffset="-146760.24">27122 10539 110 0,'28'19'55'0,"-25"-22"-69"15,-3 3 86-15,-3 6-73 0,-4 10 0 16,-7 15-1 0,-8 10 0-16,-2 9 2 0,-12 6 0 15,-6 1-1-15,-4 6 0 16,-14-1 0-16,-7 1 0 16,-3 6 1-16,-4-3 0 15,0-7-1-15,3-8 0 16,-3-14-2-16,-7-9 0 15,14-12-1-15,7-13 1 16,10-9-2-16,12-19 1 16,9-6 2-16,12-4 0 0,10 1 2 15,7-10 1-15,17 3 2 16,8 3 0-16,3 4 0 16,4 9 1-16,7 0-2 15,3 6 1-15,0 3-2 16,-6 4 1-16,13 12-1 15,4 6 0-15,0 10 0 16,3 9 1-16,-3 9-1 16,4 1 1-16,-1 2-1 15,1 7 0-15,-4-3-1 16,3-7 1-16,4-5-2 16,-4-4 1-16,4-10-1 15,-3-12 1-15,-1-3-1 16,-3-21 0-16,-3-8 1 15,-8-11 1-15,-3-11-1 16,-8-5 0-16,-6-10 1 16,-4-12 0-16,-10-1-1 0,-8 1 1 15,-6 3 0-15,-11 3 0 16,-14 6 0-16,-8 6 0 16,-10 4-1-16,-10-1 1 15,-11 20 0-15,0 11 0 16,-4 14-1-16,-3 15 0 15,-10 13 0-15,6 18 0 16,0 23-1-16,4 21 1 16,11 16-1-16,6 3 0 0,8 10-1 15,10-4 1-15,15 1 0 16,13-16 0-16,14-19 1 16,22-13 0-16,17-15 0 15,26-16 0-15,13-19 0 16,3-15 1-16,8-10-1 15,-4-6 1-15,0-6-2 16,-10-10 0-16,-11-3-10 16,-18 0 0-16,-10-3 0 15,-18-13 0-15</inkml:trace>
  <inkml:trace contextRef="#ctx0" brushRef="#br0" timeOffset="-146434.23">25919 10329 113 0,'-25'9'56'0,"11"35"-69"0,10-22 82 0,-3 16-70 15,0 15 0-15,-3 26-2 16,-1 5 0-16,0 20 2 16,8 5 0-16,6 4-3 15,11-3 0-15,4-19-5 16,0-9 1-16,-1-7-15 15,1-19 1-15,-4-9 0 16,-7-15 1-16</inkml:trace>
  <inkml:trace contextRef="#ctx0" brushRef="#br0" timeOffset="-145776.39">25710 10229 105 0,'-49'-57'52'0,"49"-6"-78"0,7 51 105 16,11-4-80-16,17-3 1 15,18 1 0-15,25-4 0 16,31-3 0-16,14-4 0 15,11 4 0-15,-35 6 0 16,71-6 0-16,-8 7 1 16,4-1-1-16,-1 0 1 15,-9-9 0-15,-8 6 0 16,-7 6 0-16,-14 0 0 0,-18 10-1 16,-17 6 1-16,-18 9-1 15,-17 4 1-15,-15 6-1 16,-17 18 0-16,-4 7 0 15,-21 16 1-15,-7 12-1 16,-7 10 0-16,3 12 0 16,0 9 1-16,8 26-1 15,-4 9 0-15,7 6 0 16,0 19 0-16,3-16-1 16,1-2 0-16,-4-14 0 15,-4 4 0-15,-3-19 0 16,-14-12 0-16,-4-26 0 15,-10-9 0-15,-4-16 0 16,-14-9 1-16,-14-3-1 16,-10-13 1-16,-25-3-1 15,-15-3 0-15,-10-6-1 0,-18 0 1 16,-3-4-1-16,-7 1 1 16,-4-1 1-16,4-5 1 15,10-7 1-15,15-10 1 16,14-9 0-16,10-12 0 15,10-16-5-15,26-13 1 16,20 1-21-16,26-10 0 16,20-3-1-16,15 0 0 15</inkml:trace>
  <inkml:trace contextRef="#ctx0" brushRef="#br0" timeOffset="-143808.7">27390 10476 111 0,'-14'-25'55'0,"-8"-6"-76"16,22 25 106-16,-3-1-86 15,-1 1 1-15,-3 3-1 16,0 9 1-16,-3 4-1 16,-8 5 1-16,-3 4-1 15,-4 3 1-15,-7 9 0 0,-3 13 0 16,-4 16 1-16,-3 12 0 31,-50 57 0-31,1-13 1 16,2 0-2-16,5-19 1 15,3-16-2-15,3-12 0 16,4-9-1-16,0-19 0 16,3-13 0-16,8-16 0 15,-1-12 2-15,8-15 0 16,6-10 0-16,12-13 1 0,9-12-1 16,12 0 0-16,10-4 0 15,10-5 0-15,8 2 0 16,6 1 0-16,15 0 0 15,10-7 0-15,4 6 0 16,4 1 1-16,3 9 0 16,3 3 0-16,1 9 0 15,3 10 1-15,-8 10-1 16,1 12 1-16,0 12-1 16,-3 16 1-16,-4 22-1 15,3 13 0-15,-3 9-1 16,-4 9 0-16,4 7 0 15,7 6 0-15,-4-10 0 16,1-9 0-16,6-12 0 16,-3-10 0-16,3-12 0 15,-6-13 0-15,6-13 0 16,-6-12 0-16,-1-6 0 16,0-10 0-16,1-12 0 0,-4-3 0 15,-7-10 0-15,-4 0 1 16,-7-12-1-16,7 0 0 15,-10-10 0-15,0-6 1 16,-8-9-1-16,-3-1 0 16,-7 4 0-16,-7 3 0 15,-7 6 0-15,-7 9 0 16,-3 10 0-16,-8 13 0 0,-3 6 0 16,-8 12 1-16,-2 4-1 15,-5 15 1-15,-3-3-1 16,1 6 1-16,-5 6-1 15,1 4 0-15,3 6 0 16,4 6 1-16,-4 10-1 16,0 6 0-16,0 6 0 15,4 6 0-15,-4-2 0 16,0-1 0-16,0 4 0 16,0-1 0-16,-3 0 0 15,0 4 0-15,3 0-1 16,-4-4 1-16,-3 4 0 15,-3-4 0-15,-4 0-1 16,0-2 1-16,-4-13-1 16,-6-1 1-16,6-8-1 15,4-10 1-15,4-13 0 16,7-12 0-16,6-10 0 16,8-12 0-16,3-12 0 0,8-17 0 15,9-8 0-15,12-4 0 16,10-3-1-16,4 3 1 15,6 3-1-15,8 4 1 16,7-7 0-16,3 6 0 16,4 4 0-16,3 2 0 15,0 7 0-15,1 0 1 16,6 10-1-16,0 9 1 16,4 2-1-16,-7 14 1 0,-3 12-1 15,-1 6 0-15,4 13 0 16,-4 9 1-16,0 10-1 15,1 6 0-15,3 0 0 16,-4 3 0-16,0 6 0 16,1 0 0-16,3 4 0 15,-1 5 0-15,-2 7-1 16,-4-3 1-16,10-3-1 16,-7-3 1-16,1-4 0 15,-5-9 0-15,-2-9-1 16,2-7 1-16,1-15 0 15,0-16 0-15,7-7 0 16,-7-14 0-16,3-14 0 16,-3-15 1-16,-4-10-1 15,-3-2 0-15,-7-1 0 16,-4 6 0-16,-7 4 0 16,-4 0 0-16,-2-4 0 0,-5 4 1 15,-3 0-1-15,0-1 0 16,-3 1 0-16,-5 6 0 15,1-6 0-15,-7 3 0 16,-3 6-1-16,-8 3 1 16,-3 6 0-16,-4 7 0 15,0 9 0-15,-3 10 0 16,0 6 0-16,-1 6 0 16,-2 3 0-16,-5 7 1 15,4 6-1-15,1-1 0 0,-5 4 0 16,-3 7 0-16,1 2 0 15,-1 10 0-15,-4 3 0 16,1 3 0-16,3 9-1 16,-7 1 1-16,-3 2 0 15,3 1 0-15,-4 2 0 16,-3 4 0-16,4 0 0 16,3-3 0-16,0-10-1 15,4-6 1-15,3-3-1 16,0-13 0-16,4-5-1 15,-1-8 1-15,-3-5 0 16,8-7 0-16,-1-9 0 16,0-6 0-16,0-4 2 15,4-12 0-15,3-10-1 16,4-12 1-16,7-6-1 16,7-6 0-16,10-1 1 15,11-6 0-15,7 3-1 0,11-2 0 16,10 5 0-16,4 4 0 15,7 5 1-15,3 7 0 16,-3 4-1-16,0 8 0 16,7 7 0-16,0 6 0 15,0 7 0-15,-4 6 0 16,4 9 0-16,0 9 1 16,4 13-4-16,3 7 0 15,-1 12-18-15,1 15 1 16,0 4 0-16,-3-10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6:35:00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7539 2910 113 0,'18'-38'56'0,"-4"110"-57"16,-14-44 56-16,0 16-56 15,0 19 1-15,-14 28-1 16,-1 28 0-16,-13 19 1 0,3 19 0 16,-3 6 0-16,4-9 0 15,-1-29-1-15,-3-15 1 16,6-13 0-16,5-19 0 15,3-21 0-15,3-16 1 16,8-20-1-16,-1-21 1 16,4-21-1-16,4-20 1 15,3-34 0-15,10-13 0 16,-3-38-1-16,15-24 0 0,17-13 0 16,3-3 0-16,7-16 0 15,4 12 0-15,4 14 0 16,-1 8 0-16,-3 29 0 15,-3 9 0-15,-1 19 1 16,-3 19 0-16,-11 19 0 16,1 12 1-16,-11 29 0 15,3 24 0-15,-7 19 0 16,-7 26 1-16,-7 24-1 16,-7 42 0-16,-3 12-2 15,-4 24 1-15,-4 1-1 16,-3-9 1-16,0-16-2 15,0 0 0-15,0-19-6 16,7-10 1-16,0-18-13 16,-3-16 1-16,3-19-1 15,-7-18 1-15</inkml:trace>
  <inkml:trace contextRef="#ctx0" brushRef="#br0" timeOffset="185.98">7532 3625 103 0,'-7'0'51'0,"42"-10"-66"0,-14 10 80 0,0-15-79 16,18-1 1-16,4-12-1 15,13-10 1-15</inkml:trace>
  <inkml:trace contextRef="#ctx0" brushRef="#br0" timeOffset="666.62">8139 1994 101 0,'-177'-22'50'0,"-27"57"-55"15,137-17 63-15,-36 20-58 16,-13 22 0-16,-29 30 0 16,1 36 1-16,-5 37-2 0,26 31 1 15,14 29 0-15,34 9 0 16,33 13-1-16,32-23 1 15,20-18 0-15,50-6 0 16,32-13 0-16,35-44 0 16,21-19 0-16,25-34 1 15,28-25-1-15,-3-32 1 16,10-37 0-16,10-32 1 0,-6-31-1 16,3-22 1-16,-21-34 0 15,-14-29 1-15,-25-28 1 16,-28-6 0-16,-31-3-1 15,-36-16 0-15,-36 12 0 16,-34 7 0-16,-54-6-5 16,-31 21 0-16,-46 23-18 15,-39 15 0-15,-18 13 0 16,-17 15 0-16</inkml:trace>
  <inkml:trace contextRef="#ctx0" brushRef="#br0" timeOffset="1276.59">23781 2982 119 0,'-36'-41'59'0,"-9"116"-59"0,34-47 59 15,-7 16-59-15,-3 28 0 16,-3 38 0-16,-1 19 1 16,0 40-2-16,7 13 1 15,15-3-3-15,10-4 0 16,7-21-15-16,11-35 1 16,3-28-1-16,4-38 1 15</inkml:trace>
  <inkml:trace contextRef="#ctx0" brushRef="#br0" timeOffset="1807.99">23477 2900 111 0,'-21'-88'55'0,"18"29"-68"16,-8 37 89-16,8 0-76 16,-1 0 0-16,1-3-1 15,3 0 1-15,10 3 0 16,11-6 0-16,11 3 0 16,14-4 0-16,21 7 0 15,18 4 0-15,17 14 1 0,7 4 0 16,11 10 0-16,-7 9 0 15,-4 3 0-15,-13 9 0 16,-15-6 0-16,-11 6 0 16,-24 1-1-16,-21 5 0 15,-18-2 0-15,-25 3 1 16,-20 9-1-16,-19 3 0 16,-13 3 0-16,-1 0 0 15,7 4 0-15,19 6 0 16,16 5-1-16,29 11 1 0,25 18 0 15,17 13 0-15,11-10 0 16,0 22 0-16,-7-5 0 16,-25-1 1-16,-31-26 0 15,-36-2 1-15,-46-12-1 16,-31-14 0-16,-26-8-4 16,-6-14 0-16,11-24-18 15,20-13 1-15,32-19-1 16,29-15 0-16</inkml:trace>
  <inkml:trace contextRef="#ctx0" brushRef="#br0" timeOffset="2251.09">24719 2000 122 0,'-166'-100'61'0,"-91"34"-85"0,176 54 108 15,-39 12-85-15,-32 9 1 16,-14 25-1-16,-10 13 0 16,-4 26 0-16,14 49 1 15,11 28-1-15,14 51 0 16,17 28-1-16,29 19 0 15,32-1 1-15,38 7 0 0,35-22-1 16,43-25 1-16,39-22 0 16,42-18 0-16,35-39 2 15,25-31 0-15,22-40 1 16,20-51 0-16,15-31 1 16,6-38 0-16,15-50 0 15,-15-21 1-15,-13-20-3 16,-29-34 1-16,-32 9-1 15,-35-6 0-15,-49 16-1 16,-42 6 0-16,-54 3-4 16,-49-19 1-16,-70 3-11 15,-75 4 0-15,-70-22-1 16,-74 12 1-16</inkml:trace>
  <inkml:trace contextRef="#ctx0" brushRef="#br0" timeOffset="3729.64">4784 730 74 0,'-22'-15'37'0,"12"15"-27"0,3-7 37 16,7 14-46-16,0 2 1 16,0 7 3-16,7 21 1 15,-14 26-6-15,3 15 0 16,-6 38 4-16,3 38 1 15,-11 53-2-15,4 41 1 16,-4 47-2-16,-3 34 0 0,4 28-1 16,13 20 1-16,4 15-1 15,4 0 1-15,13 18-1 16,-6-27 1-16,-1-16-1 16,-10-29 0-16,-7-33-1 15,-3-29 0-15,-4-38-1 16,-15-34 0-16,-2-48-11 15,-5-36 0-15,-6-51 0 16,0-51 0-16</inkml:trace>
  <inkml:trace contextRef="#ctx0" brushRef="#br0" timeOffset="4938.91">4851 366 102 0,'-39'-28'51'0,"0"6"-62"16,28 29 74-16,1 2-64 16,10 7 1-16,-7 2-3 15,14 8 1-15,3-8 1 16,12 11 1-16,6-11-3 15,21 1 0-15,22-3 0 16,31-10 1-16,25-12 1 16,42 6 1-16,33-9 0 15,44-7 1-15,23 3 1 16,45-2 1-16,49-4-1 16,25 3 0-16,28 4-2 15,15-14 1-15,3 8-1 16,10-1 0-16,1 3 0 15,-11 7 0-15,-22-10-1 16,-27 10 1-16,-40 9 0 16,-31 12 0-16,-38-6 0 0,-47 13 1 15,-35-3-1-15,-32 3 1 16,-35 3-1-16,-28 3 0 16,-18 3 0-16,-17-3 1 15,-15 3-1-15,-10 13 1 16,-11 12 0-16,-10 19 0 15,-4 1 0-15,-7 8 0 16,3 26 0-16,-2-29 0 16,-8 82 0-16,3 31 0 0,1 13-1 15,3 28 1-15,3 7-1 16,8 30 0-16,-1 7 0 16,8 19 0-16,0-16 0 15,3 9 1-15,0-18-1 16,4 3 0-16,0-16 0 15,-4-25 1-15,-3-9-1 16,-4-16 0-16,-7-22 0 16,-10-6 0-16,-15-16 0 15,-14-19 0-15,-17-9 0 16,-22-10 1-16,-17-6-1 16,-17-6 1-16,-22-12-1 15,-25-11 1-15,-10-5-1 16,-15-16 1-16,-24-3-1 15,-14-6 0-15,-21-10 0 16,-11-6 0-16,-21-7 0 16,-11 7 0-16,-6-16 0 15,-5 4 0-15,-13-4 0 0,0-3 0 16,-4-3 0-16,-4-6 0 16,8 6-1-16,-11-10 1 15,11 4-1-15,-11 3 1 16,14-4-1-16,4 1 1 15,17 0 0-15,15-1 0 16,24-2 0-16,14-4 1 16,11 1-1-16,21-1 1 0,25-3-1 15,10 1 1 1,15-1-2-16,6 0 1 0,11 0 0 16,14 1 0-16,18-1-1 15,14 0 1-15,3-6 0 16,15 3 0-16,7-6 0 15,10-3 1-15,7 0-1 16,0-7 0-16,4-9 0 16,7-6 1-16,-4-13-1 15,11-15 0-15,-4-13-1 16,15 0 1-16,-4-10-7 16,7-5 0-16,7-23 0 15,7-3 0-15</inkml:trace>
  <inkml:trace contextRef="#ctx0" brushRef="#br0" timeOffset="6526.62">7666 3703 82 0,'-35'6'41'0,"13"-18"-38"15,19 12 42-15,-1 3-45 16,1 0 1-16,3-3 0 0,0 3 0 16,3 3 0-16,4-6 1 15,15-6 1-15,-1 0 0 16,11-7 0-16,10-6 0 15,7-12 0-15,15 9 1 16,-8-6-3-16,-3 3 0 16,-14 9 0-16,-7 7 0 15,-11 3 0-15,-14 9 0 16,-21-6-1-16,-11 6 1 16,-10 0 0-16,-8 6 0 0,-6-3-1 15,3 4 0-15,11-10 0 16,0 0 0-16,13 0-1 15,19 6 1-15,3-18 0 16,18 8 0-16,17-5-1 16,14 0 1-16,4 2 0 15,11 7 1-15,-18-3-1 16,-4 3 0-16,-10 0 0 16,-15 7 0-16,-6-7 0 15,-18 0 1-15,-14-4-2 16,-15 4 1-16,-10 4-1 15,-3 2 0-15,0 0-1 16,10 3 0-16,-7 7-7 16,7 0 0-16,4 6-14 15,3-3 1-15,8-7 0 16,6-2 0-16</inkml:trace>
  <inkml:trace contextRef="#ctx0" brushRef="#br0" timeOffset="8316.07">22162 570 97 0,'0'0'48'0,"-4"-9"-45"0,8 9 49 16,-4 19-51-16,0 18 1 16,-4 23-1-16,-10 31 1 15,-7 28-3-15,-4 38 1 16,-10 59 1-16,-4 35 0 15,-7 60-1-15,-10 40 1 0,3 50-1 16,3 32 1-16,8-4 0 16,7 1 0-16,6-19 0 15,5-29 1-15,6-34-1 16,4-37 0-16,3-38-1 16,4-44 1-16,0-44-6 15,0-44 1-15,0-41-20 16,4-37 1-16,-1-51-1 15,1-49 1-15</inkml:trace>
  <inkml:trace contextRef="#ctx0" brushRef="#br0" timeOffset="9337.51">21784 608 79 0,'-81'-60'39'0,"32"32"-45"0,45 25 68 0,4-6-62 16,7-1 0-16,18 4 0 16,24-3 1-16,25 2-2 15,29-2 1-15,38 6 0 16,28-13 0-16,36 7 0 15,24-1 1-15,25-9 0 16,18 1 0-16,20-4 0 16,19 3 1-16,10-9 0 15,7 3 0-15,11 3 0 16,-8-4 0-16,-13 8-1 16,-11 8 0-16,-15 1-1 15,-27 3 0-15,-15 2 0 16,-31 8 1-16,-28-8-1 15,-26 4 0-15,-27-6 1 16,-29 12 0-16,-20-6 1 0,-19 10 0 16,-20-1 0-16,-12 10 0 15,-9 0 0-15,-8-3 0 16,-14 21-1-16,-4 7 0 16,1 3 0-16,3 25 0 15,7 22-1-15,0 13 0 31,18 147 0-31,3 28 1 0,4-12-1 16,-4 15 1-16,11 4-1 16,-4 9 0-16,1-1 0 15,-4-17 0-15,-4-17 0 16,-3 4 0-16,-8-29 0 16,-10-19 0-16,-7-5 0 15,-10-20 0-15,-8-18 0 16,-10-10 1-16,-7-6-1 15,-11-29 0-15,-7-15 0 16,-14-6 1-16,-10-19-1 16,-11-3 1-16,-11-7-1 15,-17-2 0-15,-18-7 0 16,-11 3 0-16,-24-9 0 16,-29-3 0-16,-13-10 0 15,-15-6 0-15,-21 0 0 16,-7-9 0-16,-21-10 0 15,3-6 1-15,-3-13 0 16,7-2 0-16,-3-7-1 16,10 3 1-16,7-3-1 0,-4 3 1 15,4-3-1-15,11 6 0 16,-1-3 0-16,5 7 0 16,9-1 0-16,26 1 0 15,28-7 0-15,34-6 0 16,30-7-1-16,27-9 0 15,25-3-15-15,18-6 1 16,14 9-1-16,3-12 0 0</inkml:trace>
  <inkml:trace contextRef="#ctx0" brushRef="#br0" timeOffset="12235.5">8188 7087 94 0,'4'-51'47'0,"-19"20"-44"0,8 18 47 15,-7-2-50-15,-10-4 0 16,-15-3 0-16,-14 9 0 15,-11 7-1-15,-17 22 1 16,-11 15 0-16,-20 32 0 31,-90 222-1-31,30-15 1 16,48-13 0-16,32-34 0 16,43-45 0-16,35-36 1 0,21-45-1 15,21-44 0-15,4-37 0 16,14-44 1-16,10-35-1 15,11-25 1-15,0-31-1 16,-3-10 1-16,-8-6-1 16,-6 10 1-16,-4-7-1 15,-4 26 1-15,-7 18-1 16,-7 22 0-16,1 19 0 16,-15 22 0-16,0 22 0 15,-4 15 0-15,1 13 0 16,-11 13 0-16,0 6 0 15,-7 12 0-15,-7 7-3 16,-4 16 1-16,-3 5-7 16,-4 1 0-16,1-4-1 15,-15 1 1-15</inkml:trace>
  <inkml:trace contextRef="#ctx0" brushRef="#br0" timeOffset="12402.98">7281 8140 104 0,'0'-6'52'0,"74"-13"-65"0,-24 16 78 16,6-6-87-16,11-10 1 16,14 0 0-16,11-6 0 15</inkml:trace>
  <inkml:trace contextRef="#ctx0" brushRef="#br0" timeOffset="12670.6">8629 7717 64 0,'-42'31'32'0,"-15"-9"-39"16,54-19 25-16,3-3-22 15,-7 0 0-15,3 0 7 16,1 3 1-16,-1 4 4 16,4 2 1-16,0 4 3 15,0 5 1-15,4 4 2 16,13-6 1-16,1 3-4 16,14-7 1-16,13-15-15 15,12-16 1-15,17-9-5 16,4-16 0-16</inkml:trace>
  <inkml:trace contextRef="#ctx0" brushRef="#br0" timeOffset="12900.07">9973 6864 112 0,'-14'-16'56'0,"0"54"-65"0,7-10 74 0,-7 16-65 15,-8 12 0-15,5 26-1 16,-4 25 1-16,-1 2 0 16,1 17 0-16,4 18-1 15,3-3 1-15,-4-3-11 16,-3-9 1-16,0-4-1 16,3-15 1-16</inkml:trace>
  <inkml:trace contextRef="#ctx0" brushRef="#br0" timeOffset="13541.74">23872 6876 101 0,'-21'-87'50'0,"14"14"-49"15,7 55 51-15,0-11-52 16,0-2 1-16,0-7 1 15,-7-2 0-15,-7-1-2 16,-11 13 1-16,-17 21 0 16,-25 20 1-16,-32 34-1 15,-21 50 1-15,-7 22-2 16,4 35 1-16,13 19-2 16,29-1 1-16,28-15-1 15,36-16 1-15,27-31 0 16,26-32 1-16,24-37 0 15,17-32 0-15,15-18 0 0,7-32 0 16,0-34 1-16,3-26 0 16,-14-8-2-16,-10-4 1 15,-15 3-2-15,-14-3 0 16,-17 16-5-16,-18 15 1 16,-14 10-20-16,-17 16 1 15,-12 12 0-15,-16 16 1 16</inkml:trace>
  <inkml:trace contextRef="#ctx0" brushRef="#br0" timeOffset="13752.14">22733 7319 108 0,'-14'12'54'0,"74"54"-77"16,-28-44 105-16,13 9-82 15,26 1 1-15,24 5-1 16,11 13 0-16,3 4-4 15,4-1 1-15,4 0-6 16,-8-2 1-16,-3-11-8 16,-4-8 1-16,-6-14-1 15,-5-14 1-15</inkml:trace>
  <inkml:trace contextRef="#ctx0" brushRef="#br0" timeOffset="13935.02">24165 7262 122 0,'29'-41'61'0,"34"1"-87"0,-35 33 110 16,11-2-93-16,14 0 1 15,10-1-14-15,19 1 1 16,2-4 25-16,4 4 1 15</inkml:trace>
  <inkml:trace contextRef="#ctx0" brushRef="#br0" timeOffset="14283.45">25086 6648 109 0,'28'-51'54'0,"53"14"-62"16,-49 30 71-16,10-2-64 15,11 15 1-15,4-3 0 16,-1 13 0-16,-6 0-1 16,-19 12 1-16,-16 10-1 15,-19 15 1-15,-21 7-1 16,-17 2 1-16,-18 4 1 15,-4-3 0-15,5-7 0 16,9-6 0-16,18-3 0 0,25 1 1 16,21-8-1-16,32-5 1 15,28-1-5-15,22 4 0 16,6-16-10-16,-3-6 0 16,3-10-1-16,-10-6 1 15</inkml:trace>
  <inkml:trace contextRef="#ctx0" brushRef="#br0" timeOffset="14975">27591 8162 115 0,'-14'35'57'0,"-92"-32"-93"15,63 6 90-15,-16 1-60 16,-26 11 0-16,-28-8-5 16,-28 3 0-16,-36 3 16 15,-27-10 1-15,-36 0-6 16,-25 1 1-16,-31-1 5 16,-39 7 1-16,-43-4 3 15,-41 4 0-15,-51 3-2 16,-45 12 0-16,-53 4-5 15,-45-4 1-15,-51 10-3 16,-27-4 0-16,-39-5-1 0,-29 9 0 16,-20-10 0-16,-19 3 0 15,1 4 1-15,3 6 1 16,11-3-2-16,7 0 0 16,35 6-1-16,11 3 1 15,21 0-2-15,21-3 1 16,32-9-2-16,24 2 1 15,47-11 1-15,20-14 0 16,40-8 1-16,27-4 0 0,40 0 1 16,17-6 0-16,10-4 0 15,47 4 0-15,17 3-1 16,42 3 1-16,32-3-1 16,43 0 0-16,38 0 0 15,4-3 0-15,32 0 0 16,24-6 0-16,4 6 0 15,17-4 1-15,1 1-1 16,3-3 0-16,14 9 0 16,14 3 1-16,4 3-1 15,14 3 0-15,17-2 0 16,4-1 0-16,4 3 0 16,13-2 0-16,-6-4-1 15,3 0 1-15,4-6 0 16,0 0 0-16,3 0-4 15,0-1 0-15,0-5-21 16,7-13 0-16,15-6 0 0,13-10 1 16</inkml:trace>
  <inkml:trace contextRef="#ctx0" brushRef="#br0" timeOffset="15768.12">8318 6908 85 0,'-28'-28'42'0,"-3"-35"-44"0,20 47 75 15,-14 0-71-15,1 1 0 16,-29 5 0-16,-4 10 0 15,-13 16-3-15,-8 28 0 16,-3 9 2-16,-14 7 1 0,-4 9-2 16,4 22 0-1,-4 12 0-15,0-2 1 0,7 5-1 16,-3 7 0-16,14 9 0 16,10 13 1-16,18-6-1 15,15-1 0-15,6 4 0 16,14-10 0-16,32-18 0 15,15-16 0-15,6-16-1 16,11-19 1-16,3-18 0 16,-10-10 0-16,39-28 0 15,3-19 1-15,7-29 0 16,-3-5 1-16,3-16 0 16,0-13 1-16,0-15-1 15,0-13 0-15,-7 0-1 16,-17 3 1-16,-11 4-2 15,-18-7 1-15,-14 6-1 16,-10 16 1-16,-8 0-2 16,-6 10 1-16,-1 15-12 15,-13 9 1-15,3 14 0 0,-4 8 0 16</inkml:trace>
  <inkml:trace contextRef="#ctx0" brushRef="#br0" timeOffset="16144.89">7243 8447 76 0,'-39'-15'38'0,"28"-29"-37"0,11 31 34 0,0-9-35 16,0-15 0-16,0-1 3 15,0 0 0-15,4-9 0 16,3 4 0-16,3-8 3 16,8 4 1-16,-4 0 0 15,7 10 0-15,4 2-1 16,3 10 0-16,4 9-3 16,0 10 0-16,10 22-2 15,4 12 0-15,-4 16-1 16,4 16 0-16,3 5 0 15,4 4 1-15,7 10-1 16,18 2 0-16,-11-5 0 16,7-14 0-16,-10-12-1 15,-1-9 1-15,-3-13-16 16,-14-12 1-16,-4-13 0 0,-7-15 0 16</inkml:trace>
  <inkml:trace contextRef="#ctx0" brushRef="#br0" timeOffset="17939.89">10248 12436 111 0,'-7'44'55'0,"-10"88"-65"16,20-73 55-16,1 48-50 16,-4 28 0-16,-11 18-3 15,-3 7 0-15,0-3 10 16,0-3 1-16,-4-10-6 16,7-12 1-16,1-26 4 15,3-18 1-15,0-19 1 0,0-19 1 16,3-12-1-16,4-22 1 15,4-35-2-15,-4 3 1 16,17-84-3-16,15-48 1 16,14-24-1-16,10-32 1 15,11-12-1-15,15-10 1 16,9 10 0-16,1 18 1 16,-4 13 0-16,-7 13 0 15,-3 15-2-15,-4 31 1 0,-7 10 0 16,-7 22 0-16,-7 19-1 15,-4 19 1-15,-3 12-2 16,-3 25 1-16,-8 25 0 16,-11 41 1-16,-9 41-2 15,-19 37 1-15,-10 48-1 16,-4 15 1-16,-6 13-3 16,6-13 0-16,4-22-1 15,3-12 0-15,8-23-9 16,3-21 1-16,0-28-1 15,0-20 1-15</inkml:trace>
  <inkml:trace contextRef="#ctx0" brushRef="#br0" timeOffset="18135.52">10118 13135 110 0,'-36'0'55'0,"227"-15"-65"0,-117-4 73 15,60-6-73-15,49-16 1 16,54-12-1-16,63-7 1 16</inkml:trace>
  <inkml:trace contextRef="#ctx0" brushRef="#br0" timeOffset="18526.11">23534 12828 127 0,'67'66'63'0,"-32"-25"-76"16,-21-19 87-16,7 19-76 0,-3 18 0 15,-4 16-5-15,-10 4 0 16,-11 15 7-16,-15 0 0 16,-9 3-5-16,-5-6 0 15,1-6-3-15,3-10 1 16,8-12-11-16,6-19 1 16,4-13 0-16,7-15 0 15</inkml:trace>
  <inkml:trace contextRef="#ctx0" brushRef="#br0" timeOffset="19029.57">23675 12436 118 0,'-7'-94'59'0,"28"25"-90"16,-10 50 105-16,6-9-74 15,4-3 0-15,8-4 1 16,9 7 1-16,12 3-1 16,6 6 1-16,18 3 0 15,4 4 1-15,0 12-1 16,-1 6 1-16,-3 4-1 16,-7 8 0-16,-7 4-2 15,-7 3 1-15,-14 1-1 16,-14 2 0-16,-11 9-1 0,-18-2 1 15,-10 2 0-15,-14 7 0 16,-11 3 0-16,-7 7 0 16,0 2 0-16,-3 7 0 15,3 3-1-15,11 9 1 16,3 10-1-16,7 9 1 16,11-10-2-16,11 4 1 15,3 3-1-15,0 0 1 16,-4-6 1-16,-6-10 0 15,-8-3 0-15,-14-15 1 0,-10-14 0 16,-11-11 0-16,-7-10-2 16,-14-7 1-16,3-8-6 15,1-4 1-15,3-3-19 16,0-3 1-16,7-10 0 16,10-6 0-16</inkml:trace>
  <inkml:trace contextRef="#ctx0" brushRef="#br0" timeOffset="19463.16">25093 11869 118 0,'-81'-126'59'0,"-85"38"-91"16,113 76 112-16,-28-7-81 15,-25 0 1-15,-31 7 0 16,-26 5 0-16,-13 11 0 0,-4 14 0 16,-10 29 0-16,3 35 0 15,3 28 0-15,11 50 1 16,11 31-1-16,7 53 0 16,31 4-1-16,26 16 0 15,38-10-1-15,38-10 0 16,40-31 0-16,35-21 1 15,39-26 0-15,42-31 1 16,39-29 0-16,38-37 1 0,33-40 1 16,20-42 0-16,22-31-1 15,0-47 1-15,3-31 0 16,-21-29 0-16,-31-9 0 16,-47-6 1-16,-45 0-1 15,-57-3 1-15,-56 6-5 16,-61-29 1-16,-76-5-2 15,-89-13 1-15</inkml:trace>
  <inkml:trace contextRef="#ctx0" brushRef="#br0" timeOffset="20372.89">12016 11091 101 0,'-29'-53'50'0,"-52"-13"-45"16,57 47 51-16,-15-6-56 16,-14-6 1-16,-18 2-1 15,-20-2 1-15,-22 6-2 16,-21 19 1-16,-18 9 0 16,-17 19 0-16,-11 9 0 15,-21 22 0-15,0 16 0 16,-15 35 1-16,12 9-1 15,6 22 1-15,22 21-1 16,6 20 0-16,19 12 0 16,27 3 1-16,22 10-1 0,24 12 0 15,15 1-1-15,17-1 1 16,21-16-1-16,1-2 1 16,20-4-1-16,25-15 0 15,7-10 0-15,-6-47 0 16,48 28 1-16,8-15 0 15,10-16-1-15,7-22 1 16,22-19 0-16,10-15 0 0,3-29-1 16,25-15 1-16,8-38 0 15,6-12 0-15,7-17 0 16,4-14 0-16,-7-14 1 16,4-15 0-16,-5-6-1 15,-6-7 1-15,0-6 0 16,-4-6 0-16,-10-13 0 15,-4 1 0-15,4-1-1 16,-11-9 1-16,-14 3 0 16,-18-3 0-16,-10 6 0 15,-18-9 0-15,-14 6 0 16,-21 6 1-16,-18 3 0 16,-21-9 0-16,-14 10 0 15,-17 2 0-15,-22 1 0 16,-28 6 0-16,-18 3-1 15,-17 19 1-15,-11 12-1 16,-7 16 0-16,0 9-4 16,-7 10 1-16,0 13-19 0,0 8 0 15,10 7 0-15,-10-9 0 16</inkml:trace>
  <inkml:trace contextRef="#ctx0" brushRef="#br0" timeOffset="22357.31">5232 9717 83 0,'3'0'41'0,"-27"-31"-33"15,24 31 41-15,-8 3-47 16,8 7 1-16,0 5-1 16,0 10 0-16,8 13-3 15,2 9 0-15,1 19 2 16,6 22 0-16,4 9-1 16,-6 16 1-16,-1 22 0 15,-4 25 1-15,-10 15 0 16,0 29 0-16,-14 25 0 15,11 25 1-15,-15 6-2 16,7 7 0-16,-3 2-1 16,0 4 0-16,0 3 0 15,-4 0 0-15,-6 13 0 16,-4 9 0-16,-8-4 1 0,5-11 1 16,-1-4-1-16,4-13 0 15,6-21 0-15,-6-19 0 16,11-23-1-16,2-30 0 15,-2-13-8-15,3-10 0 16,-11-12-17-16,4-12 1 16,-7-26 0-16,-8-18 0 15</inkml:trace>
  <inkml:trace contextRef="#ctx0" brushRef="#br0" timeOffset="24624.76">5154 9605 88 0,'-42'-57'44'0,"31"16"-58"0,11 35 86 15,11 0-72-15,10 3 0 16,21 3-1-16,18 3 1 0,14 0 0 16,29-3 0-16,34 0-1 15,22-6 0-15,42-1 0 16,21-5 0-16,36-7 0 15,28 7 0-15,20-7 0 16,26 0 0-16,24 0 1 16,11 0 0-16,21 7-1 15,25 2 1-15,25-2 0 16,20 2 0-16,22 1-1 16,17 0 0-16,25-1-1 15,8 4 1-15,2 0 0 16,8-1 0-16,7 4 0 15,14 0 1-15,0 0 0 16,7 6 0-16,-4 0 1 16,4 3 0-16,-3 4-1 15,6-1 1-15,8 4 0 16,3 2 0-16,-11 1-1 16,8 3 0-16,3-3-1 15,0-1 1-15,4-2 0 0,3-1 0 16,-14 1-1-16,-7 3 1 15,-18 6 0-15,-17 0 0 16,-25 3 2-16,-21 9 0 16,-29 1 1-16,-17-7 1 15,-11-3 0-15,-31 0 0 16,10-6 0-16,-3-7 0 16,-14 4-2-16,-25 3 1 15,-11-3-2-15,-25 2 0 0,-20-5-1 16,-43-4 0-16,-28 1 0 15,-28-4 0-15,-29-3 0 16,-21-6 1-16,-28 0 1 16,-14 0 1-16,-14 0 0 15,-4-13 1-15,-13 10 0 16,-8-1 0-16,-11 7-2 16,-6 3 1-16,-11 7-2 15,-7 2 0-15,-4-2-1 16,-10 15 0-16,-4 3-1 15,-3 0 1-15,-4 4-1 16,0 5 1-16,0 20 0 16,4 12 0-16,3 9 0 15,7 10 0-15,4 9 0 16,3 22 0-16,1 1 0 16,-1 5 0-16,-3 16 0 0,-4 0 0 15,-3 0-1-15,-7 0 1 16,-8 7 0-16,-6 2 0 15,-1 4 0-15,1 0 0 16,-4 9 0-16,0-3 0 16,4-7 0-16,-1 1 1 15,1 3-2-15,3 3 0 16,0-4 0-16,0 11 1 16,4-4-1-16,3 15 0 0,4 1 0 15,3-3 0-15,4-4 1 16,-1 1 0-16,5-4 0 15,-1-15 0-15,-3 2 0 16,-1-11 0-16,1-14 0 16,-7-5 0-16,0-16 0 15,-4-7 1-15,0-15-1 16,-7-10 0-16,0-9 0 16,-7-12 1-16,-3-7-1 15,-4-9 0-15,-4-4 0 16,-6-5 0-16,-8-4 0 15,-3-9 0-15,-14 0-1 16,-4-13 0-16,-14-6 0 16,0-3 1-16,-14-10 0 15,-14-3 0-15,-22 1 1 16,-9-7 0-16,-30-3-1 16,-20 0 1-16,-14-4 0 15,-29 1 0-15,-10 3-1 0,-25 0 0 16,-7 6 0-16,-21-3 0 15,7 7 0-15,-11-4 1 16,4 0-1-16,-14 3 0 16,-4 7 1-16,-21-4 0 15,-10 1-1-15,3-1 1 16,-18 1-1-16,-6-4 1 16,-5 7-1-16,-13-1 1 15,10 1-1-15,1-7 0 16,-5 10 0-16,-2-10 0 0,-1 7 0 15,-4-1 0-15,-9 4 0 16,-8 6 1-16,-4 0-1 16,-3 0 0-16,11 6 0 15,3 4 0-15,14-1 0 16,4-3 0-16,17-2-1 16,18-4 1-16,14-4 0 15,1-2 0-15,9-3 0 16,-10 2 0-16,-7 1 0 15,-17-6 0-15,-11 12 0 16,-11-7 0-16,-10 1 0 16,-8 0 0-16,-6 3 0 15,10-13 1-15,7 10-1 16,11-13 0-16,7-3 0 16,3-3 0-16,1 3 0 15,6 0 1-15,-3 3-1 16,-7 3 0-16,3 4 0 0,-17 3 0 15,3 5 0-15,4 1 0 16,-7 3-1-16,10 3 1 16,1 4 0-16,3-1 0 15,3 3 0-15,11 1 0 16,7 2 0-16,-4 1 0 16,19 3 0-16,-12 2 0 15,22 7 0-15,-4 1 0 16,14-1 0-16,11-3 0 15,-116 15 0 1,73-12 0-16,22 0 0 16,39-3 0-16,31 3 0 15,11-3 0-15,0 0 0 16,28 3 0-16,3 4 0 16,15-4 0-16,7 3 0 15,21 0 0-15,0 3-1 16,10-5 1-16,4 5 0 15,4 3 0-15,3 1 0 16,14 6 0-16,0-7 0 16,1 1 0-16,9-1 0 15,8-9 0-15,14-6 0 16,11 0 0-16,6-3 0 16,12-10 0-16,2-3 0 15,12 0 0-15,-1-6 0 16,11-3 0-16,3-10 0 15,1-12 0-15,20-22 0 0,11-19 0 16,29-22 0-16,10-10 0 16,17-21-5-16,15-7 1 15,28-5-1-15,7-26 1 16</inkml:trace>
  <inkml:trace contextRef="#ctx0" brushRef="#br0" timeOffset="25365.85">15998 15839 113 0,'-49'-63'56'0,"-43"-85"-60"0,71 111 62 16,-14-10-58-16,-11-10 0 15,-14 7 0-15,-10 3 0 0,-19 3-1 16,-20 10 1-16,-14 18-1 16,-8 22 1-16,0 7 0 15,-10 18 0-15,7 23 0 16,0 46 0-16,7 25 0 16,4 35 1-16,20 32-2 15,29 5 1-15,25-6-2 16,42-12 1-16,21-16 0 15,21-25 0-15,15-22-1 16,24-19 1-16,14-28 1 16,11-31 0-16,0-25 0 15,6-23 1-15,5-21-1 16,-1-23 1-16,-7-27 0 16,-3-29 1-16,-7-9-1 15,-4-19 0-15,-10 16 0 16,-15 6 0-16,-20 6-7 15,-22 16 0-15,-18 12-19 16,-24 13 0-16,-28 22 0 0,-40 16 0 16</inkml:trace>
  <inkml:trace contextRef="#ctx0" brushRef="#br0" timeOffset="26484.36">14266 16325 108 0,'39'-29'54'0,"-14"-8"-83"0,-4 24 108 0,14-2-80 15,22-1 0-15,3 3-1 16,0 7 1-16,3 3 1 16,-3 6 0-16,-3 13-1 15,-4 15 0-15,-1 7 1 16,-2 6 0-16,3 3 0 15,3 12 1-15,1-2 0 16,-1-7 0-16,1-6 0 16,-1-10 0-16,0-12-1 15,1-9 1-15,-1-10-2 16,1-9 1-16,-8-7-1 16,4-6 1-16,-4-6-1 15,-3 0 1-15,-3 0 0 16,-5-6 0-16,-2-10 1 15,-1-9 0-15,-3-4-1 16,-8 7 1-16,-6 7 0 0,-7 5 1 16,-11 13-1-16,-4 6 0 15,-3 13 0-15,-7 13 0 16,3 21 0-16,1 7 1 16,-1 9-2-16,4 6 1 15,4 3-1-15,3-2 1 16,7-1-1-16,3-6 0 15,4-6-1-15,8-7 1 16,2 1-1-16,4-10 0 16,-6-6 0-16,-1-7 0 0,0-5 0 15,4-7 1-15,-1-13 0 16,5-6 1-16,-1-12 0 16,7-10 0-16,0 0-1 15,8-6 1-15,-8 0 0 16,0 3 0-16,-3 7-1 15,-7 2 0-15,-8 7 1 16,-3 15 0-16,-10 7 0 16,-8 19 1-16,-3 15-1 15,-7 13 1-15,-3 12-1 16,3 10 1-16,10 15-2 16,8 1 1-16,6-4-1 15,8-3 0-15,6-9 0 16,8-4 0-16,7-9-1 15,3-9 0-15,11-9 0 16,7-14 1-16,14-15-1 0,4-12 1 16,10-16-1-16,7-13 0 15,-6-6 1-15,-1-15 1 16,-7-1 0-16,-18 4 0 16,-10 3 0-16,-17-1 0 15,-12 1 1-15,-17 3 0 16,-10 3-1-16,-15 6 0 15,-10 3 0-15,-11 4 0 16,-3 12-2-16,-4 12 1 16,-3 14 0-16,-1 11 0 0,1 17-1 15,-4 12 1-15,0 15-1 16,7 10 1-16,11 10-1 16,14-10 1-16,17-7-1 15,11-8 1-15,14-17-1 16,8-5 1-16,16-23-1 15,1-9 0-15,7-16 0 16,7-18 0-16,-3-7 0 16,-1 0 0-16,-3 4 1 15,-11 2 0-15,-6 4 1 16,-5 9 0-16,-6 3 1 16,-7 13 0-16,-1 6-1 15,1 6 1-15,-4 7-2 16,0 5 1-16,0 14-6 15,0-1 0-15,8 4-13 16,2-1 1-16,-3-9-1 16,4-6 0-16</inkml:trace>
  <inkml:trace contextRef="#ctx0" brushRef="#br0" timeOffset="26918.9">18023 16503 119 0,'-10'0'59'0,"3"7"-79"0,10-4 99 0,1 3-81 15,3 3 0-15,-4 4-2 16,1 3 1-16,-1 6 4 16,-3 0 0-16,4 3-3 15,3 0 0-15,0 0 1 16,-3 6 1-16,3 4 0 15,-4-4 0-15,1 0 0 16,3-6 0-16,3-3-1 16,5-9 0-16,2-7 0 15,8-9 0-15,10-9 0 16,11-10 0-16,7-3 1 16,10-4 0-16,-3-2 1 15,4 0 0-15,-4 2 0 16,-11 1 1-16,-6 6 0 15,-12 6 1-15,-2 7-1 16,-8 9 0-16,-4 6 0 16,-3 10 0-16,1 9-1 0,-5 16 1 15,1 6-2-15,-4 3 0 16,3 0-6-16,4-3 0 16,4 0-14-16,3-12 0 15,4-10 0-15,7-16 0 16</inkml:trace>
  <inkml:trace contextRef="#ctx0" brushRef="#br0" timeOffset="27160.19">19424 15851 118 0,'-25'-28'59'0,"29"15"-82"0,3 13 104 0,0 10-81 15,0 9 0-15,0 9 0 16,4 19 0-16,-8 16 0 16,-3 18 0-16,0 19 0 15,0 10 1-15,0 12-2 16,0 1 1-16,0-1-8 16,7-3 1-16,4-22-1 15,-1-12 1-15</inkml:trace>
  <inkml:trace contextRef="#ctx0" brushRef="#br0" timeOffset="27638.45">19191 16485 115 0,'7'-4'57'0,"67"-30"-68"0,-46 21 71 15,18 1-63-15,-10 2 0 16,34-12-1-16,-6 0 0 16,3-3 6-16,-11 7 0 31,-3 27-1-31,-14 13 0 0,-14 16 1 16,-11 12 0-16,-7 12 0 15,-4 11 0-15,8 5-2 16,-1-3 1-16,8-9-3 15,10-9 1-15,8-14 0 16,2-8 0-16,8-16 0 16,4-7 0-16,-5-18 1 15,1-19 0-15,-3-10 0 16,-5-8 0-16,-6-4 0 16,-4-1 0-16,-6 5 0 15,-5 2 1-15,-3 13 0 16,-3 2 1-16,3 8-1 15,-3 5 1-15,-1 13-1 16,-3 10 1-16,0 8-1 16,-7 14 0-16,0 18-4 15,0 9 1-15,0-2-10 16,7-4 1-16,0-6-1 0,1-6 1 16</inkml:trace>
  <inkml:trace contextRef="#ctx0" brushRef="#br0" timeOffset="28310.51">20726 16566 113 0,'3'-9'56'0,"-10"-1"-63"0,4 4 83 0,6 0-77 16,-3 6 0-16,0 0-2 15,7-3 1-15,-3 9 2 16,-1 3 1-16,-3 7-3 15,4 12 1-15,-1 7 0 16,4 9 1-16,4 6 0 16,3-3 0-16,-3-3-1 15,3-4 0-15,0-8-1 16,4-7 1-16,-4-6-2 16,0-7 0-16,0-6 0 15,0-6 1-15,0-15 1 16,0-4 0-16,4-9 2 15,10-4 0-15,0-5 2 16,8-1 0-16,-1-6 0 16,7 0 1-16,1 0-1 15,-8 7 0-15,-3 5-2 16,-8 7 1-16,-6 3-1 0,-4 4 1 16,-3 5-2-16,-8 7 0 15,-3 9 0-15,-3 6 0 16,3 10-1-16,0 3 1 15,3 3-2-15,4 3 1 16,4 1-1-16,3-1 1 16,3 0-1-16,8 0 1 15,0-6-1-15,0-3 1 16,6-6 0-16,12-7 1 0,2-9 0 16,5-7 1-16,6-8 0 15,4-4 0-15,4-4-1 16,-1-8 1-16,1 6 1 15,-8 6 0-15,-3 6-1 16,-11 4 0-16,-6-1-1 16,-8 4 0-16,-7 6 0 15,0 9 0-15,1 6-3 16,-1 7 0-16,-4 12-7 16,-3 10 0-16,-7 13 0 15,-10 2 1-15</inkml:trace>
  <inkml:trace contextRef="#ctx0" brushRef="#br0" timeOffset="28803.24">18267 17457 111 0,'-78'-29'55'16,"1"-24"-68"-16,52 41 73 0,-17-7-63 16,-11 0 1-16,-4 3-1 15,-3 10 0-15,7 6 5 16,11 13 0-16,10 18-2 16,18 22 1-16,18 13 1 15,20 19 0-15,22 18 0 16,4 7 1-16,3-3-2 15,-1-4 0-15,-16-15-1 16,-19-10 1-16,-17-6-2 16,-28-15 0-16,-32-16 0 15,-14-16 0-15,-18-13-6 16,-3-12 0-16,7-9-17 16,17-10 0-16,22-9 0 15,24-7 0-15</inkml:trace>
  <inkml:trace contextRef="#ctx0" brushRef="#br0" timeOffset="29796.67">18658 17428 122 0,'-49'22'61'0,"0"13"-95"0,42-29 127 0,3 4-95 15,1 2 1-15,-1 4-4 16,4-1 1-16,7-2 4 16,7 3 1-16,14-1-4 15,18-2 1-15,11 3 0 16,6-7 1-16,11 0 1 16,-3 1 0-16,-1-7 0 15,-10 0 1-15,-3-3 0 16,-8-6 0-16,-6-4-1 15,-8-5 1-15,-7-1 0 16,-7 0 1-16,-3 1 0 16,-4 2 0-16,-3 1 0 15,-4 8 0-15,0 8-1 16,-7 8 1-16,-7 16-2 16,-8 10 0-16,-9 22-1 15,-8 18 1-15,-7 3-1 0,-7 14 0 16,1-5-1-16,-5 1 0 15,1-6-1-15,-1-16 0 16,-3-3-1-16,8-16 0 16,-5-3 0-16,8-16 0 15,7-9 1-15,6-9 0 16,19-13 2-16,20-9 0 16,29-20 2-16,28-5 1 15,21-16 0-15,25-13 0 16,7-6 0-16,11-13 1 0,-8 4-2 15,-6 3 1-15,-15 0-1 16,-14-1 0-16,-14 10 1 16,-14 4 0-16,-14 2 0 15,-11 4 1-15,-6-4-1 16,-12 13 1-16,-6 9-2 16,-8 10 1-16,-3 13-2 15,-3 15 0-15,-1 18 0 16,4 17 0-16,4 21-1 15,3 16 1-15,3 4 0 16,1 5 0-16,-4 1-1 16,0-10 0-16,-7-13 0 15,-3-8 0-15,-8-11 0 16,-7-5 0-16,-3-13-1 16,0-7 0-16,0-8 1 15,10-10 0-15,15-10 0 0,24-18 0 16,18-16 0-16,21-13 0 15,18-9 1-15,17-9 0 16,7-7-1-16,4-3 1 16,-4-3 0-16,-10 0 1 15,-14 10 0-15,-15 9 0 16,-13 6 1-16,-15 16 0 16,-6 6 1-16,-15 9 0 15,-7 10 0-15,-7 10 0 16,-11 8-1-16,-6 17 0 0,-1 5-1 15,-3 20 1-15,0 18-2 16,-4 19 1-16,4 7-1 16,11 5 0-16,-1 4-1 15,8 9 1-15,6-3-5 16,8 1 0-16,0-14-11 16,-1-12 1-16,1-13-1 15,-4-12 1-15</inkml:trace>
  <inkml:trace contextRef="#ctx0" brushRef="#br0" timeOffset="29937.61">20539 17635 103 0,'-29'-3'51'0,"12"-28"-62"16,20 25 73-16,11-13-77 15,15 3 1-15,24-9-25 16,21-9 0-16,21-4 46 0,4 3 0 15</inkml:trace>
  <inkml:trace contextRef="#ctx0" brushRef="#br0" timeOffset="30823.43">21311 17682 95 0,'-17'38'47'0,"45"-19"-65"0,-14-13 89 16,14-3-71-16,11-6 0 0,14-6 0 15,-4-4 0-15,-3-6 0 16,-7-3 0-16,0-3 2 16,-14-3 0-16,-11 0 1 15,-11-3 1-15,-13 9-1 16,-12 0 1-16,-9 9-1 16,-8 13 0-16,-4 13-2 15,1 5 0-15,3 11-1 16,8 11 0-16,9 4 0 15,15 0 0-15,7 0 0 16,11-3 1-16,10-7 0 16,11-5 0-16,7-7-1 15,10-4 0-15,8-15-1 16,-1-9 1-16,7-9 0 16,-3-7 0-16,0-3 0 15,0-7 0-15,-3 4 1 16,-8-7 0-16,-3 4 1 0,-4 3 0 15,-3-4 0-15,-3 4 0 16,-5 6 0-16,-3 0 0 16,-3 10 0-16,-4 6 0 15,-10 2-1-15,-4 20 0 16,-7 0-1 0,-4 9 0-16,-3 0 0 31,0 13-1-31,7 2 1 15,0-2-1-15,4 0 1 0,3-7 0 16,7-3 0-16,7-6 0 16,7-3 0-16,8-10 0 15,10-9 1-15,17-15-1 16,15-7 0-16,-1-6 0 16,1-1 0-16,-1-2 0 15,-2 0 1-15,-12 2-1 16,-6 4 1-16,-19 6-1 15,-13 10 1-15,-7 0-1 16,-22 2 0-16,-6 7 0 16,-5 3 0-16,-2 7 0 15,3 2 0-15,0 1 0 16,-1 6 0-16,8-7-1 16,4 4 1-16,3 0 0 15,7-1 0-15,7-2-1 16,14-4 1-16,11-2 0 15,14-4 0-15,14-3-1 0,14 0 1 16,18-3 0-16,17-1 1 16,1-2-1-16,-1 3 1 15,-3 0-1-15,-18 6 0 16,-6 3 1-16,-22 7 0 16,-15 12-1-16,-16 9 1 15,-8 23-1-15,-10 2 1 16,-11 1-2-16,-4 6 0 15,-6-13-2-15,-8-21 1 16</inkml:trace>
  <inkml:trace contextRef="#ctx0" brushRef="#br0" timeOffset="64408.96">9716 14315 101 0,'-4'-41'50'0,"8"22"-49"0,-4 19 50 16,0 0-50-16,0 0 0 16,-4 3 1-16,-17 7 0 15,0 15-2-15,-15 18 1 16,-13 33 2-16,-11 37 1 0,-18 59 0 15,-27 38 0-15,-15 44-1 16,-7 22 1-16,7 10-2 16,-14-20 1-16,14-15-2 15,7-22 1-15,10-19-2 16,8-9 1-16,0-29-1 16,3-18 0-16,8-23 0 15,10-24 0-15,10-19 0 16,11-13 0-16,14-22 0 15,0-15 0-15,18-13 0 16,0-12 1-16,14-13-1 16,7-13 0-16,7-15 0 15,14-19 1-15,0-25-2 16,29-19 1-16,3-19 0 16,10-28 0-16,11-19 0 15,15-25 0-15,2-12 0 16,8-10 0-16,10-15 0 15,-10-1 0-15,4 10 0 16,2-6 0-16,1 21 0 0,0 10 0 16,-4 3 0-16,1 22 0 15,-5 13 0-15,-2 25 1 16,-12 18-1-16,-17 20 0 16,-14 12 0-16,-14 18 0 15,-7 10 0-15,-11 4 0 16,-7 11 0-16,-7 7 0 0,-7 7 0 15,-7 5 1-15,-7 10-1 16,-11 7 0-16,-10 15 0 16,-25 15 1-16,-11 13-1 15,-27 16 0-15,-19 19 0 16,1 3 0-16,-1-1-1 16,1-8 1-16,7-10 0 15,20-16 1-15,15-15-1 16,18-10 0-16,14-3 0 15,10-12 0-15,14-13-1 16,18-10 1-16,11-12 0 16,13-3 0-16,15-12 0 15,11-23 0-15,17-12 0 16,21-3 0-16,11-7 0 16,3 7 0-16,7 6 0 15,4 3 1-15,-3 16-1 16,-5 15 1-16,-13 10-1 0,-11 10 1 15,-14 11-1 1,-10 8 0-16,-4 8 0 0,-15 10 0 16,-9 13 0-16,-8 8 0 15,0 8 0-15,-10 14 1 16,-4 4-1-16,-4-6 1 16,-3 3-1-16,-7-10 0 15,-3 1 0-15,-8-7 1 16,4-9-1-16,0-7 0 15,3-5 0-15,-3-4 0 16,7-10 0-16,0-5 1 0,3-1-1 16,1 1 0-16,3-4 0 15,3-3 0-15,-3-3 0 16,7-3 0-16,0-10 0 16,4-6 0-16,3-6 0 15,0-6 1-15,7-10-1 16,4-6 0-16,3 0 0 15,1-3 0-15,-5 0 0 16,-3 6 0-16,-3-3 0 16,-4 3 0-16,-7 3 0 15,-7 4 0-15,-3 2 0 16,-4 7 0-16,0 6-4 16,3 3 0-16,8 7 0 15,6 2 1-15</inkml:trace>
  <inkml:trace contextRef="#ctx0" brushRef="#br0" timeOffset="65264.23">5270 9191 84 0,'-88'-29'42'0,"21"48"-31"15,53-6 43-15,4 2-50 16,-8 14 0-16,7 15 3 15,1 15 0-15,10 35-8 16,3 29 0-16,11 27 5 16,11 32 1-16,3 37-2 15,1 32 0-15,-8 41-2 16,0 31 0-16,-3 12-1 16,-8 32 1-16,-6 10 1 15,-4-4 0-15,-4-3 0 16,-3-3 0-16,4-29-1 15,-8-21 1-15,4-35-2 16,3-31 0-16,4-34-5 0,-3-26 1 16,3-41-14-16,7-34 1 15,3-31 0-15,8-38 0 16</inkml:trace>
  <inkml:trace contextRef="#ctx0" brushRef="#br0" timeOffset="66765.13">5334 9558 110 0,'-53'-63'55'0,"-17"10"-69"16,62 43 86-16,8-6-72 15,29 1 1-15,13-4-1 16,36-6 0-16,42 0 0 16,28 0 0-16,42 0 0 15,36 3 0-15,39 6 0 16,38-6 0-16,22 6-1 15,31 1 1-15,32 5 0 16,28-2 0-16,22-4 0 16,20-3 1-16,22-12-1 0,28-4 0 15,18-2 0-15,24 5 1 16,14 7-1-16,15 10 0 16,0 8 0-16,13 14 0 15,-6 5 0-15,-8 13 0 16,-24 3 0-16,4 7 0 15,-15 3 0-15,0-13 0 16,8-3 0-16,9-4 1 16,12-2-1-16,14-6 1 0,6-10-1 15,4 0 1-15,1-7-1 16,-5-2 0-16,-13-1 1 16,-15 1 0-16,-17 0 0 15,-11-1 0-15,-7 4 0 16,-3 0 1-16,0 15-1 15,-8 0 1-15,-10 10-1 16,4 0 0-16,-15 9-1 16,-13 1 0-16,-19-4-1 15,-27 6 1-15,-40-6-2 16,-31 0 1-16,-35 0 0 16,-36-15 0-16,-38 2 1 15,-36-9 1-15,-32-3 0 16,-20 3 1-16,-15 1 0 15,-17 2 1-15,-18 3-1 16,-18 10 0 0,7 50-2-16,-14 9 1 15,-20 4-1-15,-8 0 0 16,-15 15-1-16,-9 13 0 16,-8 2 0-16,-10 17 1 15,-8 21 0-15,-2 23 0 16,-5 12 0-16,-3 25 1 15,4 10-1-15,-1 18 0 16,1 3 0-16,3 7 1 16,4-6-1-16,6-1 0 15,1-9 0-15,0-6 0 0,-8-7 0 16,5-5 0-16,-8-14 0 16,-7-8 0-16,3-11 0 15,1-5 0-15,-4-4 0 16,-4-12 0-16,5-6 0 15,-1-10 0-15,-7-12 0 16,-4-16 0-16,-10-6-1 16,-7-19 1-16,-4-7 0 15,-17-8 0-15,-8-14-1 16,-13-5 1-16,-1-10 0 16,-17-3 1-16,-14-3-1 15,-21-1 1-15,-8-5-1 16,-17-7 1-16,-25 3-1 15,-28-12 0-15,-21-9 0 16,-25-10 1-16,-21-7-1 16,-21-12 0-16,-7-6 0 15,-33-3 0-15,-23-9 0 16,-4-4 0-16,-22 0 0 0,-13-3 0 16,-12 3 0-16,-27-6 0 15,-21 3 0-15,-22-3 1 16,-28-3-1-16,-21 3 0 15,-21 3 0-15,-11-6 0 16,-14 0 0-16,-7 3 0 16,-3 6 0-16,-8 7 0 15,8-1 0-15,-8 13 0 0,-17 7 0 16,-4 2 0-16,-10 13-1 16,-8-3 1-16,-2 0 0 15,-1 3 0-15,-4 6 0 16,8 3 0-16,-1 1 0 15,12-1 0-15,6 4 0 16,-3 12 0-16,7 6 0 16,13 7 0-16,12-4 0 15,24 4 0-15,25-7 0 16,21-2 0-16,32-14 0 16,24-9 1-16,26-6-1 15,23-15 1-15,30-4-1 16,27 3 0-16,7 1 0 15,25 5 0-15,15 1 0 16,13 12 0-16,25 6-1 16,21 4 1-16,21 6-3 15,36 3 0-15,14-4-8 16,28 1 0-16,21 0 0 16,14-6 0-16</inkml:trace>
  <inkml:trace contextRef="#ctx0" brushRef="#br0" timeOffset="67934.84">18161 6770 117 0,'49'-113'58'0,"-49"13"-56"0,0 84 59 0,0 13-62 16,-3 9 1-16,-4 19-1 16,0 19 0-16,-7 41 1 15,7 18 1-15,10 38-2 16,8 22 1-16,3 29 0 16,0 30 0-16,0 29 0 15,-3 31 0-15,-8 44 0 16,-6 13 1-16,-8 15-1 15,0 20 1-15,1 21-1 16,-4-16 0-16,-4-6 0 16,4-12 0-16,0-32-1 15,0-18 1-15,0-35 0 16,-4-19 1-16,-3-13-1 16,-4-34 1-16,-3-28 0 15,-4-15 0-15,-7-26 0 0,-10-19 1 16,-7-19-2-16,-8-27 0 15,-7-20 0-15,-10-28 1 16,-7-31-1-16,0-25 0 16,0-28 0-16,3-29 0 15,7-19 0-15,4-9 0 16,7-3 1-16,4-12 0 16,6-7 0-16,5 13 0 15,9-7-1-15,8 4 1 0,10 2 0 16,8 14 0-16,6 15-1 15,11 15 1-15,4 20-1 16,3 12 0-16,10 22 0 16,8 18 0-16,7 29-1 15,3 22 1-15,11 13 0 16,0 21 0-16,7 29-1 16,7 12 1-16,-4 16 0 15,4 9 0-15,3 16 0 16,-10 3 0-16,0 0 0 15,-3-19 0-15,6-6 0 16,-3-31 1-16,11-19-1 16,13-23 1-16,8-27-1 15,14-38 1-15,24-28-1 16,11-13 1-16,25-44-1 16,21-21 1-16,17-23-1 15,26-28 0-15,31-25-17 0,17-21 1 16</inkml:trace>
  <inkml:trace contextRef="#ctx0" brushRef="#br0" timeOffset="-197177.76">13617 5026 68 0,'-39'-15'34'0,"11"11"-29"0,25 4 35 16,-4 0-40-16,0 0 0 0,3 0 0 16,4 4 0-16,7 2 0 15,4 3 0-15,3 4 1 16,7 9 1-16,7-7 0 16,11 1 1-16,10-10 1 15,15 7 0-15,21 0 0 16,13 2 0-16,5-2 0 15,10-7 0-15,21 0-2 16,0 1 1-16,0-1-1 16,3-6 0-16,8 9 0 15,-4-9 0-15,-7-9-1 16,0 9 1-16,0 0-1 16,-7 9 1-16,-14-9-1 15,-4 6 1-15,-3-12-1 16,7 12 0-16,-11 1 0 15,-10-1 0-15,-7-9-1 16,-8-3 1-16,-6-10-1 16,0 13 0-16,-11-13 0 15,-8 4 1-15,-6 2-1 0,-7 1 1 16,0 3-1-16,-7-1 0 16,-1 4 0-16,1 6 0 15,-7-3 0-15,-4 7 1 16,-3-14-1-16,-1 1 0 15,1-3 0-15,0-4 0 16,-1-3 0-16,1 4 1 16,-8-13-1-16,5 6 1 0,-5-6-1 15,1-7 1-15,-4-5-1 16,3-13 0-16,1-16 0 16,0-16 0-16,3 1 0 15,-7-4 1-15,0-18-1 16,-4-13 0-16,-3 9 0 15,-3-3 1-15,-4 4-1 16,3-10 0-16,-3-7 0 16,4 7 1-16,-4-3-1 15,3 12 0-15,-3-9 0 16,3 0 0-16,-3 0 0 16,4 13 0-16,-1 6 0 15,4 3 0-15,-3 0 0 16,3-1 0-16,7 11 0 15,0 12 0-15,3 6 0 16,1 13 0-16,0 2 0 16,-1 11 0-16,4 8 0 0,0 7 0 15,1-3 0-15,-1 9 0 16,3 0 0-16,12 4 0 16,6-4 0-16,21 0 0 15,15 3 0-15,13-6 0 16,29-9 0-16,21 9 0 15,11-9 0-15,24 9 0 16,11-3 0-16,11-13 0 16,20 7 0-16,1-7 0 15,10 10 0-15,-10 0 0 0,-14 2 0 16,-8 1 0-16,-31 13-1 16,-29-1 0-16,-17 10-5 15,-32 3 1-15,-31 0-17 16,-25 6 0-16,-40-2 0 15,-20-11 0-15</inkml:trace>
  <inkml:trace contextRef="#ctx0" brushRef="#br0" timeOffset="-196637.21">15173 4684 95 0,'-49'-72'47'0,"6"-22"-67"0,33 79 88 0,-4 2-69 16,-8 4 0-16,-2-1-2 15,-1 10 0-15,-3 13 3 16,0 18 0-16,-4 16-2 16,14 7 0-16,4 5 1 15,14-6 0-15,7 4 3 16,18-20 0-16,17-11 2 16,18-17 0-16,4-15 0 15,-4-7 1-15,-15-18-1 16,-6-13 1-16,-14-6-3 15,-18-4 0-15,-25 1-3 16,-20 3 0-16,-12 0-22 16,-3 0 1-16,18 6 0 15,17-3 0-15</inkml:trace>
  <inkml:trace contextRef="#ctx0" brushRef="#br0" timeOffset="-196169.7">18683 909 105 0,'28'-50'52'0,"-24"-7"-75"16,-4 57 98-16,0 10-75 15,0-1 0-15,-18 38-1 16,-6 22 0-16,-8 13 0 16,4 6 0-16,-8-1-1 0,1-5 1 15,10-10-2-15,8-9 0 16,10-10-16-16,7 0 1 15,7-18 0-15,3-16 0 16</inkml:trace>
  <inkml:trace contextRef="#ctx0" brushRef="#br0" timeOffset="-195779.23">18941 652 79 0,'-110'-25'39'0,"-17"44"-49"16,88-4 61-16,-13 10-51 15,-12 13 0-15,-3 15 0 16,-4 16 0-16,4 13 0 15,4 18 0-15,17 7 1 16,21 9 0-16,18-10 0 16,21-8 0-16,29-7 2 15,34-19 0-15,22-32 0 16,18-30 1-16,17-20-1 0,7-24 0 16,-11-29 0-1,-10-31 1-15,-17 0-3 0,-19-9 1 16,-31-17-1-16,-39-5 0 15,-28 9-5-15,-14 28 0 16,-22 19-1-16,-31 16 1 16</inkml:trace>
  <inkml:trace contextRef="#ctx0" brushRef="#br0" timeOffset="-195090.74">14482 4352 79 0,'-15'-28'39'0,"12"25"-30"16,3 3 35-16,3 15-44 15,1 7 1-15,3 22-1 16,4 35 0-16,-1-4 0 16,4 10 0-16,7 2 0 15,4 4 0-15,0-3-4 16,-4-13 1-16,0-15-15 16,-7-10 1-16,-3-18-1 15,-11-23 0-15</inkml:trace>
  <inkml:trace contextRef="#ctx0" brushRef="#br0" timeOffset="-194729.8">14436 4242 102 0,'-7'-34'51'0,"35"-26"-76"0,-7 48 102 0,25-13-78 16,14 3 1-16,10-7-3 15,15 4 0-15,14 7 2 16,7 2 0-16,-4 16-2 16,-7 16 0-16,-3 12 1 15,-4 19 0-15,4 16 1 16,0 15 1-16,-15 19 1 16,-10 13 1-16,-14-3 0 15,-18-4 0-15,-24-3 0 16,-32 10 0-16,-29-13-1 15,-24 7 1-15,-31-29-1 16,-26-6 0-16,-7-13-1 16,-10-15 1-16,-3-13-1 15,13 1 1-15,18-17-22 16,21 1 0-16,18-10-1 16,18-12 1-16</inkml:trace>
  <inkml:trace contextRef="#ctx0" brushRef="#br0" timeOffset="-185076.9">28018 16544 103 0,'-11'-12'51'0,"-10"18"-46"16,17 3 52-16,1 16-56 16,-1 16 0-16,1 22 0 15,3 25 1-15,0 18-3 16,3 32 0-16,4-3-2 0,7-6 0 16,8-10-11-1,-1-19 1-15,7-18-1 0,0-23 1 16</inkml:trace>
  <inkml:trace contextRef="#ctx0" brushRef="#br0" timeOffset="-184824.6">29079 16550 123 0,'-24'-9'61'16,"27"22"-82"-16,1-1 102 0,6 10-83 15,1 12 1-15,3 17-5 16,-3 15 0-16,-4 3 5 16,-7 3 0-16,-4 15-4 15,-6 1 0-15,-12-3 0 16,1-4 0-16,-3-15-12 16,-1-19 1-16,4-18 2 15,17-39 0-15</inkml:trace>
  <inkml:trace contextRef="#ctx0" brushRef="#br0" timeOffset="-184405.14">29062 16359 119 0,'-42'-85'59'0,"45"4"-79"0,8 62 102 15,10-3-83-15,7-9 1 16,7 3 0-16,8-4 0 15,6 7 0-15,0 3 0 16,4 6 0-16,0 7 1 16,-7 6-1-16,-4 6 1 15,1 6-1-15,-8 13 1 16,-7 4-1-16,-7 5 1 0,-17 10-1 16,-18 9 0-1,-18 6 0-15,-7 4 0 0,-10-1-1 16,7 1 1-16,6-7 0 15,12-3 0-15,20 4-1 16,18 2 1-16,18 7 0 16,14 6 0-16,3-3 0 15,-3-4 0-15,-7 1 0 16,-22 9 0-16,-17-3 0 16,-28-6 0-16,-18-10-3 15,-21-6 0-15,4-18-8 16,6-17 0-16,15-21 0 15,24-23 0-15</inkml:trace>
  <inkml:trace contextRef="#ctx0" brushRef="#br0" timeOffset="-183674.25">29623 16964 73 0,'-39'32'36'0,"18"-35"-12"0,21-1 27 16,0 4-45-16,10-9 1 16,8 9 1-16,10 0 1 15,4 13-13-15,7 12 1 0,3 9 6 16,4 10 1-16,0 6-5 15,3 0 0-15,1-6-1 16,-1 3 0-16,-3-25 1 16,0-19 0-16,0-12 2 15,-4-10 0-15,0-12 1 16,1-4 1-16,-5-2-1 16,-2 5 1-16,-12 4-1 15,-2 9 0-15,-8 7 0 16,-4 9 0-16,-6 12-1 15,-4 19 1-15,-11 19-2 16,-6 25 1-16,-1 7-1 16,-10 5 0-16,-1 7-1 15,-2 3 0-15,2-9-1 16,1-13 0-16,7-12 1 16,3-16 0-16,8-13 0 15,6-28 1-15,11-25 0 0,18-22 0 16,7-25 0-16,21-31 0 15,14-19 0-15,14-7 1 16,11-27-1-16,-1-4 1 16,8-6 0-16,0 0 0 15,-11 9 1-15,-7 16 0 16,-7 16 1-16,-14 22 0 16,-17 15 0-16,-12 16 0 15,-9 13 0-15,-12 12 0 0,-6 25-2 16,-15 22 1-16,-7 25-2 15,-6 38 1-15,-4 41-1 16,-1 24 0-16,5 29 0 16,2 3 0-16,8-3-1 15,4-12 1-15,3-4-5 16,3-25 1-16,1-19-6 16,-1-31 0-16,-3-22-12 15,4-22 0-15,-1-25 0 16,0-31 1-16</inkml:trace>
  <inkml:trace contextRef="#ctx0" brushRef="#br0" timeOffset="-183245.79">31119 16798 97 0,'10'-3'48'0,"-20"-28"-58"16,13 21 82-16,4 1-72 15,7-4 0-15,4 1-2 0,10-1 1 16,11-3 0-16,7-2 1 15,10 2-2-15,8 3 1 16,6 10-1-16,8 3 0 16,-8 7 1-16,-6 5 1 15,-8 4 0-15,-10 3 0 16,-7-4 0-16,-7 1 0 16,-8-7 1-16,-2-5 0 15,-5-11 0-15,-6-8 1 16,-4 2 1-16,-4-3 0 0,-6-2 0 15,-11 5 1-15,-14 7-1 16,-18 3 0-16,-7 3-1 16,-11 9 1-16,1 7-2 15,3 6 0-15,10 0-1 16,12 6 0-16,13 6 0 16,21-9 0-16,19 0-1 15,16-6 1-15,15 0-1 16,14-6 0-16,4-1-4 15,-4-2 1-15,0-4-17 16,0 0 1-16,0-6-1 16,10-6 0-16</inkml:trace>
  <inkml:trace contextRef="#ctx0" brushRef="#br0" timeOffset="-182727.82">31919 16729 120 0,'-21'-16'60'0,"28"20"-94"0,4-4 112 0,10 0-81 16,18-4 1-16,3-2-1 15,4-3 1-15,3-1 3 16,-3-2 1-16,-7-1-1 16,-7 4 0-16,-11-4 2 15,-10-2 0-15,-8 2 0 16,-17-3 1-16,-11 4-1 15,-10-1 0-15,-11 1-3 16,-14 6 1-16,-7 12-2 16,-10 9 1-16,2 11-1 15,1 14 1-15,4 23-1 16,10 9 1-16,14 7 0 16,14-1 1-16,22 7 0 15,24-4 1-15,21 4-1 16,25-16 1-16,21-13-2 15,18-21 1-15,17-13-5 0,-31-4 0 16,21-24-21-16,-18 3 0 16,-28 9 0-16,-46 7 0 15</inkml:trace>
  <inkml:trace contextRef="#ctx0" brushRef="#br0" timeOffset="-182193.3">28917 18325 105 0,'-74'113'52'0,"74"-141"-80"0,21 9 95 0,15-12-68 16,9-1 1-16,12-2 0 15,-1 3 0-15,1-1 0 16,-1 13 0-16,-6 4 0 16,-5 5 0-16,-2 7-9 15,-8 9 0-15,0-2 0 16,-17-4 0-16</inkml:trace>
  <inkml:trace contextRef="#ctx0" brushRef="#br0" timeOffset="-181978.54">28653 18733 104 0,'-11'9'52'0,"50"-34"-64"15,-14 10 75-15,10-11-63 16,18 4 0-16,3-3 0 0,-10 7 1 16,14-14-3-16,7 4 0 15,0 0-8-15,4 3 0 16,-4 9 0-16,3-3 0 16</inkml:trace>
  <inkml:trace contextRef="#ctx0" brushRef="#br0" timeOffset="-181549.56">30353 18168 100 0,'-4'-15'50'0,"-27"-23"-59"0,24 22 69 0,-7-5-59 16,-11-8 0-16,-7-2 1 15,-10 3 1-15,-4 3-3 16,0 6 0-16,4 9 1 16,3 14 1-16,7 14-1 15,7 17 0-15,8 12-1 16,17 12 1-16,10 10-2 16,19 19 1-16,-1 6-1 15,0-3 0-15,-7 0 0 16,-3-3 0-16,-15-13-1 15,-6-12 1-15,-11-13-1 16,-4-18 1-16,8-20-1 0,6-18 1 16,15-19-1-16,10-19 1 15,14-19 0-15,7-6 0 16,8 0 1-16,3 0 1 16,-4 3 1-16,-3 10 0 15,-11 3 0-15,-7 5 1 16,-10-2-10-16,-4 0 1 15,-7-3-1-15,-3 0 0 16</inkml:trace>
  <inkml:trace contextRef="#ctx0" brushRef="#br0" timeOffset="-181023.25">31408 18078 111 0,'-21'6'55'0,"-25"-19"-68"16,42 10 76-16,4-3-65 16,0 6 1-16,-3 3 0 15,-4 10 0-15,-7 8 2 16,-4 11 0-16,-3 9 0 16,-11 9 0-16,0 3 0 15,1 7 1-15,-1 2-1 16,7-5 0-16,11-4-3 15,7-12 1-15,14-13-3 16,7-3 0-16,4-12-2 0,-1-7 1 16,-3-3 1-16,-3-9 1 15,-4-7 2-15,0 1 1 16,-3-10 3-16,3 0 0 16,0 0 2-16,7-3 0 15,4 0-1-15,6-3 1 16,4 6-3-16,8 0 1 15,3 3-1-15,-1 6 0 16,-2 1-2-16,-1 5 1 16,-7 4-1-16,-7 10 1 0,-7 8-1 15,-3 10 1-15,-11 13-1 16,-11 6 1-16,-10 9-1 16,-11-3 0-16,-13 1-1 15,-5-1 1-15,1-10-2 16,-1-5 0-16,5-7-6 15,9-18 0-15,12-17-12 16,20-18 0-16,11-6 0 16,11-16 0-16</inkml:trace>
  <inkml:trace contextRef="#ctx0" brushRef="#br0" timeOffset="-180826.99">31722 18322 87 0,'56'16'43'0,"-45"-32"-41"16,-4 13 71-16,-4 0-71 15,1 6 0-15,3-3 0 16,4 0 0-16,-8 3-4 16,-3 3 1-16,-3 4 2 0,-4 2 0 15,-4 7-2-15,-3 3 1 16,3 6-1-16,1-3 1 16,-4 0-11-16,6 4 1 15,8-10-1-15,4-7 1 16</inkml:trace>
  <inkml:trace contextRef="#ctx0" brushRef="#br0" timeOffset="-180666.74">31863 18084 109 0,'-4'-13'54'0,"-41"-31"-77"0,37 35 78 0,5-10-85 16,3-6 0-16,3-9 0 15,5-7 1-15</inkml:trace>
  <inkml:trace contextRef="#ctx0" brushRef="#br0" timeOffset="-180467.04">32082 17751 110 0,'-4'22'55'0,"22"0"-75"15,-8-12 96-15,1 2-76 16,3 7 0-16,-3 6-2 15,-4 13 1-15,-4-4 0 16,-3 10 0-16,-3 9-1 16,-1 7 0-16,-6 0-1 15,-8 5 1-15,-3 1-5 0,0-6 0 16,-1-19-16-16,5-10 0 16,6-25 1-16,8-12 0 15</inkml:trace>
  <inkml:trace contextRef="#ctx0" brushRef="#br0" timeOffset="-180308.74">31909 18181 118 0,'-14'16'59'0,"45"-23"-93"0,-2-2 122 0,24-7-105 16,17-6 0-16,11-6 0 15,-7-3 1-15</inkml:trace>
  <inkml:trace contextRef="#ctx0" brushRef="#br0" timeOffset="-179654.94">29877 18912 104 0,'-25'12'52'0,"85"-12"-60"0,-28 0 60 16,17 3-52-16,11 0 0 15,14 4 0-15,21 2 1 16,29-3-1-16,17-2 1 16,21-8 0-16,18-8 0 15,18-10 0-15,13-19 1 16,1-12-1-16,14-10 1 0,-14-18-2 16,-4-7 1-16,-18 0-1 15,-20 3 1-15,-29 10-1 16,-35 0 1-16,-25 6 1 15,-28-3 0-15,-32 3 0 16,-39-3 0-16,-35 3 0 16,-42-4 0-16,-43 4-1 15,-45 4 0-15,-32 5-1 16,-25 7 0-16,-7-4-1 16,0 17 1-16,0 8-1 15,4 16 1-15,13 13-1 16,15 16 1-16,10 12-1 15,26 9 0-15,2 10 0 16,25 13 0-16,25 9 0 16,25 15 0-16,35 10 0 15,28 13 1-15,43 5 0 16,45 17 1-16,29-10-1 16,28-3 1-16,14-7-1 0,0-18 1 15,10-19-4-15,8-22 0 16,6-25-18-16,15-31 0 15,3-35-1-15,-17-50 1 16</inkml:trace>
  <inkml:trace contextRef="#ctx0" brushRef="#br0" timeOffset="-158378.81">18288 2213 68 0,'18'-18'34'0,"-15"2"-23"0,-3 7 35 0,-7-10-46 16,-3-3 1-16,-5-6-1 15,-6-10 1-15,0 0-1 16,0-6 1-16,-4 1 1 15,-7-5 0-15,-3 14 0 16,-11 3 0-16,-7 18 2 16,-3 13 0-16,-8 13-1 15,8 9 0-15,7 6-1 16,3 6 1-16,3-2-1 16,8 12 0-16,0 6-2 15,3 3 1-15,-3 0 0 16,3 19 0-16,-7 10 0 15,-7 0 0-15,4-4 0 0,7 0 1 16,0 4-2-16,6 24 1 16,5-11 0-16,-1 8 0 15,4 4-1-15,0 18 1 16,3 4-1-16,0-7 1 16,-6-3-1-16,2 13 1 15,-2-10-1-15,-1-6 1 16,-3-28-1-16,-4-7 1 15,-10-5-1-15,-11-7 0 0,-7-13 0 16,3 4 0-16,-3-7 0 16,4 10 0-16,0-4 0 15,3 4 1-15,0-10-1 16,3-6 0-16,-3-3-1 16,11-6 1-16,0 0 0 15,17-10 0-15,0-13 0 16,4 1 0-16,28-10 0 15,4 1 0-15,7-7 0 16,10-3 1-16,7-4-1 16,11 4 1-16,3-16-1 15,8 1 1-15,17-8-1 16,-7-8 1-16,0-7-1 16,0-6 0-16,-4-6 0 15,1-10 0-15,-11-9 0 16,0-19 1-16,-4-6-1 15,-3 6 0-15,-7-6 0 16,-8 3 1-16,-9 0-1 0,-8-13 0 16,-7 0 0-16,-7 7 0 15,-7-7 0-15,0-9 0 16,3-9-1-16,11 12 1 16,7 3 0-16,22-6 0 15,6 13 0-15,14-7 0 16,8 3 0-16,10 7 0 15,25 6 0-15,3 3 0 0,0 3 0 16,8-9 0-16,-4 0 0 16,6 15 0-16,-9 7 0 15,-8 12 0-15,-14 1 0 16,-17 18 0-16,-15 3 0 16,-14 19 1-16,-10 6-1 15,-18 10 0-15,-14 9 0 16,-11 7 0-16,-17-1 0 15,-7 0 1-15,-8 10-1 16,-10 16 0-16,8-1 0 16,-8 16 0-16,-4 1 0 15,-7 2 0-15,-6-6-1 16,-1 12 1-16,-3-5 0 16,11 2 0-16,3 7 0 15,7 6 0-15,3 6 0 16,1-6 0-16,-1 0 0 15,1 3 0-15,6-6 0 16,1 19 0-16,7 15 0 16,3-3 0-16,0 4 0 0,4 8 1 15,7 11-1-15,3 5 1 16,4-15-1-16,0 0 0 16,-1 6 0-16,-2 6 1 15,-1 0-1-15,-3-12 0 16,-11-3 0-16,-14-1 0 15,-3 1 0-15,-1-10 0 16,4-9 0-16,0-13 0 0,7-12 0 16,1-4 1-1,-5-9-1-15,4 4 0 0,0-13 0 16,-3-4 0-16,-7 1 0 16,10-1 0-16,0-2-1 15,7-1 1-15,4-2 0 16,7-4 0-16,6-9 0 15,8-3 0-15,7-10-1 16,7-6 1-16,7-6 0 16,11-4 0-16,14-2-1 15,3-4 1-15,4 0 0 16,3-12 0-16,0 3 0 16,11-19 0-16,4 0 0 15,10-15 0-15,14-14 0 16,4-8 1-16,-4-1-1 15,-7-5 0-15,-4-11 0 16,-6-8 0-16,-8 2 0 16,-6-2 0-16,-11 2 0 15,-8-12 0-15,-6-12 0 16,-4 2 0-16,-7 1 0 0,0-1 0 16,-3 1 0-16,0 6 0 15,-1 15 0-15,4 7 1 16,7 15-1-16,1 4 0 15,-1-10 0-15,7 7 0 16,7-1 0-16,4 1 0 16,10 2-1-16,8-2 1 15,6 5 0-15,11 4 0 0,-3 10 0 16,-11 15 0-16,-11 9 0 16,-10 13 0-16,-14 6 0 15,-7 13 1-15,-15 3-1 16,-6 3 0-16,-12 0 0 15,-6 3 0-15,-7-3-3 16,7 6 0-16,3-6 0 16,4 0 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0:30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1575 6203 13440,'4'-10'5546,"12"-32"-3327,-16 41-2027,1 0 0,-1 0 0,0 0 0,1 0 0,-1 0 0,0 0 0,1 0 0,-1 0 0,1 0 0,0 0 0,-1 0 0,1 0 0,0 1 0,-1-1 0,1 0 0,0 0 0,0 1 0,0-1 0,0 1 0,-1-1 0,1 1 0,2-1 0,18-5 4,0 0 0,1 2 0,0 1 1,41-1-1,163 8-271,-30 2 43,-8-16 75,-1-7 0,194-45-1,-61-8 108,223-82 151,0-28 16,186-79 174,-14-40-129,-20-63-317,-476 232 7,218-173 1,-28-35 37,-289 226-60,128-155-1,-159 158 35,138-225 0,-189 267-38,-3-2-1,-3-1 1,-3-2 0,38-145-1,-53 151-36,-3 0 1,-3-1-1,-3 0 0,-2-1 1,-4 1-1,-3-1 0,-2 1 1,-3 1-1,-36-127 0,9 88-11,-4 2-1,-5 1 0,-59-95 1,9 40-8,-124-154 1,157 233 63,-3 2 0,-105-94-1,116 123-6,-3 3 0,-1 2-1,-3 3 1,-76-38 0,28 28-12,-1 5 1,-3 5 0,-1 4-1,-2 5 1,-182-22-1,113 34 11,0 8 0,-351 26-1,313 10-22,-364 91 0,-204 120-51,182 1-59,-455 323-21,868-439 128,6 8 0,6 9 0,5 7 0,-159 172 0,82-23-64,23 17 0,151-196 29,6 2-1,-115 243 0,49-2 10,117-283 28,4 0-1,-20 152 1,32-126-2,7 155 0,5-217 5,2 0-1,2 0 1,1 0 0,3-1-1,1 0 1,1-1 0,25 47-1,-13-37 8,2-2 0,2-1-1,2-1 1,2-2-1,39 39 1,-29-40-9,1-2 0,2-1 0,1-3 0,2-2 0,2-2 0,85 38 0,-77-45 9,1-3 0,1-3 1,1-2-1,0-3 0,1-3 0,83 3 0,382-21-52,-524 7 38,45-1-72,280-10-570,-248 13 400,1 4-1,84 16 1,56 34-264,-220-55 504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0:39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1317 5332 9088,'8'-27'3315,"-8"24"-2989,0 0 0,1 0 0,0 0 0,-1 0 0,1 1 0,0-1 1,1 0-1,-1 0 0,0 1 0,1-1 0,0 1 0,-1-1 0,1 1 1,0-1-1,4-2 0,7-5-76,-1-1 0,0 1 0,21-26 0,-5 6 72,9-13 35,-2-1 0,-2-2-1,28-50 1,19-30 392,78-93 438,109-163 378,-257 367-1527,497-830 1012,-394 647-898,103-198 336,-74 81 24,136-449 0,-233 608-394,32-218-1,-67 285-71,-3-1 0,-5-1 1,-4 1-1,-3 0 0,-23-120 0,21 175-44,0 1 0,-18-47 0,19 65-6,-1 1 1,0 0 0,-2 0-1,1 0 1,-2 1 0,0 0-1,-12-12 1,3 8-5,0 0 0,-1 2 1,-1 1-1,0 0 0,-1 1 1,-1 1-1,0 2 0,-33-13 1,17 11-1,-1 1 1,0 2-1,-1 2 1,-64-6-1,72 13 8,0 1 0,-1 1 0,1 2 0,-43 9 0,22 1 0,-94 35 0,84-21-17,-91 53 0,-57 50-48,187-114 58,-98 64 7,4 4 0,3 6 0,-158 160 0,183-152 35,5 4 1,-133 206-1,93-96 8,11 5 0,-111 291-1,113-195-42,-95 432 0,113-291 0,30 3 0,33-36 20,25 3 24,13-297-22,31 166 0,-20-205-15,5 0 0,53 141-1,-59-192 7,2 0-1,29 47 1,-34-65-2,0 0 1,2-1-1,0 0 1,1-1-1,27 22 1,-35-33-7,0-1 0,0 0 0,1 0 0,0-1 0,0 0 1,0 0-1,1-1 0,-1 0 0,1-1 0,0 0 0,0-1 0,0 0 0,0 0 0,-1-1 1,1 0-1,0-1 0,0 0 0,0 0 0,0-1 0,-1-1 0,1 0 0,-1 0 1,1 0-1,11-8 0,30-19 2,-1-3 0,88-75 0,-72 50 20,-3-3-1,-3-2 1,52-73 0,-18 15-4,207-278-281,-36 65-1790,-238 302 1814,74-87-556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0:55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3872 11008,'-4'5'341,"1"0"0,0 0 1,1 1-1,-1-1 0,1 1 1,0 0-1,1-1 0,-1 1 1,1 0-1,0 0 0,0 0 1,1 0-1,0 0 0,0 0 1,0 0-1,1 0 0,0 0 0,0 0 1,2 6-1,-2-10 105,0 0 0,0 0 0,0 0 0,0 0 0,0 0 0,0 0 0,0 0 0,1-1 0,2 4 0,16 6 469,-15-10-950,0 0 1,-1 0-1,1-1 1,0 1-1,0-1 1,-1-1-1,6 0 1,-4 1 56,-1-1 1,1-1 0,-1 1 0,1-1 0,-1 0 0,0 0-1,0-1 1,0 1 0,7-6 0,1-2 114,23-23 0,-30 26-83,0 1 1,1-1-1,0 1 0,0 0 0,0 1 0,1 0 0,0 0 0,0 1 0,0-1 0,0 2 1,15-5-1,-5 6 153,1 0 1,-1 2-1,36 3 1,-32-1 63,-1-1-1,43-4 1,-35-3-110,0-1 0,0-2 0,-1-1 1,0-1-1,0-1 0,40-25 0,-17 4 10,-1-2 1,53-48 0,-57 40-97,-2-2 0,65-87 1,59-113 96,-134 193-165,573-885-7,-539 828 32,73-161 0,21-131 32,-102 218-66,56-142 0,-94 274 7,3 1 0,1 1 0,3 1 0,44-55 0,-40 63 17,2 1-1,2 1 0,1 2 1,70-50-1,193-98 102,-229 148-72,1 4 1,107-33-1,-155 57-6,23-6 114,57-10 0,-78 19 97,-25 5 0,-9 11-128,-10 1-180,1 0-1,-1-2 1,-27 13 0,38-20 26,6-3 19,0 0-1,0 0 1,0-1-1,0 1 1,0 0-1,0 0 1,0 0-1,0 0 1,0 0-1,0-1 1,-1 1-1,1 0 1,0 0-1,0 0 1,0 0-1,0 0 1,0 0-1,0 0 1,0-1-1,0 1 1,0 0-1,0 0 1,0 0-1,0 0 1,-1 0-1,1 0 1,0 0-1,0 0 1,0 0-1,0 0 1,0 0-1,0 0 1,-1 0-1,1 0 1,0-1-1,0 1 1,0 0-1,0 0 1,0 0-1,0 0 1,-1 0-1,1 0 1,0 1-1,0-1 1,0 0-1,0 0 1,0 0-1,0 0 1,-1 0-1,1 0 1,0 0-1,0 0 1,0 0-1,0 0 1,0 0-1,0 0 1,10-17-1079,-7 13 649,0 0-1,-1 0 1,1 0-1,-1 0 1,0-1-1,-1 1 1,3-7-1,-8 0-970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0:57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4089 8448,'-4'-11'917,"0"0"1,-1 1 0,0-1 0,0 1-1,-1 1 1,-10-13 0,3 4 2151,8 12-2859,1 0 1,-1 1-1,0 0 1,-10-8-1,14 12-211,0 0 0,0 0 0,0 0 0,-1 0 1,1 0-1,0 0 0,0 1 0,-1-1 0,1 0 0,-1 1 0,1-1 0,0 1 0,-1 0 0,1-1 0,-1 1 0,1 0 1,-1 0-1,1 0 0,-1 0 0,1 0 0,-1 0 0,1 0 0,-1 1 0,1-1 0,-1 0 0,1 1 0,0 0 0,-1-1 1,1 1-1,-3 1 0,4-1 12,-1-1 0,1 1 1,-1 0-1,1 0 1,0-1-1,-1 1 0,1 0 1,0 0-1,-1 0 0,1 0 1,0-1-1,0 1 0,0 0 1,0 0-1,0 0 0,0 0 1,0 0-1,0-1 1,0 1-1,0 0 0,0 0 1,1 0-1,-1 0 0,0-1 1,1 1-1,-1 0 0,0 0 1,1 0-1,14 22 249,-14-21-231,4 3 94,-1 0-1,1-1 1,0 1 0,0-1-1,0 0 1,1-1-1,-1 1 1,1-1-1,0 0 1,0 0-1,0-1 1,0 0-1,10 2 1,1 0 248,0-1 0,1-1 0,29 0 0,19-2 179,-1 2-1,1 4 0,112 23 1,-7 21-417,-102-27-29,121 24 0,-126-40 54,129-3 1,-45-4-49,230 21 146,-355-18-223,-1-2-1,0 0 1,0-2 0,0 0 0,1-1 0,-1-1 0,-1-2 0,1 0 0,-1-1 0,36-15 0,12-17 176,114-84-1,-117 75-113,48-40 97,131-129 0,-229 199-187,0-1 1,-1 0-1,-1-1 0,0 0 0,-2-1 0,0 0 0,17-44 1,-4-5 33,19-88 0,-17 55-10,87-391 313,-87 383-310,4 2 0,6 1 0,64-133 0,-60 159-45,60-85 0,-55 93-47,262-379 38,-258 381 23,31-40-1,52-75 0,-53 69 26,6 3-1,4 5 1,5 3 0,147-127-1,-199 198-176,2 2 0,1 1-1,2 3 1,0 2 0,2 1 0,1 4-1,1 1 1,1 2 0,1 3-1,70-11 1,-103 23-579,1 1-1,0 1 0,42 1 1,-24 10-700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01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3932 8704,'0'-2'557,"0"-1"0,1 1 1,-1 0-1,1 0 1,-1 0-1,1 0 0,0 0 1,0 0-1,0 0 0,0 0 1,1 0-1,2-3 1,22-23 1763,-9 11-2779,-16 16 458,-1 0 0,1 0 0,0 0 0,0 0 1,0 0-1,1 1 0,-1-1 0,0 0 0,0 1 0,0-1 0,0 0 1,1 1-1,-1 0 0,0-1 0,1 1 0,-1 0 0,0-1 0,1 1 1,-1 0-1,0 0 0,2 0 0,30 10 239,1-1 564,-23-8-530,-1-1 1,1-1-1,0 0 0,0 0 1,0-1-1,-1 0 1,1-1-1,19-8 0,85-47 1535,-88 44-1489,0-1-202,-1-1 0,0-1 1,-1-1-1,-1-1 0,-1-1 1,-1-1-1,0-1 0,-2-1 1,-1-1-1,0-1 0,23-42 1,86-191 261,-19 34-161,101-239-3,-167 346-201,-6-1-1,24-135 1,-47 176 7,5 0 1,2 1-1,4 1 0,3 1 1,47-88-1,-28 74 139,5 3 0,4 2 0,86-101 0,-63 95-104,186-189 165,-225 245-183,2 2 1,86-48-1,-72 46-25,58-47 94,-96 68-93,-1-2 0,0 0 0,17-20 0,-18 17 58,-5 2-51,-10 15-21,-1 0 1,0-1-1,0 1 0,0 0 0,0 0 0,0-1 0,0 1 1,0 0-1,0-1 0,0 1 0,0 0 0,0-1 0,0 1 1,0 0-1,0 0 0,0-1 0,0 1 0,0 0 0,0-1 1,0 1-1,0 0 0,0 0 0,-1-1 0,1 1 0,0 0 1,0 0-1,0-1 0,-1 1 0,1 0 0,0 0 1,-2-1-2,0 1 1,0-1 0,1 1-1,-1 0 1,0 0 0,0 0-1,1 0 1,-1 0 0,0 0-1,0 1 1,0-1 0,1 1-1,-1-1 1,0 1 0,1-1-1,-4 3 1,-9 4 0,0 1 0,0 0 0,-23 19 0,-19 13 0,52-38 0,-145 93 0,123-77 0,1 2 0,1 1 0,-32 36 0,-144 199 73,135-170-39,-117 184-104,172-256 55,-109 191-10,76-128 28,-12 27-15,-72 194 0,-9 121 7,114-345 13,-37 128 14,-21 71-18,-24-8-9,83-223 5,-3 0 0,-1-2 0,-32 39 0,-101 98 0,124-145-15,-1-1-1,-1-2 0,-58 35 1,-125 57-51,211-117 66,-2 2 0,0 0 0,1 0 0,-14 11 0,21-15 0,0-1 0,0 1 0,0-1 0,0 1 0,1 0 0,-1 0 0,1 0 0,0-1 0,-1 1 0,1 1 0,0-1 0,0 0 0,0 0 0,0 0 0,1 1 0,-1-1 0,0 0 0,1 1 0,0-1 0,0 0 0,-1 1 0,2 3 0,-1-5 0,0 0 0,1 0 0,-1 0 0,0 0 0,1-1 0,-1 1 0,1 0 0,-1 0 0,1 0 0,0-1 0,-1 1 0,1 0 0,0-1 0,-1 1 0,1-1 0,0 1 0,0-1 0,-1 1 0,1-1 0,0 1 0,0-1 0,0 0 0,0 1 0,0-1 0,0 0 0,0 0 0,0 0 0,0 0 0,-1 1 0,1-1 0,0-1 0,0 1 0,0 0 0,2 0 0,2-1 0,-1 0 0,1-1 0,-1 1 0,0-1 0,1 1 0,3-4 0,35-21 0,-2-1 0,-2-2 0,0-2 0,-2-2 0,53-59 0,139-205 0,-85 70 0,-11 17 0,30-46-45,-37 55-16,44-78 38,-135 217 24,27-48 21,-5-2-1,-6-3 0,-4-2 1,-6-3-1,40-186 0,-48 183-21,-3 11 0,-21 62-5,-7 31 18,10-36 1,-5 9 92,-2 26-110,-2 18 7,-2 0 19,0 2-19,-1 0 0,0 0-1,0 0 1,1 0 0,-1-1-1,0 1 1,0 0 0,1 0-1,-1 0 1,0 0 0,1 0-1,-1 0 1,0 0 0,0 0-1,1 0 1,-1 0 0,0 0-1,0 0 1,1 0 0,-1 0-1,0 0 1,1 0 0,-1 1-1,0-1 1,0 0 0,0 0-1,1 0 1,-1 0 0,0 0-1,0 1 1,1-1-1,-1 0 1,0 0 0,0 0-1,0 1 1,0-1 0,1 0-1,-1 0 1,0 1 0,0-1-1,0 0 1,0 1 0,8 10 10,-7-8 2,-1-3-14,0 0 1,0 0-1,0-1 1,1 1-1,-1 0 0,0 0 1,0 0-1,0 0 0,0 0 1,0 0-1,0 0 0,0 0 1,0 0-1,1-1 1,-1 1-1,0 0 0,0 0 1,0 0-1,0 0 0,0 0 1,1 0-1,-1 0 0,0 0 1,0 0-1,0 0 0,0 0 1,0 0-1,1 0 1,-1 0-1,0 0 0,0 0 1,0 0-1,0 0 0,0 0 1,0 0-1,1 1 0,-1-1 1,0 0-1,0 0 1,0 0-1,0 0 0,0 0 1,0 0-1,0 0 0,1 0 1,-1 0-1,0 1 0,0-1 1,0 0-1,0 0 0,0 0 1,0 0-1,0 0 1,0 0-1,0 1 0,0-1 1,0 0-1,0 0 0,0 0 1,0 0-1,0 1 0,5-6 7,29-32-8,-25 26 0,0 0 0,1 1 0,0 0 0,1 1 0,20-14 0,-11 11 0,0-1 0,-2-1 0,31-28 0,41-56 0,-63 67 0,-16 18 0,1 1 0,0 0 0,1 1 0,0 0 0,1 1 0,0 1 0,16-8 0,-27 16 0,0 0 0,0 0 0,0 1 0,0 0 0,0-1 0,0 1 0,0 0 0,0 0 0,0 1 0,0-1 0,0 0 0,0 1 0,0 0 0,0 0 0,0 0 0,-1 0 0,5 2 0,18 6 0,-23-9 0,13 5 0,1-1 0,-1-1 0,1-1 0,-1 0 0,1-1 0,0-1 0,0 0 0,17-3 0,26-11 32,78-29 0,-78 22 0,79-16 0,3 18 28,14-3 8,-124 9-9,-31 13-58,1 0 1,-1 0-1,1 0 1,-1 0-1,0-1 1,1 1-1,-1 0 1,1 0-1,-1-1 1,1 1-1,-1 0 1,0-1-1,1 1 1,-1-1-1,1 1 1,-1 0 0,0-1-1,0 1 1,1-1-1,-1 1 1,0-1-1,0 1 1,1-1-1,-1 1 1,0-1-1,0 1 1,0-1-1,0 1 1,0-1-1,0 1 1,0-1-1,0 1 1,0-1-1,0 1 1,0-1-1,0 1 1,0-1-1,0 1 1,0-1-1,-1 1 1,1-1-1,0 1 1,0-1-1,-1 1 1,1 0-1,0-1 1,-1 1-1,1-1 1,0 1-1,-1 0 1,1-1-1,-1 1 1,1 0-1,0-1 1,-1 1-1,1 0 1,-1 0-1,1-1 1,-2 1-1,-6-4 34,-1 0 0,0 1 0,-1 0 0,1 0 0,-1 1 0,1 0-1,-11 0 1,-73-1 70,89 3-105,-329 19 213,248-12-191,3 1-86,-145 35 0,220-42 61,1 1 1,-1 0-1,1 0 0,0 1 1,-1 0-1,1 0 0,-7 4 1,13-6 0,-1-1 0,0 1 1,1-1-1,-1 0 0,1 1 0,-1-1 1,1 1-1,-1-1 0,1 1 1,0-1-1,-1 1 0,1-1 0,0 1 1,-1 0-1,1-1 0,0 1 0,-1-1 1,1 2-1,7 3-31,22-2-7,-26-4 39,57-2 35,1-4-1,69-15 0,-25 3-5,124-13-28,111-19 0,34-34 0,6-10-21,-378 94 18,11-2-22,-1 1 0,1 0 0,0 0 0,19 1 0,-22 4-41,-10 2 35,-15 6 0,-1-2 1,-1 0 1,0-1 0,-32 9-1,-61 12-82,87-24 107,-189 44 5,-350 94 0,521-130 0,-10 4 0,-1-2 0,-68 10 0,80-19 0,8-2 0,0 0 0,-46-2 0,73-2-5,1-1-1,0 1 1,-1-1 0,1 0-1,0-1 1,0 1 0,0-1-1,0 0 1,0 0 0,1 0-1,-8-5 1,11 6 3,-1 0 0,0 1 0,0-1-1,0 0 1,1 0 0,-1 0 0,0 0 0,1 1-1,-1-1 1,1 0 0,-1 0 0,1 0 0,0 0-1,-1-1 1,1 1 0,0 0 0,0 0 0,0 0-1,-1-2 1,2 2 1,-1 0 0,1-1 0,-1 1 0,1 0 0,-1-1 0,1 1 0,0 0 0,0 0 0,-1-1 0,1 1 0,0 0 0,0 0-1,0 0 1,0 0 0,1 0 0,-1 1 0,0-1 0,3-1 0,4-3-8,0 1 1,1 0-1,0 1 0,0-1 0,0 2 0,17-4 1,59-2-59,-81 8 67,506-51 128,-451 40-128,117-17 0,-166 28 0,-13 5 0,-17 4 0,-24 3 0,0-3 0,-51 4 0,-94-1 0,-19 3 0,-25 6 0,80-8 0,85-3 0,193-14 0,168-6 0,-57 4 0,377-58 0,-234 18 0,-343 42 5,1 2 1,-1 1-1,38 4 0,-65-1 30,-10 0 0,-19 1 2,-99-1-101,-133 18 0,-549 110 64,624-103 0,144-24 0,0-1 0,0-2 0,-43-5 0,20-7 0,53 11 0,0 0 0,0 0 0,0 0 0,0 0 0,0-1 0,1 1 0,-1-1 0,0 0 0,1 0 0,-1 0 0,1 0 0,0 0 0,-1-1 0,-1-2 0,3 3 0,1 1 0,0 0 0,-1 0 0,1-1 0,0 1 0,0 0 0,-1-1 0,1 1 0,0-1 0,1 1 0,-1 0 0,0-1 0,0 1 0,0 0 0,1-1 0,-1 1 0,1 0 0,-1 0 0,1-1 0,0 1 0,-1 0 0,1 0 0,0 0 0,0 0 0,1-1 0,1-3 0,1 1 0,0 0 0,1 0 0,6-5 0,0 2-7,0 0 0,1 1 0,0 1 0,-1 0 0,2 1 0,-1 0 0,25-4 0,95-7-62,-109 14 66,693-24 3,-398 18 107,-369 10-99,1 2 1,-75 17-1,3 0-12,-359 39 4,330-34 0,-7 2 0,114-23 0,-65 5 0,94-10 0,1-1 0,0 0 0,0-1 0,0-1 0,-17-4 0,0-8-64,31 14 63,-1 0 0,1-1-1,-1 1 1,1 0 0,-1 0 0,1-1-1,-1 1 1,1 0 0,0 0 0,-1-1-1,1 1 1,-1-1 0,1 1 0,0 0-1,-1-1 1,1 1 0,0-1 0,0 1-1,-1-1 1,1 1 0,0-1 0,0 1-1,0-1 1,-1 1 0,1-1 0,0 1-1,0-1 1,0 1 0,0-1-1,0 1 1,0-1 0,0 1 0,0-1-1,0 1 1,0-1 0,1 1 0,-1-1-1,0 1 1,0-1 0,0 1 0,1-1-1,-1 1 1,0-1 0,0 1 0,1-1-1,-1 1 1,0 0 0,1-1 0,-1 1-1,1-1 1,14-9 1,0 1 0,0 0 0,1 1 0,0 1 0,1 1 0,-1 0 0,21-4 0,126-17 0,-82 16 0,275-46 0,391-81 0,-675 123 0,-45 8 0,27-9 0,-21 5 0,-25 6-3,-10 2 1,-24-1 28,5 4-12,0 0 0,0 1 0,1 2 0,-22 4 0,-86 24 23,-15 18-37,-3 2 0,49-29 0,-1-3 0,-1-5 0,-146 3 0,-31 6-80,210-16 54,50-6-1,40-3 32,209-9-5,326 11 0,-285-17 0,-140 5 0,27 4 0,-157 10 11,-10 2 15,-14 3 44,-2-6-64,1 0 1,0-1-1,-23-4 1,-25 0-12,-13 0-303,51 2-215,1 1 0,-42 4 0,67-2 111,0-1 0,1 1 0,-1-1 0,0 0 0,0-1 0,1 1-1,-1-1 1,0 0 0,1 0 0,-1 0 0,1 0 0,-1-1 0,1 0 0,0 0 0,0 0 0,-1 0 0,2-1 0,-5-3 0,-25-16-2297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03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1094 2364 12800,'-1'0'314,"0"1"0,0-1 1,-1 1-1,1-1 1,0 1-1,0-1 0,0 1 1,0-1-1,-1 1 0,1 0 1,0 0-1,0 0 1,0-1-1,1 1 0,-1 0 1,-1 2-1,1-2-230,1-1-1,0 1 1,0 0-1,0-1 1,0 1-1,0 0 1,0 0-1,1-1 1,-1 1-1,0 0 1,0-1-1,0 1 1,1-1 0,-1 1-1,0 0 1,1-1-1,-1 1 1,0-1-1,1 1 1,-1-1-1,1 1 1,-1-1-1,1 1 1,-1-1-1,1 1 1,-1-1-1,1 1 1,-1-1-1,2 0 1,12 6 3854,11-9-2219,-10 1-1637,63-4-32,0-4 1,99-25 0,148-64-203,-224 60 106,-2-4 1,-2-5 0,131-86 0,-82 33-131,178-161-1,-272 216 156,-2-2 0,-3-3-1,-2-1 1,-2-2 0,61-102-1,-77 108 59,-3 0-1,-1-2 1,-3 0 0,-1-1-1,-3-1 1,9-57-1,-21 84 3,-1 0-1,-2 0 1,-1 0 0,0 0-1,-2 0 1,-9-44 0,6 50 0,0 0 0,-2 0 0,0 1 0,-1 0 0,0 0 0,-2 1 0,0 0 0,-1 1 0,-15-18 1,1 7 6,-1 2 1,-1 0 0,-2 1 0,0 2 0,-1 1 0,-42-21 0,5 8 0,-2 3 0,-77-23 0,72 32-43,0 3-1,-2 4 1,1 3 0,-2 3 0,1 3 0,-87 6 0,38 8-6,1 5 1,0 6 0,-123 36-1,124-21-40,3 6-1,-224 108 0,282-114 43,1 3 0,2 2 0,2 3 0,-78 72 0,69-48 0,3 2 0,-103 148 0,142-180 1,2 1-1,2 0 1,1 2-1,2 1 1,2 0-1,2 0 1,1 2-1,2 0 1,2 0-1,-2 44 1,8-53-3,1-1 0,2 1 0,1-1 0,1 0 0,2 0 0,2 0 0,0-1 0,2 0 0,2 0 0,1-1 1,1 0-1,1-1 0,34 51 0,-26-52-107,1 0-1,1-2 1,1-1 0,1 0-1,1-2 1,1-1 0,1-2-1,1 0 1,52 24 0,-43-27-216,0-2 0,1-1 1,0-2-1,1-1 0,1-3 1,-1-1-1,78 2 0,85-18-759,-191 9 1016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14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565 260 13440,'58'-238'8405,"-55"219"-4266,-3 19-4109,0 0 1,0 0 0,0 0 0,0 0 0,0-1 0,0 1 0,0 0 0,-1 0 0,1 0-1,0 0 1,0 0 0,0 0 0,0 0 0,0 0 0,0-1 0,0 1 0,0 0-1,-1 0 1,1 0 0,0 0 0,0 0 0,0 0 0,0 0 0,0 0 0,-1 0-1,1 0 1,0 0 0,0 0 0,0 0 0,0 0 0,0 0 0,0 0 0,-1 0-1,1 0 1,0 0 0,0 0 0,0 0 0,0 0 0,0 0 0,0 0 0,-1 0-1,1 0 1,0 1 0,0-1 0,0 0 0,0 0 0,0 0 0,0 0 0,0 0 0,0 0-1,-1 0 1,1 0 0,0 1 0,0-1 0,0 0 0,0 0 0,0 0 0,0 0-1,0 0 1,0 0 0,0 1 0,0-1 0,0 0 0,0 0 0,0 0 0,0 0-1,-4 6-17,0 0-1,1 0 0,0 1 1,0-1-1,0 0 0,1 1 1,-3 10-1,-1 6-4,-27 102-71,-22 169 1,48-251 59,-86 710 28,35 10 30,32-389-28,-94 1223 762,107-1378-426,13-213-335,-1 1 1,0-1-1,0 1 1,0 0-1,-3 6 0,4-13-24,0 0-1,0 1 0,0-1 1,0 0-1,-1 1 0,1-1 1,0 0-1,0 1 0,0-1 1,0 0-1,-1 0 0,1 1 1,0-1-1,0 0 0,-1 0 1,1 1-1,0-1 0,0 0 1,-1 0-1,1 0 0,0 1 1,-1-1-1,1 0 0,0 0 1,0 0-1,-1 0 0,1 0 1,0 0-1,-1 0 0,1 0 1,0 0-1,-1 0 0,1 0 1,-1 0-1,1 0 0,0 0 1,-1 0-1,1 0 0,0 0 1,-1 0-1,1 0 0,0 0 1,0 0-1,-1-1 0,1 1 1,0 0-1,-1 0 0,1 0 1,0-1-1,0 1 0,-1 0 1,1 0-1,0-1 0,0 1 1,0 0-1,-1 0 0,1-1 1,0 1-1,0 0 0,0-1 1,0 1-1,0 0 0,-1-1 1,-2-6 24,0-1 1,1 0-1,-1 0 1,2 0-1,-3-13 0,-6-64 111,4-1 0,6-116 0,29-186-50,-26 354-83,67-597-6,50-392-165,-98 704 301,-21-386 0,-5 613-57,3 38-27,-2 0 0,-13-62 0,5 78-10,7 35 1,1 13 0,-3 51 24,1 99 0,5-88-52,-30 633-15,-23-171 0,-27 3 0,5-36 0,72-485 0,-49 408 0,28-6 0,24-382 0,5 37 0,-3-62 0,-1-1 0,2 1 0,0 0 0,0-1 0,0 0 0,10 19 0,-12-28-3,0 1 0,0 0 0,0 0 1,0-1-1,0 1 0,0-1 0,1 1 0,-1-1 0,0 1 0,1-1 0,-1 0 0,1 0 1,0 0-1,-1 0 0,1 0 0,0 0 0,0 0 0,-1 0 0,1-1 0,0 1 0,0-1 1,0 1-1,2-1 0,-1 0-8,-1-1 1,1 1 0,0-1-1,-1 0 1,1 0 0,-1 0-1,1 0 1,-1 0 0,0 0-1,1-1 1,-1 1 0,0-1-1,0 0 1,0 1 0,3-5-1,3-3-22,0-1 0,0 0 0,-1 0 0,-1-1-1,9-19 1,26-75-173,-2-18-35,-5-1 1,28-206-1,-6-271-168,-44 287 665,-52-589 0,19 735-14,-8 2 0,-50-164 0,69 292-220,6 22 13,-1 1 1,-6-16-1,4 21-14,3 15-16,-2 20-10,6-23 5,-17 183 107,10-92-103,-61 1054 117,75 10-76,49-573-1111,-40-454 468,-9-39 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6:39:58.6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4607 1546 84 0,'-3'-19'42'0,"13"-25"-37"0,8 25 42 0,17-6-46 15,15 0 0-15,10-7 1 16,14-8 1-16,10 5-4 16,5 16 1-16,-1 16 1 15,-21 22 1-15,-11 16-2 16,-21 12 1-16,-20 22-1 15,-30 37 0-15,-20 1 0 16,-18-1 0-16,-7 7 0 16,-21 3 1-16,-7-3-1 15,-4-16 1-15,15-15 1 16,20-16 0-16,22-16 0 16,17-15 1-16,29-17 0 15,28-8 0-15,21-20-1 16,17-18 1-16,33-13-6 15,10-3 1-15,10-9-16 16,8-3 1-16,3-7-2 16,-7-15 1-16</inkml:trace>
  <inkml:trace contextRef="#ctx0" brushRef="#br0" timeOffset="213.77">5958 1687 66 0,'-28'3'33'0,"28"-3"-28"0,0 0 44 0,11-3-46 16,6 3 1-16,-2-7 0 16,2 4 1-16,1 3-14 15,3-6 0-15,7 3 4 16,11-13 0-16</inkml:trace>
  <inkml:trace contextRef="#ctx0" brushRef="#br0" timeOffset="719.55">6953 859 98 0,'-10'-44'49'0,"20"63"-58"15,1-10 73-15,-4 4-64 16,11-1 0-16,-1 16 0 16,1 4 1-16,-1 12-2 0,-6 18 1 15,0 4 0-15,-11 13 0 16,0-1-1-16,-11 4 1 16,0-10 0-16,1 9 0 15,-8-9-1-15,8 0 1 16,-4-9-1-16,3-13 1 15,4-3-3-15,3-21 1 16,4-23-1-16,7-13 1 16,8-12-1-16,9-18 1 0,1-4 1 15,10-7 1 1,8-5 2-16,6-4 0 0,7 1 0 16,15-10 1-16,-4 12-1 15,4 7 0-15,-8 9-1 16,-7 7 1-16,-3 9-2 15,-7 15 0-15,-3 10 0 16,-19 26 1-16,1 2-1 16,-14 16 0-16,-11 3 0 15,-18 12 1-15,-14-5 0 16,-14 8 0-16,-14 1-1 16,-7 3 1-16,0-3-5 15,-7-13 0-15,11-6-18 16,10-25 1-16,14-10-1 15,14-34 1-15</inkml:trace>
  <inkml:trace contextRef="#ctx0" brushRef="#br0" timeOffset="947.34">8308 1135 100 0,'35'-25'50'0,"18"40"-72"0,-32-5 96 15,-7 9-75-15,1 15 0 16,-5 4-2-16,-10 6 0 16,-7 9 3-16,-7 6 1 15,-4-2-3-15,-13 6 1 0,13-4-1 16,-7 7 1-16,8-6-6 16,2-7 0-16,12-9 0 15,-8-6 0-15</inkml:trace>
  <inkml:trace contextRef="#ctx0" brushRef="#br0" timeOffset="1126.53">8400 874 100 0,'-18'-34'50'0,"11"-10"-61"15,7 41 70-15,7-3-79 16,4-4 1-16,13 10-1 16,1 0 1-16</inkml:trace>
  <inkml:trace contextRef="#ctx0" brushRef="#br0" timeOffset="1374.96">9183 686 105 0,'0'-9'52'0,"14"90"-60"0,-7-46 77 16,0-4-71-16,-7 13 1 15,0 6-1-15,0 4 0 16,0 8 2-16,0 14 0 0,-3 2-2 16,3-6 0-16,0-3-1 15,0-6 0-15,-4-7-8 16,4 4 1-16,0-13 0 15,-7-9 1-15</inkml:trace>
  <inkml:trace contextRef="#ctx0" brushRef="#br0" timeOffset="1501.35">8865 1351 88 0,'-21'-47'44'0,"35"9"-49"15,0 23 55-15,18-10-62 16,25 3 1-16,10-3 0 16,14-10 0-16</inkml:trace>
  <inkml:trace contextRef="#ctx0" brushRef="#br0" timeOffset="1996.44">9638 1589 95 0,'7'10'47'0,"21"6"-56"0,-14-7 65 0,11 0-59 16,0-6 0-16,10 4-3 15,0-4 1-15,8-6 6 16,6 3 0-16,11-10-4 16,3-8 1-16,4 2 2 15,-7-3 0-15,-3 3 3 16,-8 7 0-16,-6-4 0 16,-5 7 1-16,-9-13-1 15,-15 4 1-15,-14-4-2 16,-11-9 0-16,-21-4-2 15,-13 1 1-15,-12-10-2 16,-3-3 1-16,4 3-1 16,10-2 1-16,7-8-1 15,21 7 0-15,8-3 1 16,13 10 0-16,15-4 0 0,7 10 1 16,3 9 0-16,-3 12 0 15,-22 17 0-15,-21 8 1 16,-31 23-1-16,-36 15 1 15,-35 19-7-15,-10 16 1 16,-11-3-1-16,10-1 0 16</inkml:trace>
  <inkml:trace contextRef="#ctx0" brushRef="#br0" timeOffset="2791.29">4124 3113 101 0,'-88'47'50'0,"70"-47"-58"16,29 4 61-16,35-1-57 16,17-3 0-16,32-7-2 0,36-8 1 15,28-4 6-15,35-6 1 16,31-6-4-16,47-1 0 15,35-12 3-15,25-6 1 16,31 6 2-16,25-6 0 16,32-3 0-16,0-4 0 15,10-15-1-15,7-3 1 16,8-19-3-16,-15-3 1 16,-20-7-1-16,-15 1 0 0,-32-20 0 15,-24 7 0-15,-32-6 0 16,-36 3 0-16,-38-3-1 15,-42-4 1-15,-43 16 0 16,-35 4 0-16,-46-10-1 16,-46 0 1-16,-53 6-1 15,-56-6 1-15,-71 0-2 16,-56 3 1-16,-67-6-1 16,-68 3 0-16,-48 22 0 15,-40 22 0-15,-34 25 0 16,-26 6 0-16,-17 19 0 15,-3 22 1-15,-19 28-1 16,8 25 1-16,11 20 0 16,31 14 0-16,18 4 0 15,21 32 0-15,60 2 0 16,21 4 0-16,46 27-1 16,31 1 1-16,43 25-1 15,39 16 1-15,46-1-1 0,46 16 0 16,45-24 0-16,50-11 1 15,63-15 0-15,64-22 1 16,77-21 1-16,93-26 0 16,48-50 1-16,54-35 0 15,34-18-3-15,19-1 0 16,6-9-1-16,-17-6 1 16</inkml:trace>
  <inkml:trace contextRef="#ctx0" brushRef="#br0" timeOffset="4201.49">18849 831 98 0,'42'-79'49'0,"57"67"-49"0,-64 12 49 0,8-10-51 16,6 20 1-16,4-1-1 16,0 10 0-16,-4 15 2 15,-13 4 1-15,-12 6-2 16,-17 9 1-16,-14 4-1 16,-17 21 1-16,-12 0 1 15,-10-5 0-15,-14-8 0 16,-3 8 1-16,3-11-1 15,3 1 1-15,1-10-1 16,14 7 0-16,10-13 0 16,14-3 0-16,11-13-1 15,18-3 1-15,21-15-1 16,35-13 0-16,14-13-4 16,25-5 1-16,17-8-11 15,1-2 1-15,-5-3 0 16,-13 0 0-16</inkml:trace>
  <inkml:trace contextRef="#ctx0" brushRef="#br0" timeOffset="4374.56">19639 1536 96 0,'-14'0'48'0,"21"0"-71"0,11 3 76 16,13-12-91-16,15-1 0 0,14-2 0 15,29-23 1-15</inkml:trace>
  <inkml:trace contextRef="#ctx0" brushRef="#br0" timeOffset="5714.1">21124 994 107 0,'0'-22'53'0,"-31"22"-79"16,16 3 107-16,-9 6-84 15,-19 16 1-15,-13 4-1 16,-18 30 0-16,-7 13 4 16,3 10 0-16,4-4-3 15,14-6 0-15,18-9 1 16,17-10 0-16,18-18 0 16,18-13 1-16,13-7 0 15,19-11 0-15,10-8 1 16,10-14 0-16,4-11 1 15,0-5 0-15,0-10-1 16,-3 0 0-16,-11 10-1 0,-15 15 1 16,-13 3-1-16,-11 22 1 15,-17 13-2-15,-15 25 1 16,-14 19 0-16,-14 34 0 16,1 10 0-16,-1 2 0 15,3-11 0-15,8-1 0 16,7-16 0-16,10-9 0 15,11-21 0-15,11-23 1 16,6-16-1-16,15-15 1 0,7-16-1 16,10-15 1-16,18-22-1 15,11-13 1-15,6-13-1 16,11-12 0-16,4 9-1 16,0-9 1-16,3 10-1 15,-10-11 1-15,-15 11 0 16,-10 15 0-16,-17 6 0 15,-12 4 0-15,-10 11 0 16,-10 11 1-16,-14 12-1 16,-8 9 0-16,-10 13 0 15,-7 22 1-15,-11 18-1 16,0 17 0-16,7 8 0 16,4 7 1-16,7-6-1 15,3-10 0-15,11 1 0 16,7-17 0-16,11-2-1 15,10-10 1-15,7-13 0 16,7-5 0-16,11-14 0 0,4-5 0 16,6-10 0-16,-3 0 1 15,-4-6-1-15,-3 6 0 16,0 3 0-16,-11 0 0 16,-3 10 0-16,-4-1 0 15,-6 1 0-15,-1 9 0 16,-4 3-1-16,1 3 1 15,3 4-1-15,7-1 1 16,1 7-1-16,2-7 1 0,1 1 0 16,0-10 0-16,0 0 0 15,-4 0 0-15,7-19 0 16,4-6 1-16,-7-22-1 16,3-13 0-16,4-2 0 15,3-1 0-15,-3-16 0 16,3 4 0-16,1-3 0 15,-1-10 0-15,-3 6 0 16,-4 20 1-16,-3-7-1 16,-4 15 0-16,-7 7 0 15,-3 10 0-15,-8 12 0 16,-3 15 1-16,-3 1-1 16,-4 18 0-16,-4 16 0 15,1 22 0-15,-4 16-1 16,3 6 1-16,-10 6 0 15,4 4 0-15,-1 9 0 16,-3-1 0-16,-4-5 0 16,1-7 0-16,-1-6-1 0,0-6 1 15,1-7-1-15,3-12 1 16,-1-3-1-16,5-13 0 16,3-3 0-16,7-12 0 15,3-13 0-15,8-3 0 16,17-7 1-16,4-12 0 15,7-6 0-15,14 0 0 16,10-19 0-16,1 6 1 0,3-6-1 16,0 6 1-16,-4 10-1 15,-3 6 1-15,-7 6-1 16,-7 0 1-16,-4 13-1 16,-10 22 0-16,-7-4 0 15,-8 4 0-15,-17 21 0 16,-7 7 0-16,-14 6 0 15,-11-9 0-15,-13 9 0 16,-8-6 1-16,-4 0-1 16,-13-6 0-16,-1-13-1 15,4-3 1-15,3-10-7 16,12-8 1-16,9-11-15 16,12-5 1-16,27-16-1 15,15-4 1-15</inkml:trace>
  <inkml:trace contextRef="#ctx0" brushRef="#br0" timeOffset="5944.14">23880 1172 98 0,'45'-3'49'0,"-20"-3"-69"0,-21 12 92 16,-1-3-73-16,-3 19 1 15,-3-3-3-15,-11 9 1 16,-1-3 1-16,-6 7 1 15,-3-1-2-15,-1 1 0 16,0-1 0-16,0-3 0 16,1 7 0-16,3 2 1 0,3-2-5 15,0-1 0-15,8-12-13 16,3 0 1-16,0-9-1 16,10-7 1-16</inkml:trace>
  <inkml:trace contextRef="#ctx0" brushRef="#br0" timeOffset="6327.91">23837 991 56 0,'-3'-63'28'0,"-19"0"-49"16,19 47 45-16,-1-2-35 16,4 2 0-16,0-3 0 15,0 0 0-15,4 10 22 16,3-1 0-16,4-5-9 15,6 2 1-15,1 7 5 16,7 0 0-16,3 3 0 16,7 3 0-16,0 0-6 15,4 0 1-15,3 9-3 0,-3-3 1 16,-7 4 1-16,-4-7 0 16,-7 12 4-16,-6-2 0 15,-5 3 4-15,-3-1 1 16,0-5 1-16,-3 9 1 15,3 6-2-15,0 12 1 16,-4 1-5-16,1 12 0 16,-4 13-5-16,0 3 1 15,0 6-4-15,0-3 0 16,0-6-8-16,0-4 1 0,0-9-15 16,3 0 1-16,5-15 0 15,2-7 0-15</inkml:trace>
  <inkml:trace contextRef="#ctx0" brushRef="#br0" timeOffset="6489.3">24056 1332 99 0,'42'-47'49'0,"46"-15"-108"16,-56 46 98-16,14-3-40 15,-4 0 1-15</inkml:trace>
  <inkml:trace contextRef="#ctx0" brushRef="#br0" timeOffset="6920.21">24398 1677 106 0,'11'0'53'0,"35"38"-76"0,-22-32 75 15,12 4-60-15,9-10 0 0,8-7-3 16,7-2 1-16,0-10 14 16,0-6 1-16,-7 6-8 15,4-9 0-15,-8 3 7 16,-10-3 1-16,-11-4 1 15,-10 4 1-15,-15-10-1 16,-13 1 1-16,-19-13-3 16,-9 3 0-16,-15 3-3 15,7 6 1-15,0 4-3 16,4-1 1-16,10-3 0 16,7 7 0-16,11 3-1 15,3 3 1-15,4 12 0 16,7 13 0-16,11 3 1 15,3 13 0-15,4 3 0 16,-1 18 0-16,-6 7 0 16,-4 10 1-16,-18-4-6 15,-13-3 1-15,-22 3-9 0,-21 3 0 16,-18 4-1-16,-24-1 1 16</inkml:trace>
  <inkml:trace contextRef="#ctx0" brushRef="#br0" timeOffset="7687.03">17678 2511 91 0,'-67'-12'45'0,"67"15"-51"16,10 3 65-16,18-6-59 15,39 10 0-15,32-1 0 16,39-3 1-16,49-3-1 15,56 4 0-15,43-14 0 16,49-2 0-16,39-10 0 16,49-6 1-16,36-3-1 15,24-13 0-15,15 4 0 16,10-1 1-16,7 3-1 0,-7 1 1 16,-14-1 0-16,-11-12 1 31,286-97 0-31,-208 28 0 15,-120 10-1-15,-106 5 1 16,-67 7-1-16,-67-6 0 16,-67-4-1-16,-60 13 1 15,-59-6-1-15,-72-3 0 16,-77-26 0-16,-71 4 0 0,-87-3-1 16,-47 15 1-16,-56-12-1 15,-36 2 1-15,-24 8 0 16,-14 17 0-16,-18 17 0 15,0 15 0-15,-3 13 0 16,0 19 0-16,6 15 0 16,12 22 0-16,10 4 0 15,14 9 0-15,17 25 0 16,36 18 0-16,35 1 0 16,43 12 0-16,31 10-1 15,36 15 1-15,45 19 0 16,32 19 0-16,28-3 0 15,50 25 0-15,46-16-1 16,42 1 1-16,63-1 0 16,57-6 0-16,78-28 1 15,56-19 0-15,49-22-2 16,42-35 0-16,12-12-17 16,-5-6 0-16,-9-10-1 0,-51-22 1 15</inkml:trace>
  <inkml:trace contextRef="#ctx0" brushRef="#br0" timeOffset="9429.65">3648 3057 49 0,'-21'0'24'0,"-15"25"-19"16,33-19 24-16,-4 4-28 16,7-4 0-16,7 0 1 15,7-3 1-15,4 1-2 16,-1-1 0-16,4-3 2 15,8-3 1-15,-5-4-1 16,12-2 1-16,2-4-1 16,5 4 1-16,17-4-2 15,17 1 1-15,8 2-2 16,10-8 1-16,14-11-1 16,15 14 1-16,21-13-1 15,6-4 0-15,15 4-1 16,14 0 1-16,14 0 0 0,14 6 0 15,0 0 0-15,22-3 0 16,-1-1 0-16,18 4 1 16,0 1 0-16,14-1 0 15,-7-13 1-15,21 7 0 16,4-7 0-16,17-15 0 16,-10-3 0-16,10 3 0 15,-3 6-1-15,-4 3 0 16,-14 10-1-16,-3 9 1 0,-29 3-2 15,-3 6 1-15,-28 4-1 16,-25 0 0-16,-18 2 0 16,-13-2 1-16,-19-1-6 15,-24-5 1-15,-21-1-1 16,-22-3 1-16</inkml:trace>
  <inkml:trace contextRef="#ctx0" brushRef="#br0" timeOffset="10156.04">3168 3421 64 0,'49'-7'32'0,"32"-14"-22"0,-59 11 20 0,16-6-29 15,15 7 1-15,7 0 2 16,7-1 0-16,-3 1-4 15,3-1 1-15,11 1 3 16,20-4 0-16,12 4 0 16,10 0 0-16,3-4 0 15,32-3 0-15,8 1-2 16,16-1 0-16,8-6-1 16,11-3 1-16,14 3-1 15,6-6 0-15,8-3-1 16,7 2 0-16,17-5 1 15,4-7 0-15,22-3 0 16,6 3 1-16,14 4 0 0,8-4 1 16,13 0-1-16,8 0 1 15,-11-6-1-15,-4 0 0 16,-10-6 0-16,0 9 0 16,-22-9-1-16,-6 9 1 15,-28 0 0-15,-22 10 0 16,-32 5-1-16,-27 11 1 15,-33 8-1-15,-31 4 0 16,-32 3-5-16,-28 3 1 0,-29 0-19 16,-24 3 0-16,-11 13-1 15,-31-26 1-15</inkml:trace>
  <inkml:trace contextRef="#ctx0" brushRef="#br0" timeOffset="14518.24">6495 4440 94 0,'-39'-53'47'0,"-60"15"-42"0,78 29 47 16,-14 5-52-16,-1 8 0 15,-13 11 0-15,-11 7 0 16,-11 19 0-16,-6 22 0 0,6 9-1 15,-3 9 1-15,21 1 0 16,14 3 0-16,25-7-1 16,14-12 1-16,32-29 0 15,17-18 1-15,15-19-1 16,10-25 1-16,18-13-1 16,-4-5 1-16,-7-23 1 15,-17-3 0-15,-11-3-1 16,-11 3 1-16,-21 6-1 15,-14 10 1-15,-10 2-14 16,-22 17 1-16,-7 12-2 16,4 6 1-16</inkml:trace>
  <inkml:trace contextRef="#ctx0" brushRef="#br0" timeOffset="14905.91">7362 4465 63 0,'-10'-35'31'0,"-11"-27"-5"0,14 49 25 0,-4 1-43 16,1-1 0-16,-12 10 3 16,1 6 0-16,4 10-15 15,-12 12 0-15,-2 9 9 16,6 20 0-16,4 8-4 16,17-8 0-16,8-7-2 15,17-7 1-15,21-24-1 16,18-16 0-16,14-16 1 15,4-24 1-15,-11-1 0 16,-7-3 1-16,-14 3 0 16,-11-3 0-16,-24 13-4 15,-11 0 1-15,-11 9-2 16,-38 3 1-16</inkml:trace>
  <inkml:trace contextRef="#ctx0" brushRef="#br0" timeOffset="15626.03">6311 6027 94 0,'-81'-10'47'0,"7"16"-44"0,56 1 41 15,-3 2-45-15,-7 4 0 16,0 2-1-16,-1 10 0 15,5 16 1-15,-8 9 1 0,14-3-2 16,8 10 1-16,10-13 0 16,10-7 0-16,5-11 3 15,9-11 1-15,4-15 1 16,8-12 1-16,-1-10 0 16,4-13 1-16,-7-9-1 15,-8 4 0-15,-10-14-3 16,-3 7 0-16,-18 6-12 15,-4 4 0-15,-10 15-1 16,-7 6 0-16</inkml:trace>
  <inkml:trace contextRef="#ctx0" brushRef="#br0" timeOffset="15932.78">7257 5788 106 0,'-25'-34'53'0,"-7"-13"-59"0,25 50 74 16,0 0-67-16,4 13 1 15,-8 12-1-15,-10 19 1 16,-7 22-3-16,-11 31 0 0,4 16 0 16,-8 10 0-16,11 15-13 15,22-3 0-15,13-13 0 16,11-21 1-16</inkml:trace>
  <inkml:trace contextRef="#ctx0" brushRef="#br0" timeOffset="17160.47">6128 7723 104 0,'-21'-44'52'0,"3"-9"-51"0,18 43 52 0,0 1-54 15,0 9 1-15,0 16-2 16,0 18 1-16,-4 26 1 15,1 28 0-15,-11 12-1 16,7 10 0-16,-4 15 0 16,1 4 0-16,2-7-10 15,1-9 0-15,4-16 0 16,3-6 0-16</inkml:trace>
  <inkml:trace contextRef="#ctx0" brushRef="#br0" timeOffset="17573.96">7232 7817 99 0,'-39'-12'49'0,"-17"40"-56"0,42-19 70 0,-22 23-63 16,-13 12 0-16,-4 6-1 16,-7 16 1-16,0 9-1 15,14 0 1-15,11-6-1 16,17-6 1-16,25-16-1 15,7-25 1-15,25-19 0 16,18-13 0-16,6-11 1 16,-3-14 1-16,0 1-1 15,-10-1 1-15,-15-3-3 16,-14-2 1-16,-21-1-1 16,-21-6 0-16</inkml:trace>
  <inkml:trace contextRef="#ctx0" brushRef="#br0" timeOffset="18617.78">6050 9605 101 0,'-39'-51'50'0,"15"42"-47"0,17 12 51 16,0 3-55-16,7 19 1 16,3 10 0-16,8 12 0 15,-11 6 0-15,10 16 0 16,-10 16-1-16,4 12 1 16,3 0-1-16,-7 4 0 0,0-4-13 15,3-9 0-15,-3-10 0 16,0-15 0-16</inkml:trace>
  <inkml:trace contextRef="#ctx0" brushRef="#br0" timeOffset="18843.83">6819 9366 113 0,'-14'-25'56'0,"18"44"-75"16,6-3 93-16,4 2-75 16,0 14 0-16,4 18 0 15,-4 16 0-15,-17 15-1 16,-8 13 1-16,0 29-20 16,1 5 0-16,3-5 0 15,14-36 1-15</inkml:trace>
  <inkml:trace contextRef="#ctx0" brushRef="#br0" timeOffset="20792.91">20331 4393 82 0,'-11'-57'41'0,"11"-21"-26"16,0 56 41-16,-7-9-55 15,-4 12 0-15,-10-16 0 16,-21 20 1-16,-11 12-3 15,-14 12 1-15,-4 25 1 16,-3 14 0-16,-7 11 0 16,4 38 0-16,6 13-1 15,22 6 1-15,31-16 0 16,25 7 0-16,21-19-1 16,22-25 1-16,17-20-1 0,-14-14 1 15,56-39-1 1,-7-21 1-16,-3-10 0 15,-11-9 0-15,-14-16-1 0,-10-9 1 16,-15 0-1-16,-17 9 1 16,-18 6-3-16,-14 10 1 15,-14 3-16-15,-7 9 1 16,-7 7-1-16,-11 9 1 16</inkml:trace>
  <inkml:trace contextRef="#ctx0" brushRef="#br0" timeOffset="21130.34">21594 4340 100 0,'10'-82'50'0,"-28"54"-64"16,8 22 80-16,-8 2-66 15,-14 17 0-15,-13 6 0 16,-26 15 0-16,4 16 0 16,4 23 1-16,13 14-1 15,22 1 1-15,21-9 0 16,32-10 1-16,17-16 0 16,11-19 0-16,17-24-1 15,15-10 1-15,3-32 0 16,-3-27 0-16,-18-4-1 15,-18-6 0-15,-20 0-4 0,-19 13 0 16,-28-4 0-16,-24 26 0 16</inkml:trace>
  <inkml:trace contextRef="#ctx0" brushRef="#br0" timeOffset="22056.13">20228 5901 101 0,'-17'-72'50'0,"-19"-9"-46"15,22 71 50-15,-7-2-55 16,-7 24 1-16,-11 16-1 0,0 13 1 16,-3 16 0-16,3 12 0 15,4 25 0-15,14 9 0 16,10-15-1-16,8-7 1 16,13-15-1-16,11-19 1 15,15-22 0-15,9-15 1 16,8-26 0-16,0-25 1 15,-3-18-1-15,-4-13 1 16,-8-4-1-16,-17 7 1 16,-10 7-6-16,-14 12 0 0,-15 2-13 15,-7 11 0-15,-7 18-1 16,-3 13 1-16</inkml:trace>
  <inkml:trace contextRef="#ctx0" brushRef="#br0" timeOffset="22338.05">21544 5976 107 0,'11'-62'53'0,"-8"-17"-68"15,1 64 91-15,3 2-76 16,-4 7 0-16,-3 6 0 16,0 19 0-16,-7 9 0 0,-10 22 0 15,-5 44 0-15,-6 22 0 16,-11 22-9-16,-6 41 0 16,6 6 0-16,0-13 1 15</inkml:trace>
  <inkml:trace contextRef="#ctx0" brushRef="#br0" timeOffset="22882.55">20108 7689 101 0,'-53'-38'50'0,"36"32"-50"0,17 12 51 0,0 13-51 16,0 15 0-16,0 32 0 15,3 19 0-15,4 15-1 16,0 10 1-16,8 15-9 15,-5 4 0-15,-3-1-1 16,-7-15 1-16</inkml:trace>
  <inkml:trace contextRef="#ctx0" brushRef="#br0" timeOffset="23244.01">21350 8197 108 0,'-14'-54'54'0,"-21"7"-67"0,17 38 79 16,-10 3-67-16,-11 9 1 15,-10 6-1-15,-4 19 1 16,-4 10 0-16,4 12 0 15,15 22-1-15,6 7 1 16,21-10 0-16,18-10 1 16,22-12-1-16,13-9 1 15,21-16 0-15,11-13 0 0,1-24 0 16,-8-23 0-16,-4-12-1 16,-10-10 1-16,-14-6-3 15,-18-3 0-15,-18 0-16 16,-13 4 1-1</inkml:trace>
  <inkml:trace contextRef="#ctx0" brushRef="#br0" timeOffset="23706.15">20271 9689 114 0,'-18'-72'57'15,"21"41"-70"-15,5 31 81 0,-1 6-68 16,0 13 0-16,3 15 1 16,4 13 0-16,-3 19-2 15,0 16 1-15,-1 18 0 16,-3 7 1-16,-3 2-2 16,-4-2 1-16,-7 6-10 15,3-6 0-15,1-20 0 16,-1-14 1-16</inkml:trace>
  <inkml:trace contextRef="#ctx0" brushRef="#br0" timeOffset="23955.13">21138 9918 125 0,'4'-56'62'0,"0"37"-76"0,6 16 90 15,15 6-78-15,-1 6 1 16,-2 16-1-16,-8 16 1 16,-4 28 1-16,-6 19 0 15,-11 19-4-15,-4 15 1 16,4 16-16-16,4 0 0 16,13-10 0-16,4-49 0 15</inkml:trace>
  <inkml:trace contextRef="#ctx0" brushRef="#br0" timeOffset="35807.92">5613 5490 94 0,'-43'-6'47'0,"26"0"-46"16,17 6 48-16,0 0-49 0,7-3 0 15,10 0 1-15,19-7 0 16,31-2 0-16,14-4 0 15,18-12 2-15,42-7 1 16,14-9-1-16,14-9 1 16,15 6 0-16,-8 6 0 15,-7-3-2-15,1 13 1 16,-18 3-5-16,-11 6 0 16,-14-10-1-16,-22 10 0 0</inkml:trace>
  <inkml:trace contextRef="#ctx0" brushRef="#br0" timeOffset="36231.19">5330 7297 104 0,'18'3'52'0,"56"-25"-51"0,-39 6 53 16,29-9-54-16,49-6 0 16,21-10 0-16,46-9 0 15,0-13-1-15,28-9 1 16,0 6 0-16,-14 3 0 16,-14 13 0-16,-21 9 1 15,-29 10-1-15,-17 12 1 16,-21 7-5-16,-25 5 0 0,-21 4 0 15,-22 6 0-15</inkml:trace>
  <inkml:trace contextRef="#ctx0" brushRef="#br0" timeOffset="36692.79">5549 9100 106 0,'4'-44'53'0,"42"3"-58"0,-18 28 62 16,25-2-57-16,14-4 0 0,14-3 0 15,28 0 0-15,11 0 0 16,14-6 1-16,11 0 0 16,24 3 0-16,-10 0 0 15,0 6 1-15,3 0-1 16,-14 6 0-16,-21 7-10 16,-17 6 1-16,-19 0-1 15,-27 9 0-15</inkml:trace>
  <inkml:trace contextRef="#ctx0" brushRef="#br0" timeOffset="37098.12">5429 10530 105 0,'11'6'52'0,"77"-28"-59"0,-46 13 67 0,36-1-60 15,24-6 1-15,25 1 1 16,25 2 0-16,7 1-2 16,-1 2 0-16,12 1 1 15,-11 6 0-15,-25 3 1 16,-7 3 0-16,-22 3-2 16,-13-3 1-16,-18 0-9 15,-17-9 0-15,-8-10 0 16,-21-21 0-16</inkml:trace>
  <inkml:trace contextRef="#ctx0" brushRef="#br0" timeOffset="41697.03">3806 3223 76 0,'0'3'38'0,"11"19"-37"0,0-22 38 16,6 10-39-16,15 9 0 15,10-10 0-15,25 7 1 16,22 2-2-16,2-2 1 16,19-3 0-16,31 2 0 0,3-5 0 15,29-10 0-15,25 0 1 16,24-10 1-16,18-2 0 15,39-10 1-15,6-6-1 16,33-7 1-16,14-6-1 16,13-6 1-16,8-12-3 15,21-13 1-15,-14-1-1 16,0-2 0-16,-1 0 0 16,-9 0 1-16,-5-26-1 15,-20-2 0-15,-8 6 2 16,-24-4 1-16,-18 1-1 15,-17-7 1-15,-22-15-1 16,-20 12 1-16,-22 7-1 16,-39 2 1-16,-28 11-3 15,-28-14 1-15,-36 13-1 16,-28 0 0-16,-35 7 0 16,-28-7 1-16,-35-10-1 0,-33 4 0 15,-34-10 0-15,-29 20 1 16,-35 2-1-16,-25 10 0 15,-42 9-1-15,-14 13 1 16,-32 2 0-16,-14 14 0 16,-7 8 0-16,-18 1 0 15,4-6 0-15,0 6 0 16,-14-7 0-16,14 10 0 16,-11-10 0-16,-7 26 0 0,4 15 0 15,-4 23 1-15,-4 5-1 16,15 19 1-16,3 10-1 15,18 25 1-15,7 6-2 16,32 19 1-16,10-7-3 16,32-8 1-16,22 11-2 15,31-2 1-15,14 0 0 16,35-1 0-16,22 1 1 16,13 18 0-16,22 1 1 15,17 2 1-15,26 1-1 16,23 9 0-16,22-3-1 15,18-10 1-15,31-9-1 16,26 0 1-16,20-12-1 16,18-4 1-16,31-6 0 15,19-12 0-15,13-7 1 16,14-12 0-16,19 2 0 16,9-2 0-16,12-6 0 0,13-4 0 15,15-9 0-15,17-10 0 16,7-21 0-16,7-7 0 15,29-22 0-15,-8-5 0 16,15-20 0-16,-1-6 0 16,8-3 1-16,3-13 0 15,-10-9 0-15,6 3 0 16,-20 3 0-16,3 0 0 16,-25 6 0-16,-3-2 0 15,-22-10-1-15,-10-19 1 0,-24 3-1 16,-15-16 1-16,-18-5 1 15,-17-33 1-15,-32-2 0 16,-28 13 1-16,-35-14 0 16,-32 4 1-1,-106-50-1 1,-35 25 1-16,-46 6-19 16,-43 31 0-16,-48 13-1 15,-75 0 1-15</inkml:trace>
  <inkml:trace contextRef="#ctx0" brushRef="#br0" timeOffset="43003.66">8333 4264 84 0,'-11'0'42'0,"7"-28"-31"15,4 28 43-15,0 0-53 16,11 6 1-16,-4 10 0 15,0 6 0-15,-3 12-3 16,-1 10 0-16,4 10 2 16,7 2 0-16,22-18 0 15,24-10 0-15,35-44 2 16,57-21 1-16,49-26-1 16,46-9 1-16,14-13-1 15,0 13 0-15,-21 16-15 16,-29 15 1-16,-38 31-2 15,-42 7 0-15</inkml:trace>
  <inkml:trace contextRef="#ctx0" brushRef="#br0" timeOffset="43306.63">7571 6419 100 0,'-18'-35'50'15,"46"-21"-51"-15,-10 31 68 0,14-7-67 16,28-5 1-16,28 2-4 16,25-6 1-16,28-3-15 15,35-6 0-15,15-16-1 16,24-9 1-16</inkml:trace>
  <inkml:trace contextRef="#ctx0" brushRef="#br0" timeOffset="43755.03">8199 8012 85 0,'-46'-16'42'0,"-18"41"-48"16,43-19 63-16,0 10-54 15,3-4 0-15,-3 1 1 16,7 0 1-16,3-7-6 16,11 3 0-16,18-6 4 15,21-6 0-15,17-12-1 16,47-14 0-16,45-27-2 15,70-10 1-15,33-12-7 16,45-1 1-16,18 13-1 0,-21 1 1 16</inkml:trace>
  <inkml:trace contextRef="#ctx0" brushRef="#br0" timeOffset="44198.42">7775 10044 89 0,'-84'34'44'0,"-19"48"-39"16,86-64 44-16,-8-2-49 16,14 0 1-16,15-4 0 0,28-9 1 15,28-24-3-15,52-20 1 16,54-25-2-16,53-16 1 16,39-27-20-16,34-20 0 15,22 4 0-15,-24-4 0 16</inkml:trace>
  <inkml:trace contextRef="#ctx0" brushRef="#br0" timeOffset="49375.02">7811 3794 81 0,'-60'-47'40'0,"-60"22"-34"16,74 19 40-16,-18-1-45 15,-20 10 1-15,-33 7-1 16,-17 2 1-16,-14 20-3 0,-28 8 1 16,-11 36 0-16,-4 15 1 15,-14 6-1-15,22 0 0 16,0 16 1-16,17 12 1 16,32 4-1-16,31-10 0 15,36 19 0-15,46-12 1 16,42-23-1-16,36-15 1 15,42-25-2-15,35-23 1 16,49-33 0-16,22-39 0 0,35-24 0 16,14-23 0-16,3-2 0 15,-6-13 0-15,-15-3 0 16,-21 9 1-16,-38 9 0 16,-40 20 0-16,-35-1 1 15,-42-3 0-15,-56 7-3 16,-68-7 1-16,-77 1-1 15,-99 18 0-15</inkml:trace>
  <inkml:trace contextRef="#ctx0" brushRef="#br0" timeOffset="50459.81">7895 5459 96 0,'-42'-66'48'0,"-50"0"-46"16,53 57 49-16,-31-7-51 15,-25 10 0-15,-29 12-1 16,-42 19 0-16,-14 16-1 15,-49 12 1-15,-11 41-2 16,-21 13 1-16,4 19-1 16,-1 18 1-16,29 16 1 15,35 6 1-15,24 22 2 0,61-9 0 16,49-13 0-16,42 3 0 16,61-21 0-16,55-23 1 15,51-34-2-15,38-31 0 16,35-48-1-16,28-49 1 15,25-36-1-15,4-33 1 16,-7-29 0-16,-18-6 0 16,-25-35 1-16,-28 13 0 0,-56 13 0 15,-46-7 0-15,-64 22-2 16,-67 28 1-16,-70 23-23 16,-82 46 1-16,-87 38-1 15,-96 16 1-15</inkml:trace>
  <inkml:trace contextRef="#ctx0" brushRef="#br0" timeOffset="51547.92">8146 7428 91 0,'-39'-141'45'0,"-46"31"-37"16,53 89 46-16,-24-1-54 16,-29 9 0-16,-42 13-1 15,-24 25 0-15,-43 3-2 16,-11 35 1-16,-24 0-1 16,-4 6 0-16,-7-3 0 15,7-1 0-15,-7-5 2 16,-7-4 1-16,29 4 3 15,-1 22 0-15,28 2 0 16,40 10 1-16,24 0-1 16,49 19 1-16,53 3-3 15,61 0 0-15,38-6-4 16,67-10 1-16,39-15-2 0,42-25 1 16,53-32 0-16,14-38 1 15,18-27 0-15,4-51 1 16,-8-15 3-16,-21-10 0 15,-17-25 1-15,-50 9 1 16,-42 1-1-16,-46 18 1 16,-46-9-2-16,-46 6 0 15,-63 12-8-15,-60 23 0 16,-74 18-1-16,-82 35 0 0</inkml:trace>
  <inkml:trace contextRef="#ctx0" brushRef="#br0" timeOffset="52351.28">7592 9115 102 0,'-46'-122'51'0,"-78"50"-50"16,82 63 51-16,-14-1-52 15,-18 4 0-15,-32 3-1 16,-21 9 0-16,-32 7-2 16,-14 21 1-16,-17 13-3 15,-36 16 1-15,7 12-1 16,-21 13 1-16,18 37 1 16,24 13 1-16,22 10 2 15,46 18 1-15,62-6 1 0,54-3 1 16,43-10 0-16,62-12 0 15,47-35-2-15,52-25 1 16,29-46-2-16,32-42 1 16,24-34-1-16,-4-34 1 15,1-39 0-15,-14-5 0 16,-36-29 1-16,-18 4 1 16,-41-4 0-16,-47 10 1 0,-45-10-1 15,-54 19 1-15,-48 16-4 16,-61 19 0-16,-63 28-25 15,-89 43 0-15</inkml:trace>
  <inkml:trace contextRef="#ctx0" brushRef="#br0" timeOffset="55235.67">8446 4418 72 0,'-18'19'36'0,"-14"-16"-29"31,29-3 36-31,6 6-41 0,11-3 0 0,14 0 1 16,25-3 0-16,21-6-4 15,29-19 0-15,45-13 2 16,28-31 1-16,43-18-8 15,17-7 0-15,8 3 0 16,-8 12 0-16</inkml:trace>
  <inkml:trace contextRef="#ctx0" brushRef="#br0" timeOffset="55637.47">8019 6143 96 0,'21'-41'48'0,"106"-6"-59"15,-67 28 70-15,49-12-63 16,39-20 0-16,39-21-24 0,14 3 0 16,22 7 30-16,-12 15 0 15</inkml:trace>
  <inkml:trace contextRef="#ctx0" brushRef="#br0" timeOffset="56032.32">8142 8146 74 0,'-14'-15'37'0,"14"-26"-32"16,11 25 51-16,13-3-51 15,19-18 1-15,31-7 0 16,35 3 0-16,29-6-12 15,31-6 1-15,7-4-1 16,25-8 0-16,4 2-4 16,0-9 1-16</inkml:trace>
  <inkml:trace contextRef="#ctx0" brushRef="#br0" timeOffset="56359.46">7938 10329 80 0,'7'3'40'0,"17"-19"-39"15,-10 10 49-15,15-10-45 16,6-15 0-16,14-13 1 16,22-9 1-16,38-22-10 15,32-4 1-15,32-21 2 16,28-10 1-16,43 4-16 15,-4 2 0-15,28 4-1 16,-18-1 1-16</inkml:trace>
  <inkml:trace contextRef="#ctx0" brushRef="#br0" timeOffset="60939.74">8375 3408 95 0,'-18'-97'47'0,"-49"-16"-41"0,39 88 47 0,-28-13-52 16,-33 1 1-16,-23-4-1 16,-44 19 0-16,-31 3-2 15,-42 29 1-15,-21 18 0 16,-40 28 1-16,-48 29-2 16,-8 53 1-16,-14 28-1 15,0 47 0-15,11 41 0 16,0 54 1-16,31 62-1 15,11 66 0-15,50 40-2 16,45 29 0-16,53 9-6 16,39-6 1-16,39-9-4 15,35-10 1-15,25-18-1 16,28-45 0-16,25-28 5 16,32-21 0-16,45-17 9 15,25-12 1-15,39-25 4 16,28-25 1-16,42-31 1 15,18-35 0-15,29-35-2 16,31-46 0-16,31-54-5 16,12-59 1-16,24-51-3 0,18-62 0 15,6-60-1-15,1-56 1 16,-4-48 2-16,1-43 0 16,-22-31 1-16,-22-14 0 15,-20-24 2-15,-35-34 0 16,-47-17 0-16,-38-24 1 15,-36-20-2-15,-34-27 0 16,-43-26-2-16,-39-21 0 0,-43 24-1 16,-48 26 0-1,-40 12-1-15,-34 38 0 0,-40 19-1 16,-35 27 1-16,-38 42 0 16,-43 18 0-16,-32 51 1 15,-49 40 0-15,-46 54 0 16,-46 53 0-16,-60 69-2 15,-66 100 0-15,-54 92-16 16,-67 109 0-16,-31 109-1 16,281-143 1-16</inkml:trace>
  <inkml:trace contextRef="#ctx0" brushRef="#br0" timeOffset="72453.11">3528 14487 60 0,'63'-63'30'0,"22"-31"-26"16,-60 57 30-16,10-20-27 15,0-9 1-15,4-9 4 16,0-10 1-16,-7-2-16 15,-8-1 1-15,-13-3 11 16,-18 3 0-16,-14 10-4 16,-18 15 1-16,-25 22-3 15,-13 19 1-15,-4 19-2 0,-8 25 0 16,8 16-1-16,4 15 0 16,10 16-1-16,24 12 1 15,22 23-2-15,25 12 1 16,20 16-1-16,29 24 0 15,35 8 0-15,1 8 0 16,-8 10-1-16,-11-13 1 16,-20-6 0-16,-19 0 0 0,-23-6 1 15,-30-16 0-15,-34-12 0 16,-25-19 0-16,-18-20-1 16,-21-27 0-1,-11-28-1-15,22-26 0 0,10-25 0 16,29-27 0-16,20-30 0 15,33-27 1-15,27-13 1 16,40-25 0-16,17-3 1 16,14-3 1-16,7-13-1 15,4 0 1-15,7 4-1 16,-1-4 1-16,-27-3-2 16,-4 3 1-16,-7 32-11 15,-18 12 1-15,-3 25-1 16,0 32 0-16</inkml:trace>
  <inkml:trace contextRef="#ctx0" brushRef="#br0" timeOffset="72665.61">4057 15077 106 0,'-49'25'53'0,"126"-54"-68"0,-63 23 80 15,60-41-78-15,18-9 0 0,17-20 0 16,4-5 1-16</inkml:trace>
  <inkml:trace contextRef="#ctx0" brushRef="#br0" timeOffset="73186.87">5105 13411 118 0,'-89'19'59'0,"79"63"-74"15,17-51 82-15,11 16-66 16,6 16 1-16,12 22-3 15,-5 21 1-15,8 16-2 16,-14 29 1-16,-11 12-1 16,-11 6 1-16,-6 1-1 15,-8-10 0-15,1-13 1 16,-4-25 0-16,3-15 1 0,1-29 0 16,6-24-1-16,-7-29 1 15,4-22-1-15,0-34 0 16,4-26 0-16,3-21 0 15,10-7 0-15,1-3 1 16,17-6 0-16,14 13 1 16,15 5 1-16,3 14 0 0,10 2-1 15,12 10 1-15,16 6-1 16,1 9 0-16,-11 20-1 16,-3 12 1-16,-7 21-1 15,-11 26 0-15,-25 25-1 16,-24 19 1-16,-18 13 0 15,-36 11 0-15,-24 1 0 16,-24-6 0-16,-12-10-3 16,5-28 1-16,-19-16-14 15,5-21 1-15,13-23-1 16,28-18 1-16</inkml:trace>
  <inkml:trace contextRef="#ctx0" brushRef="#br0" timeOffset="73386.39">6879 14434 114 0,'-77'47'57'0,"24"19"-74"0,49-48 93 15,-3 1-78-15,4 13 0 16,-5 2-3-16,-2 4 1 15,-4 6 4-15,0 9 0 16,0 3-8-16,-4 4 1 16,11-7 1-16,3-9 0 0</inkml:trace>
  <inkml:trace contextRef="#ctx0" brushRef="#br0" timeOffset="73561.74">6555 13691 101 0,'-67'-16'50'0,"116"-19"-53"16,-21 13 57-16</inkml:trace>
  <inkml:trace contextRef="#ctx0" brushRef="#br0" timeOffset="73774.69">7585 13192 125 0,'-46'28'62'0,"21"85"-68"0,25-82 75 0,11 29-70 0,3 0 0 15,0 15-2-15,-3 22 1 16,-1 32 2-16,-3 5 0 15,-7 20-2-15,-7 19 1 16,-3 5 0-16,-12-8 0 16,8-7-6-16,7-28 0 15,-3-26 1-15,-1-33 0 0</inkml:trace>
  <inkml:trace contextRef="#ctx0" brushRef="#br0" timeOffset="73977.36">7232 14208 122 0,'3'28'61'0,"29"-53"-70"16,4 9 76-16,16-2-76 16,30-4 1-16,13-16-24 15,14-3 1-15,8 7 35 16,-8-4 0-16</inkml:trace>
  <inkml:trace contextRef="#ctx0" brushRef="#br0" timeOffset="74437.5">8139 14998 118 0,'-57'79'59'0,"54"-39"-80"0,27-33 93 16,15-4-74-16,28-13 0 16,32-9-2-16,17-12 1 0,8-6 3 15,10-4 1-15,-7 3-3 16,-4 7 1-16,-13-7 1 15,-15 7 0-15,-14 3 1 16,-17 2 1-16,-15 1 0 16,-17-6 0-16,-22-7 0 15,-17-9 0-15,-25-15-2 16,-17-7 0-16,-21 0-1 16,-1-7 0-16,-3 1 0 15,14 3 0-15,11 9 0 16,17 7 0-16,14 6 2 15,8 9 0-15,27 6 0 16,11 13 1-16,1 16-1 16,-8 16 0-16,-18 27 1 15,-27 17 0-15,-26 11-3 16,-45 11 0-16,-11-1-7 16,-3 3 1-16,7-6-1 0,17-9 1 15</inkml:trace>
  <inkml:trace contextRef="#ctx0" brushRef="#br0" timeOffset="75231.56">2321 16679 98 0,'-7'-3'49'0,"148"-16"-53"16,-74 10 54-16,36-4-50 15,55 0 1-15,51 4 1 16,27 3 0-16,57 3-2 16,31 0 0-16,26-1 1 15,20-5 1-15,29-13 0 16,20-19 0-16,1-31 1 16,18-31 0-16,17-20-1 15,7-37 1-15,21-31-1 0,-7-28 1 16,-3-20-2-1,-28-8 0-15,-33 5-1 0,-34 4 0 32,59-120 0-32,-130 73 0 15,-106 47-1-15,-88 15 1 16,-74 13 0-16,-85 12 0 16,-84 13 0-16,-89-3 0 15,-92 31 0-15,-84 23 1 0,-53 18-1 16,-67 37 0-16,-28 26 0 15,-21 34 1-15,-33 22-1 16,8 41 0-16,-3 31 0 16,2 29 0-16,19 15-1 15,24 25 0-15,39 16 0 16,49-6 1-16,43 12-1 16,78-12 1-16,38-1-1 15,49 7 1-15,57 3 0 16,42 16 0-16,54 15 0 15,34 23 0-15,57 24 0 16,25 13 0-16,31 10-1 16,22-4 1-16,49-3-1 15,10-22 0-15,29-21 0 16,28-26 1-16,14-22 0 16,39-38 1-16,32-27 0 15,13-32 0-15,43-41 0 16,32-28 0-16,18-34-7 0,20-29 1 15,12-22-1-15,6-34 1 16</inkml:trace>
  <inkml:trace contextRef="#ctx0" brushRef="#br0" timeOffset="77529.17">9842 3358 82 0,'-63'-12'41'0,"-15"-4"-28"16,68 16 42-16,-1-10-54 15,18 10 1-15,4-9 0 16,14 0 0-16,17-4-3 0,14 1 0 15,11 2 2-15,36 4 0 16,-15 15-1-16,4 10 0 16,-4 16 0-16,-4 27 1 15,-6 17-1-15,-14 27 1 16,-19 45 0-16,-13 18 0 16,-11 29 0-16,-14 24 0 15,-10 23 0-15,-8 0 0 0,-3 15-1 16,-3-12 1-16,-5 6-1 15,5-16 0-15,-11 6 0 16,-1 4 0-16,-6-16 0 16,-4 10 0-16,-7-17 0 15,4-8 0-15,0-4 0 16,10-9 0-16,7-3 0 16,8-4 1-16,6-2-1 15,4-7 1-15,0-3-1 16,3-16 1-16,-3-12 0 15,-3-7 0-15,-8-2-1 16,-3-4 0-16,-4-15 0 16,1-4 0-16,-1-12 0 15,4 6 0-15,-8-15 0 16,5-14 0-16,-1 1 0 16,-10-12 0-16,-4-1 0 15,-14 1 1-15,-7-1-1 16,-7-3 1-16,0 0 0 15,-4-6 0-15,-10 0-1 16,-17-12 0-16,-5-4 0 0,-6 4 1 16,-11-7-1-16,-25-3 0 15,-3 6 0-15,-21-3 0 16,-18-9 0-16,3 3 0 16,-17-6-1-16,-3-4 1 15,3-9 0-15,-18-6 0 16,18-10 0-16,-7 7 0 15,0-3 0-15,14 5 0 0,-11 1 0 16,14 3 0-16,11 6-1 16,-7 1 1-16,18-1 0 15,14-3 1-15,10-6 0 16,8-4 0-16,6-8-1 16,11-7 1-16,11-10 0 15,14 1 1-15,10-4-2 16,0-5 1-16,4-7-1 15,0-10 0-15,10-15 0 16,4-29 0-16,15-18 0 16,6-34 1-16,21-36-1 15,0-40 1-15,22-31-1 16,13-41 0-16,22-35 0 16,14-12 1-16,-4-6-2 15,8-1 1-15,-1 7-1 16,-10-3 0-16,10 12 0 15,-10-12 0-15,-4 16 0 0,1 2 0 16,-15 10 0-16,-4 13 1 16,-2 18-1-16,-8 16 1 15,-4 34 0 1,-6 38 0-16,-8 23 0 0,-3 24 0 16,0 16 0-16,-4 21 1 15,4 14-2-15,7 18 1 16,7-6 0-16,18 12 0 15,13 4 0-15,36-7 0 16,15-6 0-16,27-6 0 0,39 6 0 16,21-28 0-16,36 6-1 15,21-3 1-15,17 9 0 16,15-3 0-16,27-12 0 16,1 2 0-16,11 4 0 15,9 3 0-15,-2 16 0 16,-1 13 0-16,-17 8-1 15,-21 13 1-15,-11 7 0 16,-36 12 0-16,-6 16 0 16,-18-4 0-16,-14 4 0 15,-21 12 0-15,-1 1 0 16,-9 2 0-16,-12-6 0 16,-13 3 0-16,-11 4 0 15,-11 2 0-15,-10 1 0 16,-22 6 1-16,-17 9-1 15,-14 6 1-15,-7 10-1 16,-15 10 0-16,1 2 0 0,-4 13 1 16,-3 13-1-16,6 27 0 15,4 26 0-15,-3 13 0 16,3 33 0-16,4 14 0 16,-4 28 0-16,4-1 0 15,-11 13 0-15,0-6 0 16,-11 10 0-16,-3 5 0 15,-17-2 0-15,-8 8 0 16,-14-5 0-16,-3 12 0 0,-4-15 0 16,-7-10 0-16,4-7 0 15,-1-18 0-15,-2 0-1 16,2-18 1-16,1-14 0 16,-4-5 0-16,7-1 0 15,0-3 0-15,4-9 0 16,3-4 0-16,4-2 0 15,10-7 0-15,-7-15 0 16,8-10 1-16,-5-12-1 16,-2-7 0-16,-8-3 0 15,-7-12 1-15,-28-10 0 16,-18 3 0-16,-17-2-1 16,-32 2 1-16,-46 19 0 15,-32 10 0-15,-39 9-4 16,-34 6 1-16,-33-3-16 15,-10 1 0-15,-32-8 0 16,-10-24 0-16</inkml:trace>
  <inkml:trace contextRef="#ctx0" brushRef="#br0" timeOffset="80321.3">18228 2584 80 0,'-39'-4'40'0,"36"-2"-35"16,13 3 40-16,22 3-44 16,28 0 0-16,35 0 0 15,36 0 0-15,49 0-2 16,45 0 1-16,44-6 1 0,52-7 0 16,46-12-1-16,52-3 1 15,29-25 2-15,22 2 0 16,-5-2 0-16,-6 15 0 15,-22 10 0-15,-24 9 0 16,-39 1-1-16,-32 11 1 16,-46-2-2-16,-49-1 0 15,-56 1-2-15,-43-7 1 16,-56 1-1-16,-57-7 0 16,-56 0-2-16,-71 0 1 0,-84 3-1 15,-78 0 1-15,-71 16 1 16,-66 6 0-16,-54 16 1 15,-35 0 1-15,-24 15 0 16,3 4 1-16,11-4-1 16,10 23 1-16,28 3-2 15,43 2 1-15,28-8-2 16,56-7 1-16,33-10 0 16,55-5 1-16,47-10-1 15,49-1 0-15,38-2 0 16,43-6 1-16,39 2 0 15,53 1 0-15,46-6-1 16,63-7 1-16,70-16-1 16,61 4 1-16,56-13-1 15,46 0 1-15,35-13-1 16,32 1 1-16,11-23-1 0,-4-2 1 16,0 12-1-16,-11 3 1 15,-17 9-1-15,-28 10 0 16,-36 13 0-16,-38-4 0 15,-40 10 0-15,-41 6 1 16,-50 0-1-16,-43 0 1 16,-34 0-1-16,-40 0 1 15,-42 0-1-15,-42-3 0 16,-49-4 0-16,-57 4 0 16,-53 3-1-16,-60-6 1 0,-56 6-1 15,-46 9 1-15,-43 7 0 16,-24 19 0-16,-21-20 0 15,3 17 1-15,14-4-1 16,18 3 0-16,28-12 0 16,25 0 0-16,25 6 0 15,20 9 0-15,29-2-1 16,25 2 1-16,35-2 0 16,46-4 0-16,42 0 0 15,39-3 0-15,42-6 0 16,50-10 1-16,45-9-1 15,54-9 1-15,48-10 0 16,58 3 0-16,34-2 0 16,25-1 0-16,29-6 0 15,24-3 0-15,11-7-1 16,17-3 1-16,0-5-1 16,4 8 1-16,-7 1-1 0,-21 5 1 15,-22 4-1 1,-27 13 1-16,-40-1 0 0,-38 10 0 15,-46 3 0-15,-40 0 0 16,-30 0 0-16,-29 3 1 16,-28 0-1-16,-22 0 0 15,-17-3-1-15,-10 0 1 16,-4-3-1-16,-1-3 0 16,1 0-6-16,0-4 1 0,4-2-1 15,-4 2 0-15</inkml:trace>
  <inkml:trace contextRef="#ctx0" brushRef="#br0" timeOffset="81221.74">19706 5378 99 0,'-42'0'49'0,"24"18"-49"0,22-15 50 0,10 7-50 16,21-1 0-16,18-9 2 16,42 0 0-16,36-15-1 15,38 2 0-15,25-12 2 16,25-6 0-16,3 6-1 16,-10-10 1-16,-15 10-1 15,-20 16 0-15,-22-4-9 16,-35 0 1-16,-25 13-1 15,-24 0 0-15</inkml:trace>
  <inkml:trace contextRef="#ctx0" brushRef="#br0" timeOffset="81567.34">19692 7284 84 0,'-60'-3'42'0,"-7"-16"-28"0,67 13 38 15,11 0-49-15,17-1 0 16,18-8 3-16,28-1 0 0,32-3-7 15,31 3 1-15,26-5 4 16,20-1 0-16,7 3-2 16,8 3 0-16,-11 7-1 15,-14-4 0-15,-21 1-5 16,-8 5 1-16,-24-2-15 16,-21 6 1-16,-25 3-1 15,-18 6 1-15</inkml:trace>
  <inkml:trace contextRef="#ctx0" brushRef="#br0" timeOffset="81896.66">20020 9103 104 0,'-14'-10'52'0,"39"-2"-68"0,-8 9 85 16,19-4-69-16,20 1 0 16,15-13 0-16,24 4 1 15,25-4-1-15,21 0 1 16,11 0 0-16,6 0 1 15,1 7-1-15,-7-4 1 16,-11 4-2-16,-3 5 1 0,-19 1-15 16,-16-3 1-16,-22-4-2 15,-14-6 1-15</inkml:trace>
  <inkml:trace contextRef="#ctx0" brushRef="#br0" timeOffset="82287.6">20193 11097 103 0,'-49'22'51'0,"17"-3"-59"0,28-16 76 32,36 10-63-32,14-7 1 15,21 0 1-15,21-6 0 16,32-3-10-16,14-9 1 15,21-4 6-15,8 3 0 16,2 4-3-16,-2-1 0 0,-8 4-3 16,-14-3 0-16,-24-1-20 15,-15 7 0-15,-21-9-1 16,-21-10 1-16</inkml:trace>
  <inkml:trace contextRef="#ctx0" brushRef="#br0" timeOffset="85111.73">16556 13132 106 0,'-35'-59'53'0,"20"43"-51"0,15 10 54 16,-7 6-55-16,0 12 1 0,-7 20 2 16,-7 30 1-16,-4 45-5 15,-20 37 0-15,-5 44 3 16,-10 29 1-16,-3 18-2 16,3-19 1-16,7-15-2 15,10-28 1-15,12-32-10 16,13-41 1-16,11-37-21 15,11-48 0-15,13-46-1 16,8-32 1-16</inkml:trace>
  <inkml:trace contextRef="#ctx0" brushRef="#br0" timeOffset="85335.03">17279 13101 120 0,'42'-13'60'0,"-20"20"-90"0,-19 12 124 16,-6 15-94-16,-4 19 0 16,-11 32 0-16,-7 18 0 15,-10 29 0-15,0 19 0 16,6-1 0-16,-2-9 0 0,9-9-4 16,5-16 0-16,6-12-16 15,4-26 0-15,0-18-1 16,4-35 1-16</inkml:trace>
  <inkml:trace contextRef="#ctx0" brushRef="#br0" timeOffset="85628.78">16778 13437 118 0,'-70'-4'59'0,"24"26"-80"16,42-9 101-16,8 6-82 15,6 9 0-15,4 6-1 16,15 7 1-16,9 3 3 16,19-3 0-16,6 0-1 15,22-10 0-15,14-12 2 16,3-13 0-16,0 0 0 16,-6-9 0-16,-5-6 0 15,-13-1 0-15,-18-5-1 0,-14-14 0 16,-18-8-5-16,-14-10 1 15,-10-7-17-15,-8-2 1 16,-3 0-1-16,0-7 1 16</inkml:trace>
  <inkml:trace contextRef="#ctx0" brushRef="#br0" timeOffset="85911.4">18020 12856 118 0,'-57'-6'59'16,"-20"44"-79"-16,59-26 100 0,-3 10-80 15,0 3 0-15,7 7 0 16,14 2 1-16,14 4-1 16,25 6 0-16,21 12 1 15,14 1 0-15,10 8 0 16,12 8 0-16,-5 18 0 15,-24 3 0-15,-21 9-1 16,-35 13 1-16,-32-3-2 16,-36-3 1-16,-24-4-6 15,-28-21 1-15,-8-10 0 16,1-18 0-16</inkml:trace>
  <inkml:trace contextRef="#ctx0" brushRef="#br0" timeOffset="86238.82">18792 13471 126 0,'29'-16'63'0,"147"1"-75"0,-123 8 78 0,18-2-70 16,17-4 0-16,7 1-5 15,-24 6 1-15,20-4 8 16,-17-2 0-16,-14 5-17 15,-17 1 1-15,-15 6 1 16,-21 6 1-16</inkml:trace>
  <inkml:trace contextRef="#ctx0" brushRef="#br0" timeOffset="86431.39">18683 13992 123 0,'28'-13'61'0,"163"-21"-85"0,-117 21 103 16,14-9-84-16,18 0 0 16,7 0-10-16,-11 3 1 15,-7 4 9-15,-17-1 1 16,-14 3-22-16,-15 4 0 16,-10 0 2-16,-4 2 1 15</inkml:trace>
  <inkml:trace contextRef="#ctx0" brushRef="#br0" timeOffset="87371.21">20673 12577 122 0,'-85'-66'61'0,"57"29"-61"0,28 37 62 0,0 0-63 16,10 12 1-16,1 23 0 16,3 15 0-16,4 28 0 15,3 35 0-15,-14 32 0 16,-7 18 0-16,-3 9 0 16,-1-3 0-16,-3-15-2 15,0-7 0-15,0-24-9 16,0-26 0-16,3-19-1 15,1-37 1-15</inkml:trace>
  <inkml:trace contextRef="#ctx0" brushRef="#br0" timeOffset="87684.43">21103 13029 119 0,'-32'-63'59'0,"1"-3"-71"0,20 51 82 15,-3-1-71-15,-7 3 1 16,-4 13 0-16,-3 10 1 16,-4 21-1-16,7 19 0 15,8 22 0-15,13 13 0 16,15 9 0-16,10 0 1 16,18-12-1-16,17-4 1 15,15-18-1-15,-1-23 1 16,1-12-1-16,-11-25 1 15,-4-25-1-15,-13-18 1 16,-8-14-1-16,-14-15 0 0,-14-6-1 16,-10-1 1-16,-11 1-9 15,-4 6 1-15,-3 9-1 16,-4 6 1-16</inkml:trace>
  <inkml:trace contextRef="#ctx0" brushRef="#br0" timeOffset="87989.82">21516 12841 113 0,'3'6'56'0,"8"13"-61"15,-7-13 69-15,-1 7-64 16,1 12 0-16,-4 9 0 16,0 13 1-16,0 13-2 15,3 6 1-15,8 3 0 16,10-3 0-16,11 2 0 15,10-8 0-15,4-3 1 0,7-23 0 16,3-15 0-16,-3-19 0 16,4-19 1-16,3-22 0 15,-15-15-1-15,-13-7 1 16,-21-9-2-16,-22 0 0 16,-17 0 0-16,-29 3 0 15,-20 12-2-15,-11 13 0 16,3 7-8-16,0 9 0 15,15 6 0-15,13-4 0 16</inkml:trace>
  <inkml:trace contextRef="#ctx0" brushRef="#br0" timeOffset="88271.7">22320 12521 112 0,'-14'19'56'0,"-56"-22"-62"15,55 6 73-15,-2 6-67 16,-1 0 0-16,8 4 0 16,3 6 0-16,10 6 1 15,15 6 0-15,6 10 1 16,12 12 0-16,6 13-1 16,-3 16 1-16,-7 6 0 15,-15 9 1-15,-20 19-2 16,-22-10 0-16,-17 1-1 15,-18-7 1-15,0-18-6 16,0-23 0-16,0-8-22 0,17-20 0 31</inkml:trace>
  <inkml:trace contextRef="#ctx0" brushRef="#br0" timeOffset="88498.22">23174 13308 123 0,'-25'31'61'0,"-28"-43"-76"0,50 15 94 0,3 0-80 15,10 0 0-15,15 0-1 16,14-3 0-16,14 0 1 16,17-6 0-16,8-7-3 15,7-5 0-15,3-4-4 16,-3 3 0-16,-15 0-17 15,-21 3 1-15,-17 1 1 16,-25 2 1-16</inkml:trace>
  <inkml:trace contextRef="#ctx0" brushRef="#br0" timeOffset="88713.76">23089 12860 124 0,'21'-4'62'0,"-21"-36"-90"15,11 30 121-15,10 4-94 16,11 3 1-16,7 6 0 0,-4 9 0 16,-3 10 0-16,-8 16 0 15,-9 22-1-15,-8 21 1 16,-7 23-1-16,-11 15 1 16,0 13-3-16,1 2 0 15,6-5-6-15,8-10 1 16,10-25-1-16,11-28 0 15</inkml:trace>
  <inkml:trace contextRef="#ctx0" brushRef="#br0" timeOffset="88954.5">24074 12543 122 0,'0'-19'61'0,"-15"-3"-70"0,22 19 80 0,4 6-72 15,7 10 1-15,3 2 0 16,0 17 1-16,-7 15-1 16,-7 28 1-16,-7 25-1 15,-7 19 1-15,-3 4 0 16,-1 12 0-16,0-16-5 16,1-3 1-16,3-13-20 15,3-21 1-15,4-26 0 16,0-24 0-16</inkml:trace>
  <inkml:trace contextRef="#ctx0" brushRef="#br0" timeOffset="89294.27">24564 12976 126 0,'-39'-63'63'0,"50"35"-90"0,-8 18 112 16,4 4-86-16,-10 3 0 15,-4 6-1-15,-4 6 1 16,-7 16 1-16,1 7 1 16,-1 12-1-16,8 6 0 0,10 13 0 15,7 2 1-15,14-2-1 16,14-6 1-16,7-7-1 16,4-16 1-16,4-15-1 15,-1-13 1-15,-10-15-1 16,-7-10 0-16,-11-19 0 15,-14-9 1-15,-11-12-4 16,-6-10 1-16,-8-3-9 16,0 6 0-16,1 3 0 15,3 4 1-15</inkml:trace>
  <inkml:trace contextRef="#ctx0" brushRef="#br0" timeOffset="89504.07">25185 12555 123 0,'-7'-6'61'0,"17"9"-71"16,-6 3 86-16,3 10-76 15,-7 9 0-15,3 10 0 0,-3 18 0 16,-3 22 0-16,-8 19 0 16,-3 10 0-16,-10 18 0 15,-5 16-1-15,1 3 1 16,0-9-3-16,3-10 1 15,8-6-16-15,9-22 1 16,8-22-1-16,22-24 1 16</inkml:trace>
  <inkml:trace contextRef="#ctx0" brushRef="#br0" timeOffset="89950.34">25728 12555 120 0,'-28'-44'60'0,"-7"16"-78"16,28 22 96-16,-1 0-78 0,1-4 0 15,4 7 1 1,10-6 1-16,11 6-2 0,10 6 1 16,7 3 0-16,4 7 0 15,14 9 0-15,3 15 0 16,1 10-1-16,-1 16 1 15,-6 22-1-15,-12 12 0 16,-27 13-1-16,-22-1 1 16,-27 14 0-16,-12-14 0 15,-20-8-1-15,-12-10 0 16,-2-22-4-16,-1-13 1 0,11-6-13 16,11-15 1-16,6-7 0 15,11-9 0-15</inkml:trace>
  <inkml:trace contextRef="#ctx0" brushRef="#br0" timeOffset="90155.27">26850 13245 124 0,'-25'-9'62'0,"53"31"-87"15,-6-22 100-15,13-6-81 16,21-4 0-16,18-6-16 16,8-9 1-16,6-12 9 15,0-7 1-15,-7 3-15 16,-14 0 1-16</inkml:trace>
  <inkml:trace contextRef="#ctx0" brushRef="#br0" timeOffset="90389.88">26899 12665 119 0,'-42'-3'59'0,"42"22"-89"0,7-4 122 16,7 17-92-16,4 15 0 0,3 25 0 16,-7 13 0-16,0 21-2 15,0 23 1-15,-3-10-5 16,-1 3 0-16,-2-6-10 15,2-15 0-15,4-14 0 16,4-24 0-16</inkml:trace>
  <inkml:trace contextRef="#ctx0" brushRef="#br0" timeOffset="90717.03">27922 12113 125 0,'-3'-25'62'0,"-1"16"-82"0,4 24 105 16,0 14-85-16,0 24 0 16,4 35 0-16,-4 12 0 15,0 13-1-15,-4 25 1 16,1 0 0-16,-1 9 0 16,8-2-4-16,3-4 1 0,3-13-11 15,1-9 1-15,0-15-1 16,-1-16 1-16</inkml:trace>
  <inkml:trace contextRef="#ctx0" brushRef="#br0" timeOffset="91025.4">28434 12574 71 0,'-7'-28'35'0</inkml:trace>
  <inkml:trace contextRef="#ctx0" brushRef="#br0" timeOffset="91691.23">28349 12524 99 0,'-14'16'49'0,"18"-32"-31"0,3 13 50 15,7 3-65-15,3-3 0 0,5 3 1 16,-1 0 0-16,0 0-6 15,0 3 1-15,-7 0 3 16,0 3 1-16,-3-3-3 16,-4 1 1-16,-3 5-1 15,-1-9 1-15,-3 9-1 16,-3 4 1-16,3 9-1 16,0 12 0-16,0 7 0 15,3 6 0-15,-3 13 0 16,4-1 0-16,-1-5 0 15,-3-1 0-15,0-12 0 16,0-7 0-16,0-9 0 16,4-6 0-16,3 0 0 15,3-10 0-15,-3 1-1 16,4-7 1-16,-4 3 0 0,0 4 0 31,-11-14 0-15,1-5 0-16,-1 0 0 0,1-7 0 15,3-9 0-15,7-7 0 16,0-5-1-16,0-4 1 16,4 0 0-16,-4 1 0 15,0-4 0-15,-4 3 0 16,-3 6-1-16,-3-2 1 16,-4 2 0-16,0 7 0 15,0-3 0-15,3 6 0 0,-3 6 0 16,3-6 0-16,1 6 0 15,3 3 0-15,-4 4 0 16,4-1 0-16,0 7 0 16,-3 0 0-16,-1 2 0 15,1 8 0-15,-1 5 0 16,-3 7 0-16,0 12 0 16,-3 6 1-16,-4 23-1 15,-4 15 1-15,4 22-1 16,0 9 1-16,-4 4-1 15,11 0 0-15,3-1 0 16,8-8 1-16,-4-20-2 16,3-12 1-16,1-16-4 15,0-9 0-15,-8-19-19 16,-3-10 1-16,-11-18-1 16,1-25 1-16</inkml:trace>
  <inkml:trace contextRef="#ctx0" brushRef="#br0" timeOffset="92001.35">29249 12709 124 0,'10'-22'62'0,"-20"-3"-89"0,6 22 109 15,1-3-86-15,-8-1 0 0,-10 1 1 16,-11 6 0-16,-3 6 6 15,0 13 1-15,-4 9-4 16,7 19 1-16,11 16 1 16,10 9 1-16,15 3-1 15,17-6 1-15,11-9-3 16,10-7 1-16,11-18-1 16,7-16 0-16,-3-19 0 15,-8-10 0-15,-7-15 0 16,-10-22 0-16,-14-9-3 15,-11-7 1-15,-18-12-7 16,-14 6 1-16,-10 0-1 16,0 3 0-16</inkml:trace>
  <inkml:trace contextRef="#ctx0" brushRef="#br0" timeOffset="92297.35">29584 12176 125 0,'-28'-31'62'0,"28"62"-75"0,10-22 83 16,8 7-71-16,14 12 1 16,7 7-1-16,6 12 1 15,5 12 1-15,-1 10 0 16,-7 13 0-16,-10 9 0 0,-18 12 0 15,-21 4 1-15,-21 3-1 16,-21-10 0-16,-15-6-4 16,-3-12 1-16,0-20-18 15,0-12 1-15,11-21-1 16,10-23 0-16</inkml:trace>
  <inkml:trace contextRef="#ctx0" brushRef="#br0" timeOffset="92498.32">30208 13076 125 0,'25'-16'62'0,"67"10"-86"16,-53 3 105-16,10 3-86 15,11-6 1-15,0-7-7 16,3 0 1-16,-6-12 5 0,-1-6 0 15,-6-3-20-15,-4-4 0 16,-8-3 2-16,-16-9 1 16</inkml:trace>
  <inkml:trace contextRef="#ctx0" brushRef="#br0" timeOffset="92683.64">30667 12540 102 0,'-35'-7'51'0,"-29"7"-65"0,57-3 99 16,0 6-84-16,4 10 0 0,3 6 0 15,10 18 0-15,8 17-3 16,3 15 1-16,0 12-3 16,-3 7 1-16,-4-3-7 15,-7 6 1-15,-4-7-6 16,-3-5 1-16,-3-13-1 16,3-10 1-16</inkml:trace>
  <inkml:trace contextRef="#ctx0" brushRef="#br0" timeOffset="92953.23">31436 12204 125 0,'-3'-47'62'0,"34"72"-90"0,-13-15 111 15,3 5-84-15,4 10 0 16,-4 4 0-16,-3 2 1 16,-8 19 1-16,-3 10 1 15,-3 15-2-15,-1 10 1 16,-6 15-1-16,-4 0 1 16,-4 10-9-16,-3-6 1 15,0-4-2-15,3-15 0 16</inkml:trace>
  <inkml:trace contextRef="#ctx0" brushRef="#br0" timeOffset="93199.83">31937 12618 124 0,'18'-28'62'0,"-29"-4"-75"16,11 32 81-16,4-3-72 15,-1 6 1-15,4 1 0 16,-3 5 0-16,-1 7 5 16,-3 9 1-16,0 3-3 15,0 13 0-15,-3 12 0 16,-1 7 1-16,1 12-11 16,-1-6 1-16,-6-13-2 15,-5-9 1-15</inkml:trace>
  <inkml:trace contextRef="#ctx0" brushRef="#br0" timeOffset="93462.53">32343 12527 113 0,'7'-47'56'0,"7"60"-69"0,-7-7 75 15,-4 10-62-15,-3 2 0 0,-3 4 3 16,-8 10 0-16,1 8-2 16,-1 11 0-16,-3 5 0 15,-4 10 1-15,-3 0-7 16,4-10 1-16,2-6-22 16,5-12 0-16,6-13-1 15,15-12 0-15</inkml:trace>
  <inkml:trace contextRef="#ctx0" brushRef="#br0" timeOffset="93775.56">32329 12076 112 0,'-36'-16'56'0,"-13"-53"-82"0,45 56 113 16,8-2-87-16,6 2 1 16,12 7 0-16,16 6 1 15,19 6-2-15,13 10 0 16,19 6 1-16,6 15 0 16,0 7 0-16,-7 16 0 15,-10 15-1-15,-18 7 1 16,-21-1 0-16,-29 7 1 15,-27 3-1-15,-26-3 1 0,-10-4-1 16,-21-8 0 0,-17 2-6-16,-8-15 0 15,0-13-1-15,4 3 0 0</inkml:trace>
  <inkml:trace contextRef="#ctx0" brushRef="#br0" timeOffset="94641.69">20027 14493 108 0,'-144'0'54'0,"87"22"-55"0,50-19 55 31,11-6-55-15,17-6 1-16,25-10 0 15,31 0 1-15,26-6 0 0,48 0 0 16,33 6 0-16,63 10 1 16,52 3 1-16,40 9 0 15,60-3 0-15,56 0 0 16,49-10-1-16,61-12 1 15,34-12-1-15,33-19 0 16,56-13-1-16,35-3 0 16,39-3 0-16,18 9 0 15,-1 6-1-15,-17 10 1 0,-31 3-1 16,-54 7 1-16,-70 9-1 16,-64 3 0-16,-81-1 0 15,-77 8 0-15,-71-4 0 16,-71 3 0-16,-52 6-11 15,-50-6 0-15,-57 10 0 16,-59-3 0-16</inkml:trace>
  <inkml:trace contextRef="#ctx0" brushRef="#br0" timeOffset="96927.16">20616 11596 77 0,'-84'-44'38'0,"10"34"-25"0,56 17 38 16,-14 12-46-16,-3 15 1 0,-14 44 4 15,-11 32 0-15,-4 66-12 16,-3 62 0-16,-4 95 8 15,8 99 1-15,14 67-4 16,24 12 0-16,50-22-2 16,56-34 0-16,49-82-9 15,64-84 0-15,67-79-1 16,57-101 1-16</inkml:trace>
  <inkml:trace contextRef="#ctx0" brushRef="#br0" timeOffset="97512.8">33172 11270 112 0,'28'-57'56'0,"-25"38"-57"16,4 23 56-16,1 8-55 15,2 16 0 1,8 113 0 0,-1 35 1-16,8 47 0 15,3 43 1-15,-3 57 0 16,-4 47 0-16,-7 19 0 0,-17-13 0 15,-25-6-3-15,-36-15 0 16,-45-29-18-16,31-100 0 16,-183 72-1-16,88-95 1 15</inkml:trace>
  <inkml:trace contextRef="#ctx0" brushRef="#br0" timeOffset="98186.95">19833 12929 96 0,'-10'-54'48'0,"-5"-9"-48"16,12 54 74-16,3-3-70 16,-4 2 0-16,1 7 0 15,3 3 1-15,0 13-7 16,-4 24 0-16,-3 16 4 15,-3 20 0-15,-8 24-2 16,-10 31 1-16,0 20-3 16,-11 18 1-16,14-3-7 15,18-6 1-15,11-13-17 16,6-19 0-16,8-27 0 16,3-26 0-16</inkml:trace>
  <inkml:trace contextRef="#ctx0" brushRef="#br0" timeOffset="98427.64">19085 14986 109 0,'-39'-4'54'0,"92"-5"-79"0,-28 0 103 16,14-13-78-16,21-3 0 0,10-10 0 15,12 1 0-15,2 2 0 16,-6 1 0-16,-8 0-2 16,-3 9 0-16,-3 6-12 15,-4 7 0-15,-11-1-1 16,-6 4 1-16</inkml:trace>
  <inkml:trace contextRef="#ctx0" brushRef="#br0" timeOffset="100046.12">19763 15218 51 0,'-7'-3'25'0,"10"-16"0"0,1 9 13 0,-4 4-28 16,-4 0 1-16,-3-4 6 15,0 1 0-15,-7 0-21 16,-7-1 1-16,-15-2 13 16,-6-4 1-16,-4 0-5 15,-7-3 0-15,4 1-4 16,3 5 0-16,4-3-2 15,10 4 0-15,11-7-1 16,7 3 1-16,14-2 0 16,17-1 0-16,15-3 0 15,32 3 0-15,3-3 0 16,10 6 0-16,4 4 0 16,0 9 1-16,-3 9-1 15,-4 10 0-15,-10 18 0 16,-18 10 0-16,-15 22 0 15,-17 15 0-15,-17 7 0 16,-18 6 0-16,-18 10-1 16,-10 9 1-16,-18-7-1 0,-15-9 0 15,-9-9-1-15,-1-9 0 16,4-17 0-16,7-11 0 16,3-17-1-16,7-15 0 15,4-13 1-15,22-15 0 16,9-10 1-16,22-3 0 15,14-9 1-15,14-1 0 16,7-5 1-16,11-7 1 16,10 0-1-16,11-3 1 15,14 9 0-15,4 7 0 0,3 6 0 16,-7 12 0-16,0 13 0 16,-3 13 1-16,-1 15 0 15,-6 6 0-15,-8 10 0 16,-7 16 0-16,-3-1-1 15,-14-5 1-15,-8-1-2 16,-10-6 1-16,-3-6-7 16,0-4 0-16,-1-21-1 15,-6-35 1-15</inkml:trace>
  <inkml:trace contextRef="#ctx0" brushRef="#br0" timeOffset="122119.56">12989 6710 87 0,'-3'-31'43'0,"-25"34"-29"16,28 16 44-16,0 37-57 0,0 35 0 16,-11 38 0-16,-7 56 1 15,-6 50-3-15,9-63 1 16,-9 173 1-16,3 16 0 16,3-35 0-16,7-19 0 15,1-37-1-15,3-38 1 16,7-28-1-16,0-32 1 15,0-27-7-15,3-36 1 16,1-21-1-16,3-28 1 16</inkml:trace>
  <inkml:trace contextRef="#ctx0" brushRef="#br0" timeOffset="122553.82">14065 7472 101 0,'-53'-56'50'0,"4"-38"-52"15,38 78 58-15,-6 0-56 16,-8 4 0-16,0 6 0 15,-6 9 1-15,-8 31-1 16,-7 29 0-16,-14 31 0 16,-4 47 0-16,4 28 0 0,8 38 1 15,13 13-1-15,11-63 1 16,45 62-1-16,18-31 0 16,11-34 0-16,7-35 1 15,14-40-1-15,4-36 1 16,10-27-1-16,-3-38 1 15,-4-37 0-15,-14-29 0 16,-15-44 0-16,-6-18 0 0,-18-14-1 16,-10-14 1-16,-14 8-3 15,-12 20 1-15,-20 3-20 16,-4 15 1-16,4 10 0 16,3 15 0-16</inkml:trace>
  <inkml:trace contextRef="#ctx0" brushRef="#br0" timeOffset="123189.28">14527 6045 82 0,'0'-65'41'0,"4"24"-34"0,-1 31 65 16,-3-5-71-16,4 8 0 15,-4-2 0-15,4 3 0 0,-4 6-2 16,21 6 1-16,-4 0 0 16,8 4 0-16,3 9 0 15,4 9 1-15,0 9-1 16,3 10 0-16,-7 26 0 15,-3 2 1-15,-7 9-1 16,-8-2 1-16,-6-10-1 16,-4-6 0-16,-7-3 0 15,-7-4 1-15,-8-15-1 16,1-12 0-16,-4-17 0 16,8-12 0-16,3-12 0 15,14-7 0-15,7-18 0 16,10-16 1-16,5-19-1 15,6-16 0-15,0 0 0 16,-7 1 0-16,-3-4 0 16,-15 9 0-16,-3-5 0 0,-10-7 1 15,-8 12-1-15,-7 10 0 16,-3 10-12-16,7 9 0 16,14 12 0-16,18 10 0 15</inkml:trace>
  <inkml:trace contextRef="#ctx0" brushRef="#br0" timeOffset="123856.47">15420 5722 101 0,'7'-62'50'0,"0"15"-60"15,0 34 71-15,0 1-61 16,4 2 0-16,-1-5 0 16,-3 5 1-16,0-2-1 15,-3 5 1-15,-4-5 0 0,0 5 0 16,-4 1 0-16,1 0 1 16,-1 0 0-16,4-4 0 15,7 4-1-15,8 0 0 16,9-10-1-16,15 10 1 15,10-1-1-15,8 1 0 16,-8 3 0-16,-6 3 0 16,-1 3 0-16,-10 3 0 15,-8 7 0-15,-10 3 0 16,-14 3 0-16,-7 2 1 0,-14 8-1 16,-10 2 0-16,-8 10 0 15,0 3 1-15,7-7-1 16,7 7 0-16,11-3 0 15,14 0 0-15,22-7-1 16,9 10 1-16,5 0 0 16,-1 3 0-16,-10 0 0 15,-8 13 0-15,-13 2 0 16,-22-8 1-16,-28 2-2 16,-14-9 1-16,-14 3-3 15,-3-6 1-15,6-9-15 16,11-7 1-16,11-9-1 15,24-7 1-15</inkml:trace>
  <inkml:trace contextRef="#ctx0" brushRef="#br0" timeOffset="124634.54">12457 10545 106 0,'7'41'53'0,"98"-32"-72"16,-55-24 87-1,186-73-70 1,4-28 0-16,25-16 0 16,3-25 0-16,21-24 3 15,-7-23 0-15,11-28-2 16,-25-10 1-16,7-24 2 15,-28-13 0-15,-17-13 0 16,-15-25 1-16,-11-12-1 16,-17-19 0-16,-21 0-1 15,-21 22 1-15,-29 9-3 16,-38 25 1-16,-46 7-2 16,-43 37 1-16,-42 26 0 0,14 59 0 15,-123-38 0-15,49 60 0 16,-134 0 1-16,-35 34 0 15,-4 26 0-15,-17 37 0 16,-22 28 0-16,-6 44 0 16,-26 63 0-16,-13 28 0 15,3 63 0-15,-7 28 0 16,7 41-1-16,39 35 1 16,11 15 0-16,38 40 0 15,43 39-1-15,35 27 1 0,21 32 0 16,46 13 0-16,42-16-1 15,71-22 1-15,21-44-1 16,35-41 1-16,14-37-2 16,43-32 1-16,21-37 1 15,17-23 0-15,40-24 0 16,17-13 0-16,35-19 1 16,14-21 1-16,22-42-1 15,14-31 1-15,13-47-2 16,19-43 0-16,-1-51-7 15,18-60 0-15,-3-78-1 16,-4-59 1-16</inkml:trace>
  <inkml:trace contextRef="#ctx0" brushRef="#br0" timeOffset="125136.44">12979 6823 104 0,'-67'-81'52'0,"77"77"-59"15,8 11 67-15,0 8-61 16,3 23 1-16,-4 12 0 15,-3 13 0-15,-6 22 0 16,-12 49 1-16,-17 26 0 16,-14 44 0-16,-18 16 0 15,3 31 1-15,1-1 0 16,7 8 0-16,3-23 0 16,3-9 0-16,12-23-1 15,6-21 0-15,7-25-2 16,8-28 1-16,3-29-7 0,3-28 0 15,8-28 0-15,10-32 0 16</inkml:trace>
  <inkml:trace contextRef="#ctx0" brushRef="#br0" timeOffset="125872.55">14259 7491 100 0,'-70'-44'50'0,"-36"-19"-51"16,81 48 56-16,-7 2-55 15,-3 4 0-15,-4 6 0 16,-3 15 1-16,-4 13-1 15,4 13 0-15,-11 9 0 16,14-16 1-16,-31 60 0 16,6 25 0-16,8 19 0 15,10 16 0-15,14 21 0 16,18 4 0-16,17-4-1 16,26-12 1-16,13-28-1 15,7-26 0-15,4-18 0 16,4-31 0-16,6-20 0 0,15-27 0 15,3-23 0-15,7-28 1 16,-10-21-1-16,-4-20 0 16,-4-15 0-16,-3-10 1 15,-7-9-1-15,-10 7 1 16,-4-7-1-16,-15-7 1 16,-13 13-1-16,-11-2 1 15,-14 11-1-15,-11-2 1 16,-10-4 0-16,-11 13 0 0,-6 6-1 15,-8 16 1-15,-14 3-1 16,-4 19 0-16,0 9 0 16,1 16 0-16,-1 13 0 15,-3 8 0-15,4 20 0 16,-8 28 0-16,4 22 0 16,0 25 0-16,7 22 0 15,14 25 0-15,4 18 0 16,17 20 0-16,18-3 0 15,14-4 0-15,17-3-1 16,29-9 1-16,11-22 0 16,3-19 0-16,3-28-1 15,11-23 1-15,4-24 0 16,10-25 1-16,-3-29-1 16,-4-31 0-16,-7-34 0 15,-7-22 1-15,0-41 0 16,-7-19 0-16,-11-19-1 0,-13 3 0 15,-15 19-7-15,-18 10 1 16,-10 19-2-16,-10-1 1 16</inkml:trace>
  <inkml:trace contextRef="#ctx0" brushRef="#br0" timeOffset="126639.48">14817 5594 85 0,'-25'-53'42'0,"-3"-10"-33"0,21 50 36 15,-4 1-45 1,-7 2 0-16,-17 4-1 0,-4 9 0 16,-6 10 0-16,-5 6 1 15,4 3-1-15,4 3 0 16,10 9 1-16,0 10 0 16,18-9 2-16,11 12 0 15,13 0 2-15,19 3 0 16,16-3-1-16,12 12 1 15,-1 1-1-15,1 6 0 0,-8 3-2 16,-3 3 1-16,-7-3-2 16,-7 3 1-16,-15-9-1 15,-3-4 0-15,-14 1 0 16,-7-4 1-16,-7 4-1 16,-3-7 0-16,-12-9 0 15,-6-3 0-15,-4-10 0 16,0-3 0-16,4-15-1 15,10-13 1-15,8-9-1 16,3-13 1-16,10-13-1 16,25-12 1-16,4-9 0 15,7-16 0-15,14-29 0 16,7 1 1-16,3-13-1 16,8 6 0-16,-1-2-1 15,1 5 1-15,-15 16 0 16,-10 13 0-16,-22 3 0 15,-17 9 1-15,-10 7-1 16,-11 6 0-16,-8 6-8 0,-6 9 1 16,-4 4-1-16,-7 12 1 15</inkml:trace>
  <inkml:trace contextRef="#ctx0" brushRef="#br0" timeOffset="127477.88">15286 5547 96 0,'-28'-32'48'0,"49"4"-53"0,-11 25 59 16,5-3-58-16,9 3 0 15,4 0-2-15,4-7 0 16,11 1 8-16,-1 2 0 0,7-5-4 16,11 6 0-16,0-4 4 15,-3 10 1-15,-1-6 1 16,-3 6 1-16,-11 6-1 16,-10 4 1-1,-25 34-2 1,-14 6 1-16,-11-9-3 15,-10 6 0-15,-18-7-1 16,-3 1 1-16,-4-6-1 16,4-1 0-16,3-3 0 15,0 1 1-15,7-1-1 16,4-3 1-16,10 1-1 16,11-1 1-16,11 0-1 15,6-9 1-15,15-7-1 16,10-5 0-16,11-7 0 15,17 0 0-15,1-3 0 16,-4 6 0-16,-11 3 0 0,-7 10 1 16,-17-1-1-16,-11 7 1 15,-14 6-1-15,-14 4 0 16,-11 5 0-16,-10 4 1 16,-8 3-1-16,1 3 1 15,-4 0-3-15,-4-3 1 16,-13 6-15-16,-1 7 1 15,-6 5-1-15,10 7 1 16</inkml:trace>
  <inkml:trace contextRef="#ctx0" brushRef="#br0" timeOffset="143376.91">13504 11320 112 0,'-74'-60'56'0,"53"57"-57"0,21 9 56 0,4 10-55 16,6 9 0-16,-6 13 1 16,6 25 0-16,1 31 0 15,-4 37 1-15,4 35 1 16,-4 48 0-16,-4 24 0 16,-6 4 1-16,-4-10-1 15,-1-13 0-15,1-25-3 16,4-21 1-16,-4-29-7 15,3-31 1-15,1-28-18 16,-1-23 1-16,4-36-1 16,0-23 1-16</inkml:trace>
  <inkml:trace contextRef="#ctx0" brushRef="#br0" timeOffset="143622.9">14340 11928 113 0,'0'-88'56'0,"-14"-6"-71"0,14 76 99 16,0-4-83-16,-3 9 0 15,3 7 1-15,-7 9 1 16,0 28-4-16,-7 29 1 16,-4 28 2-16,-10 50 0 15,-1 34-1-15,-9 29 1 16,2 37-2-16,5 10 1 15,9-13-7-15,22-19 1 16,4-18-1-16,7-26 0 16</inkml:trace>
  <inkml:trace contextRef="#ctx0" brushRef="#br0" timeOffset="144451.29">10435 17585 84 0,'-53'10'42'0,"25"-57"-30"15,24 21 23-15,-6-14-33 16,6-14 1-16,1-11 3 16,6-11 0-16,-3-2-6 15,7-7 1-15,0 4 5 16,15-4 0-16,-1 7-1 15,4 9 1-15,3 9-3 16,0 16 1-16,4 7-2 0,3 24 0 16,0 16-1-16,11 25 0 15,4 13-1-15,2 9 1 16,1 4-1-16,0-1 1 16,4 0-1-16,3 1 0 15,3-11 1-15,8-8 0 16,3-16 0-16,0 0 0 15,-4-13 0-15,-3 3 0 16,1-9 0-16,-8-3 1 16,-4-9-2-16,-7-7 1 0,-10-9-1 15,-4-13 0-15,-3-9-6 16,-7-10 0-16,0-6 0 16,-8-9 0-16</inkml:trace>
  <inkml:trace contextRef="#ctx0" brushRef="#br0" timeOffset="144779.43">12792 15500 123 0,'-85'44'61'0,"43"31"-69"0,38-50 77 16,1 19-69-16,-1 22 0 15,4 22-1-15,4 25 1 16,6 31 0-16,4 22 0 15,15 13 0-15,2-4 0 16,5 1-1-16,-1-16 1 16,0-10-7-16,7-34 1 0,1-25-1 15,-8-31 1-15</inkml:trace>
  <inkml:trace contextRef="#ctx0" brushRef="#br0" timeOffset="145229.71">13780 15544 76 0,'7'-35'38'0,"-4"-15"-16"16,-3 41 18-16,0-1-31 15,-7 4 1-15,-4 6 5 16,-3 6 1-16,-3 10-20 16,-4 22 0-16,-8 18 12 15,5 16 1-15,-1 16-6 0,-3 22 1 16,10 15-4-16,11 1 0 16,11 8-1-16,3-8 1 15,14-7-1-15,7-22 1 16,11-12-1-16,10-22 1 15,11-29 0-15,11-21 1 16,3-29-1-16,0-22 0 16,-4-18 0-16,-10-16 1 0,-10-19-1 15,-11-16 0-15,-15 4 0 16,-13-4 1-16,-15 7-2 16,-17 3 1-16,-11 9-6 15,-17-3 1-15,-4 9-1 16,-7 4 0-16</inkml:trace>
  <inkml:trace contextRef="#ctx0" brushRef="#br0" timeOffset="145794.47">14252 14503 103 0,'-28'9'51'0,"14"-18"-57"0,14 2 51 15,-4-8-46-15,-3-1 0 16,0-6 2-16,-3 6 0 16,-8-2 1-16,-3 5 0 15,3 4 2-15,-3 6 1 0,7 12 1 16,3 3 1 0,8 10-1-16,10 13 0 0,11 12-3 15,10 9 1-15,0 4-3 16,7 3 0-16,1 3-2 15,-5-1 1-15,-2-2-1 16,-5 0 1-16,-6-7-1 16,-8-12 1-16,-3-6-1 15,-7-13 0-15,-3-3-1 16,-1-13 1-16,1-9-1 16,3-9 1-16,3-10-1 15,4-6 1-15,8-10 0 16,2-2 0-16,1-1 1 15,-4 1 0-15,-10-4 0 16,-12-6 1-16,-6 0 0 16,-7 0 0-16,-11-3-4 15,4-1 1-15,-4-5-14 16,11-4 0-16,14 4 0 16,11-4 0-16</inkml:trace>
  <inkml:trace contextRef="#ctx0" brushRef="#br0" timeOffset="146320.57">14644 14311 111 0,'-11'0'55'0,"8"-28"-71"16,13 19 89-16,8-1-74 15,0 1 1-15,-1 0 0 16,4-7 0-16,1 3 0 16,2 4 1-16,1-4 0 15,-4 4 1 1,18 9 1-1,0 3 0-15,-4 3-1 16,0 7 1-16,-14-1 0 16,-6 7 0-16,-15 10-2 15,-15 8 1-15,-9 7-2 16,-12 3 1-16,1 3-1 0,0-3 1 16,10-3-1-1,8-6 0-15,13-7 0 0,18-6 0 16,14-6 0-16,22-3 0 15,20 3-1-15,-3 3 1 16,-3-1 0-16,-18 8 0 16,-15 2 0-16,-27 7 0 15,-29 2 0-15,-28 11 1 0,-17-4-4 16,-15-3 1-16,-7-10-9 16,18-6 1-16,21-12-1 15,29-16 0-15</inkml:trace>
  <inkml:trace contextRef="#ctx0" brushRef="#br0" timeOffset="147450.9">12922 17541 97 0,'-74'22'48'0,"35"-56"-51"0,36 27 52 16,-1 1-47-16,1 6 0 15,3 6 2-15,7 7 1 16,7 9-5-16,11 19 1 16,13 9 4-16,19 0 0 0,6-3-1 15,22-12 1-15,28-23-1 16,17-31 0-16,33-34-2 15,27-41 0-15,11-38-1 16,25-21 1-16,-7-23-2 16,10-3 0-16,-21-12-1 15,-10-7 1-15,-22 7 0 16,-13-16 1-16,-19 0 0 16,-27-9 0-16,-33 3 0 15,-27-4 1-15,-29 4-1 16,-35 9 0-16,-35 7-1 15,-26 12 1-15,-30 12-1 16,-36 19 0-16,-15 23 0 16,-23 8 1-16,-12 26-1 15,-3 16 1-15,-10 18-1 16,3 7 1-16,-4 27-1 16,-10 20 0-16,17 21 0 15,-6 10 0-15,-4 32 0 0,14 21 0 16,-4 32 0-16,11 21 0 15,25 26-1-15,14 12 1 16,18 19 0-16,24 22 1 16,18 16-1-16,17 12 0 15,18 3-1-15,11 4 1 16,21-13 0-16,7-4 0 16,17-8 0-16,15-10 0 15,3-16 0-15,18-19 0 0,18-9-1 16,24-18 1-16,11-10 0 15,14-29 0-15,17-18-1 16,11-16 1-16,7-25-1 16,18-22 1-16,4-22 0 15,-1-18 0-15,18-20 0 16,-7-12 0-16,14-25 0 16,7-19 0-16,0-16 0 15,0-15 0-15,-3-13 0 16,-15-12 0-16,-17 0 0 15,-22-17 1-15,-6-2-1 16,-25-9 0-16,-28-10 0 16,-18 0 0-16,-21-13 0 15,-22 1 1-15,-24-1-1 16,-21 4 1-16,-21 15-1 16,-22 13 0-16,-17 15 0 15,-28 10 0-15,-15 19 0 0,-17 12 0 16,-18 22 0-16,-13 19 0 15,-12 13 0-15,-10 18 0 16,11 16 0-16,-4 19 1 16,-7 19-1-16,17 21 0 15,-3 7-1-15,11 13 1 16,14 5-3-16,17 7 0 16,11 3-20-16,11 1 1 15,24-4-1-15,18-16 1 0</inkml:trace>
  <inkml:trace contextRef="#ctx0" brushRef="#br0" timeOffset="155387.92">14415 14415 73 0,'14'-25'36'0,"-7"6"-25"15,-7 6 37-15,0 1-47 16,0-4 0-16,-4 4 1 16,-10 2 0-16,0-2-1 15,0 9 0-15,-7 3 3 16,-4 3 0-16,4 3 0 16,0 3 1-16,-1-2-1 15,5 5 0-15,3 1-2 16,3 6 1-16,4 3-3 15,4 6 1-15,10 3-1 16,0 16 0-16,7 3 0 0,7-3 0 16,4 10 0-16,3-4 1 15,4-3 0-15,3 4 0 16,4-4 0-16,7 3 1 16,-4-3-1-16,-3 0 0 15,-4 1-1-15,-3-4 1 16,-11 0-1-16,-3 0 1 15,-11-7-1-15,-4 4 0 16,-6-3 0-16,-4 3 0 0,-15-6 0 16,1-1 0-16,-7-5 0 15,-4-1 0-15,-3-9-1 16,0-6 1-16,-1-10 0 16,5-6 0-16,-1-16 0 15,14-6 0-15,4-12 0 16,7-7 0-16,7-12 0 15,7-7 0-15,7 1 0 16,7-1 0-16,4 0 0 16,0 4 1-16,-1 0-1 15,5-1 1-15,6 1 0 16,-3-20 0-16,-1 4 0 16,-2 3 1-16,-5 3 0 15,-6 7 1-15,-7 12-2 16,-11 9 0-16,-18 10-2 15,-10 6 1-15,-11 6-7 16,-3 4 1-16,-1-1-1 0,8-6 0 16</inkml:trace>
  <inkml:trace contextRef="#ctx0" brushRef="#br0" timeOffset="161920.95">29263 15585 110 0,'28'-29'55'0,"7"-30"-55"0,-24 49 56 0,0 4-57 16,-11 6 1-16,-15 6-1 15,-16 13 1-15,-19 16 0 16,-24 15 0-16,-17 9 0 15,-12 7 0-15,-10-6 1 16,11-4 0-16,0-12-1 16,14-3 1-16,13-10 0 15,15-6 0-15,18-6-1 16,17-6 1-16,18-7-1 16,22 0 0-16,9 7 0 15,15-1 0-15,10 4 0 16,4 9 1-16,11 13 0 15,6 9 0-15,4 16 0 16,-3-4 0-16,0-2 0 16,-4-1 0-16,-14-6-5 15,-8-6 1-15,-6-6-17 16,-11-4 0-16,-6-9 0 0,-1-15 0 16</inkml:trace>
  <inkml:trace contextRef="#ctx0" brushRef="#br0" timeOffset="162437.85">29658 15547 110 0,'-42'-60'55'0,"24"38"-70"15,18 16 95-15,4 0-78 16,3 0 0-16,0 2 1 16,3 4 0-16,11 4-5 15,8-4 1-15,6 3 2 16,7 3 1-16,8 7-2 16,-1 2 1-16,0 4-1 15,-3-3 0-15,-7 3 0 16,-14-1 0-16,-11 4 0 15,-18 3 0-15,-10 7 0 16,-14-1 0-16,-11 7 0 16,0 2 0-16,8-2 0 15,2 0 1-15,8-4-2 16,7-2 1-16,11 5 0 0,10 1 0 16,10 6-1-16,5 6 1 15,-1 13-1-15,-11-4 1 16,-13 1 0-16,-15-4 0 15,-21-6 0-15,-17-3 1 16,-18-9-1-16,-7-3 1 16,0-17-3-16,6-8 0 15,19-7-7-15,17-3 1 0,29-3-17 16,24-3 1 0,25-4 0-16,38-2 0 0</inkml:trace>
  <inkml:trace contextRef="#ctx0" brushRef="#br0" timeOffset="162828.53">30544 15945 122 0,'-75'-56'61'0,"19"9"-92"16,49 34 119-16,-4 4-89 15,4 2 1-15,0 4-1 16,0 6 1-16,4 13 0 16,-1 9 0-16,8 13-1 15,3 6 1-15,7 6-1 16,11 10 1-16,3 8 0 0,11-8 0 16,3-7-1-16,4-12 0 15,0-16 0-15,-4-15 0 16,-3-23 1-16,-11-9 0 15,-10-9 0-15,-15-4 1 16,-13-5 0-16,-19-4 0 16,-9 0 0-16,-5 6 0 15,-3 4-5-15,4 9 0 16,10-4-20-16,11 7 1 16,14 0-1-16,3 0 1 0</inkml:trace>
  <inkml:trace contextRef="#ctx0" brushRef="#br0" timeOffset="163119.22">31073 15920 110 0,'49'22'55'0,"-31"-63"-78"16,-15 35 101-16,4-7-81 16,-7 1 1-16,-3 2 0 15,-4 1 0-15,-11 0 3 16,-7 9 0-16,-6 6-1 15,-8 6 0-15,4 4 2 16,-1 12 0-16,15 10 0 16,11 3 0-16,24 0 0 15,21 2 0-15,21 1-1 16,18-19 0-16,11-9-1 0,7-13 1 16,-11-9 0-16,-14-7 1 31,-39-34-1-31,-31-6 1 15,-29 3-10-15,-25 6 1 16,-17 0-1-16,-10 6 1 16</inkml:trace>
  <inkml:trace contextRef="#ctx0" brushRef="#br0" timeOffset="164323.46">27563 17146 107 0,'3'10'53'0,"212"62"-59"16,-127-60 62-16,57 1-56 15,42-4 0-15,39-6 0 16,35-9 0-16,25-13 0 16,21-12 0-16,7-10 0 0,-4-3 1 15,-3-12-1-15,-7-23 1 16,-18-12 0-16,-14-6 0 15,-21-13 0-15,-21-15 0 16,-32 3 0-16,-32-7 1 16,-21-12 0-16,-42-3 1 15,-39 9 0-15,-39-6 0 16,-35-3 0-16,-46-1 0 16,-46 17-1-16,-45 12 1 0,-40 3-3 15,-35 19 0-15,-28 3 0 16,-28 16 0-16,-18 9 0 15,-17 19 0-15,-15 28 0 16,-17 10 0-16,0 18 0 16,3 22 0-16,14 10 0 15,18 19 0-15,29 24 0 16,31 20 0-16,42 6 0 16,32 12 0-16,42 16-1 15,40 9 1-15,31 4-2 16,35 12 0-16,32-10 0 15,35-5 0-15,32-13 0 16,28 3 0-16,36-16 1 16,35-12 0-16,24-16 2 15,36-16 0-15,17-18 0 16,15-16 1-16,17-19-2 16,0-10 1-16,4-24-1 0,-7-4 0 15,-8-15-2-15,-3-9 1 16,-7-10 0-16,-3-7 0 15,-8-8 2-15,-7-11 0 16,-13-11 0-16,-15-10 1 16,-35-4-1-16,-25-5 1 15,-35-4 0-15,-32-18 0 16,-39 3-1-16,-42-1 0 16,-39 1 0-16,-42-10 0 0,-42 1-1 15,-36 8 1-15,-31 4-1 16,-29 0 0-16,-21 12 0 15,-25-6 0-15,-17 19-1 16,-7 13 1-16,-7 21 0 16,-18 16 0-16,-4 29 0 15,8 27 0-15,10 26 0 16,14 18 0-16,28 10 0 16,12 16 0-16,30 34 0 15,26 6 0-15,28 22-1 16,28 26 1-16,38 8-1 15,43 1 0-15,36 3 0 16,45-13 1-16,35-6-1 16,43-3 1-16,32-19 0 15,31-12 0-15,22-10 0 16,17-19 0-16,14-15 0 16,11-16 0-16,14-22 0 0,14-15 0 15,14-32 0-15,7-22 0 16,-3-16 0-16,-18-22 1 15,-18-24 0-15,-20-10 0 16,-12-13 0-16,-20-28 0 16,-25-9 0-16,-22-16 1 15,-34-6-2-15,-40 6 1 16,-42 6-4-16,-52 1 1 16,-61 5-22-16,-70 23 1 15,-81-4-1-15,-82-3 1 16</inkml:trace>
  <inkml:trace contextRef="#ctx0" brushRef="#br0" timeOffset="168817.33">12153 10113 103 0,'-56'28'51'0,"73"-13"-52"15,8-21 52-15,39-16-51 16,38-15 1-16,39-17-1 15,46-8 1-15,35-17-2 16,22-15 1-16,24 0 0 16,10-3 0-16,12 3 1 15,-12 3 0-15,-2 6 0 16,-29 4 1-16,-22 9 0 16,-31 18 0-16,-38 13-1 15,-40 10 1-15,-45 12-2 16,-54 16 1-16,-38 19-2 15,-60 9 1-15,-43 16-1 16,-56 6 1-16,-42 12-1 16,-39 10 1-16,-21 7 0 15,-11 21 0-15,-10 3 0 16,17 10 1-16,-3-7-1 0,24 13 0 16,43-15 0-16,42-10 0 15,32-16 0-15,42-19 0 16,42-18 0-16,36-10 1 15,35-22 0-15,50-21 0 16,42-26 0-16,52-19 1 16,33-9-1-16,41-6 1 0,22-6-2 15,25-17 1-15,0 1-1 16,6 13 1-16,-31 5-1 16,-7 10 0-16,-25 13 0 15,-35 12 0-15,-35 9 0 16,-43 7 1-16,-28 12 0 15,-35 4 0-15,-32 6 0 16,-53 12 0-16,-35 13-1 16,-49 6 1-16,-40 16-1 15,-38 12 0-15,-21 19 0 16,-29 0 0-16,-6 7-1 16,-11-1 1-16,14 7 0 15,7-1 0-15,28-5 0 16,32-10 0-16,39-7-1 15,31-15 0-15,39-15-1 16,40-13 1-16,30-13 0 16,37-16 1-16,48-18-1 15,36-9 1-15,53-14 0 16,28-11 0-16,42-10 0 0,4-10 0 16,21-12 0-16,-14 3 0 15,10 9 0-15,-24 1 0 16,-25 9 0-16,-21 12 1 15,-21 13-1-15,-36 10 0 16,-28 8 0-16,-31 7 1 16,-43 4-1-16,-31 11 1 0,-29 10-1 15,-57 7 0-15,-31 15 0 16,-49 6 0 0,-32 16 0-16,-35 19 0 0,-11 16 0 15,-11-1 0-15,14 1 0 16,5-7 0-16,13-3-1 15,39-9 1-15,35-4 0 16,32-21 0-16,35-10-1 16,36-12 0-16,31-13 0 15,32-12 1-15,50-10-1 16,34-16 0-16,50-12 0 16,36-15 0-16,45-23 1 15,32-3 0-15,32 7 0 16,-4-1 0-16,4 4 0 15,-22 9 0-15,-10 12 0 16,-35 7 1-16,-39 9-1 16,-32 4 0-16,-38 9 0 15,-33 12 1-15,-35 6-1 0,-27 10 1 16,-37 10-1-16,-48 6 1 16,-40 12-1-16,-55 19 1 15,-36 3-1-15,-39 13 0 16,-25 12 0-16,1 16 0 15,-12-6 0-15,22-1 0 16,29-9 0-16,16-6 0 16,30-9 0-16,34-10 0 15,39-12-1-15,32-7 0 16,35-6 0-16,43-12 1 0,35-13-1 16,35-19 1-16,53-6 0 15,35-19 0-15,53-12 0 16,28-17 0-16,19-8 0 15,9 3 0-15,-6 12 0 16,-22 6 0-16,-14 7 0 16,-31 12 1-16,-36 7-1 15,-42 5 0-15,-32 10 0 16,-31 4 1-16,-32 5-1 16,-36 7 1-16,-49 6-1 15,-32 13 0-15,-56 12 0 16,-39 16 0-16,-39 19 0 15,-21 12 0-15,-21-3 0 16,-7 4 0-16,14-11 0 16,35 1 0-16,22-12 0 15,31-11 0-15,42-11 0 16,40-7 1-16,34-13-1 0,47-12 0 16,24-12-1-1,32-10 1-15,42-16 0 0,25-9 0 16,35-9-1-16,35-23 1 15,18-2 0-15,32 6 0 16,-4-7 0-16,15 7 1 16,-25 12-1-16,-15 10 0 15,-24 6 0-15,-32 12 1 16,-28 7-1-16,-35 3 0 16,-29 9 0-16,-31 10 0 0,-36 6 0 15,-31 13 1-15,-28 9-1 16,-54 15 0-16,-24 7 0 15,-43 9 0-15,-20 13-1 16,-33 13 1-16,1 8-1 16,-18-5 1-16,10-4-1 15,12-9 1-15,23-9-1 16,40-10 1-16,42-9-1 16,35-10 1-16,29-12 0 15,45-10 0-15,46-9-1 16,43-9 1-16,38-16-1 15,53-13 1-15,50-12-1 16,28-13 1-16,38-9 0 16,22-9 0-16,7 9-1 15,7 0 1-15,-25 3-9 16,-35 12 1-16,-18 13-1 16,-45 10 0-16</inkml:trace>
  <inkml:trace contextRef="#ctx0" brushRef="#br0" timeOffset="170291.49">28773 16936 95 0,'74'25'47'0,"137"25"-45"16,-133-40 48-16,42 5-48 16,42 4 0-16,46-3 1 15,15 0 1-15,27-10-5 16,-7-3 0-16,1-3 3 15,-25-6 1-15,-25 3-2 0,-36-4 0 16,-34 4 0-16,-36 0 0 16,-28-3 0-16,-35-4 0 15,-36 4-1-15,-42 0 0 16,-39-7 0-16,-38 7 0 16,-36-10-1-16,-31 4 1 15,-12-1 0-15,-13 7 0 0,-4 0 0 16,4 3 0-16,18 3 0 15,13 9 0-15,18 4 0 16,32-4 0-16,25-3 0 16,27 0 0-16,22-2 0 15,32-1 0-15,28-3 0 16,32-3 1-16,38-7 0 16,40-5 0-16,41-4 0 15,40 3 1-15,31 0-1 16,25 7 1-16,10 6-1 15,1 6 1-15,-11 0-2 16,-25 0 1-16,-21-3-4 16,-32 10 1-16,-28-7-1 15,-32-6 1-15</inkml:trace>
  <inkml:trace contextRef="#ctx0" brushRef="#br0" timeOffset="172128.38">24126 17617 107 0,'-10'18'53'0,"-11"-15"-53"0,14-3 54 0,-4 0-55 15,-10 4 1-15,-14-4-1 16,-11 0 1-16,-14-4 0 15,-7 1 1-15,-4-3-1 16,4 0 1-16,-7-7 0 16,14-2 0-16,11-7 0 15,17 0 1-15,18-3-1 16,21-10 0-16,21 1 0 16,11-4 0-16,21 3-1 15,14 4 0-15,4 9-1 16,3 7 1-16,-4 5 0 15,-10 13 0-15,-14 10 0 16,-10 21 0-16,-12 16 0 16,-16 13 1-16,-19 12-1 0,-17 13 0 15,-18 3 0-15,-14 3 0 16,-10 0 0-16,-11-12 0 16,-4-7-1-16,-14-12 0 15,0-7 0-15,-6-15 0 16,6-16-1-16,11-6 1 15,10-13-1-15,18-12 1 16,18-3-1-16,21-4 1 0,14-6 0 16,14-3 0-16,14 0 1 15,25 0 0-15,4 7 1 16,6 2 1-16,4 7 0 16,-7 6 0-16,-3 6 0 15,-4 10 1-15,-11 3-1 16,-7 15 0-16,-7-3-3 15,-3 4 0-15,0 6-9 16,-1-1 0-16,8 4 0 16,7-6 0-16</inkml:trace>
  <inkml:trace contextRef="#ctx0" brushRef="#br0" timeOffset="172698.29">24913 17410 86 0,'21'-38'43'0,"4"-9"-40"0,-18 34 46 0,0 1-44 16,-3 2 1-16,-8 4 1 16,-6 0 1-16,-12 15-10 15,-6 7 0-15,-4 18 7 16,-13 17 0-16,-8 2-3 15,-7 10 1-15,0 6-2 16,3 12 1-16,4 7-1 16,11-6 0-16,10 2-1 15,11-5 0-15,14-7-1 16,11-10 1-16,10 1-1 16,14-13 1-16,7-9-1 15,4-10 0-15,3-12 0 16,1-9 0-16,-1-10 1 15,0-7 0-15,-3-8 0 16,-7-10 0-16,-11-13 1 16,-14-3 0-16,-14-12 0 15,-14 3 0-15,-14 0-1 0,-8 6 1 16,-10 6-2-16,4 7 1 16,7 9-11-16,10 3 0 15,14 6 0-15,15-2 1 16</inkml:trace>
  <inkml:trace contextRef="#ctx0" brushRef="#br0" timeOffset="173119.63">25273 17513 94 0,'11'-56'47'0,"3"15"-44"16,-11 35 58-16,1-4-59 15,3 7 0-15,3 3 2 16,8-3 0-16,10 3-5 16,11 6 0-16,0 7 3 0,14 9 1 15,-11 6-2-15,-10 3 1 16,-15 16-2-16,-20 10 1 16,-18 12-1-16,-18 15 1 15,-3 4-1-15,-11 6 1 16,3-6-4-16,1-10 1 15,7-5-14-15,6 2 1 16,8-12-2-16,11-10 1 16</inkml:trace>
  <inkml:trace contextRef="#ctx0" brushRef="#br0" timeOffset="173368.94">24998 18040 106 0,'-32'-50'53'0,"81"6"-70"16,-17 28 82-16,14-6-65 16,-11 3 0-16,43-6-2 15,10 6 1-15,4 7-6 16,0 6 0-16,-11 3-1 15,-11-1 0-15</inkml:trace>
  <inkml:trace contextRef="#ctx0" brushRef="#br0" timeOffset="174666.29">26070 17130 104 0,'-31'-84'52'0,"-114"-48"-56"0,95 98 69 16,-38-7-64-16,-32 0 1 0,-35 7 0 16,-32 9 1-16,-17 6-4 15,-15 12 0-15,0 7 2 16,0 10 0-16,22 9-1 15,-4 12 0-15,7 16-1 16,10 13 1-16,11 15-1 16,-3 22 1-16,14 29-1 15,14 15 1-15,14 25-1 16,28 13 1-16,28-1-2 16,36 14 1-16,35-17-1 15,38-18 0-15,44-19 0 16,30-25 0-16,54-22 0 15,25-22 0-15,34-25 1 16,15-22 1-16,14-19 0 16,-7-3 0-16,3-13 0 15,-20-6 1-15,-1-6-1 16,4-9 1-16,-29-13 0 0,-10-10 0 16,-14-5 0-16,-18-7 1 15,-28-10 0-15,-21-5 0 16,-28-14 0-16,-22-8 0 15,-21-7 1-15,-31-6 0 16,-22-19-1-16,-24 0 1 16,-14 0-1-16,-22 9 0 15,-28-2-1-15,-21 14 1 16,-14 14-1-16,-25 9 0 0,-7 25-1 16,-7 19 1-16,-10 12-2 15,6 22 1-15,-10 16-1 16,-3 19 1-16,13 22-2 15,-10 6 1-15,7 19 0 16,4 19 0-16,-4 12-1 16,14 16 1-16,14 9-1 15,15 7 1-15,24 12 0 16,28-13 0-16,29-2 0 16,31-4 0-16,28-3 0 15,33-3 0-15,38-9 0 16,24-7 0-16,26-9 0 15,31-13 1-15,7-15 0 16,18-13 0-16,17-25-1 16,15-15 1-16,24-20 0 15,4-15 0-15,14-3-1 16,-10-13 1-16,-5-9 0 16,-13 0 0-16,-36-3 0 0,-20 3 0 15,-29-1 1-15,-21-2 0 16,-25-3 1-16,-18-13 1 15,-17-13-1-15,-24-3 0 16,-22-9 0-16,-28-15 0 16,-18-11-1-16,-14 1 1 15,-25-3-2-15,-21 12 1 16,-14 7-1-16,-13 2 1 16,-19 7-1-16,0 16 0 0,-6 6 0 15,-5 15 0-15,5 20 0 16,-1 18 0-16,-3 16-1 15,-1 15 0-15,12 23-1 16,-1 15 1-16,-14 10-1 16,4 18 0-16,7 19 0 15,7 7 1-15,3 5 0 16,15-2 0-16,14 15-1 16,17 7 1-16,25-1-1 15,21-2 0-15,25-1-2 16,28 7 0-16,28-16-2 15,22-22 1-15,20-12 1 16,25-23 0-16,25-15 1 16,22-16 0-16,27-18 3 15,11-13 1-15,25-13 1 16,6-12 0-16,5-10 1 16,2 4 0-16,-20-1 0 0,-11-3 1 15,-14 7-2-15,-25 0 1 16,-21-1 0-16,-21-5 1 15,-21-7-1-15,-18-16 1 16,-14-21-2-16,-18-10 1 16,-17-22-1-16,-22-28 0 15,-24-3-7-15,-35-1 1 16,-32 17-1-16,-46 9 0 16</inkml:trace>
  <inkml:trace contextRef="#ctx0" brushRef="#br0" timeOffset="191165.06">24680 6704 72 0,'-7'-19'36'0,"0"-12"-28"15,11 18 36-15,-4-9-41 16,0 0 0-16,3 0 6 0,1 4 0 16,6-8-9-16,1 5 0 15,3-8 7-15,4 7 0 16,6-3-1-16,5 3 1 15,6 4-3-15,0 2 0 16,4 10-2-16,3 2 1 16,8 8-2-16,-8 2 1 15,0 0-1-15,1 4 0 16,-1 2-1-16,-7 4 1 0,1 3-1 16,-8 2 0-16,-7 11 0 15,-7 5 0-15,-3 14-1 16,-11 5 1-16,-4 10 0 15,-3 3 0-15,-11-3 0 16,-3 3 0-16,-7-3-1 16,-11-10 1-16,0-3 0 15,-3-2 0-15,0 2-1 16,-4-3 1-16,4 0 0 16,-4-6 0-16,10-3 0 15,5-3 0-15,-1-4 0 16,7-6 0-16,4-6 0 15,7-9 0-15,3-1 0 16,4-2 1-16,4-7-1 16,3 3 0-16,7-3 1 15,3 0 0-15,8-3 0 16,3-3 1-16,11-3-1 16,7 3 1-16,17-3 0 0,11-4 0 15,0-2-1-15,4-10 0 16,7 9 0-16,-1 1 0 15,1 5 0-15,-11 4 0 16,-7 6-1-16,-11-3 1 16,-10 7-2-16,-7-7 0 15,-11 0-15-15,-7-7 0 16,-3-24 0-16,-4-19 1 16</inkml:trace>
  <inkml:trace contextRef="#ctx0" brushRef="#br0" timeOffset="192322.12">25693 5459 86 0,'-25'-9'43'0,"-21"37"0"16,32-25-44-16,0 3 0 15,3-9-1-15,-3-3 0 16,0-7 3-16,4-2 0 16,-1-7-1-16,4 0 1 15,0 0 3-15,3-3 0 0,1 0 1 16,6 9 0-16,8 0-1 15,0 7 1-15,6 9-2 16,11 9 1-16,-3 1-4 16,-4 5 1-16,-3 4-2 15,-11 13 1-15,-7 2 0 16,-14 0 0-16,-7 7-1 16,-8 6 1-16,-9 7 0 15,-5 8 0-15,1-8 0 16,-7-1 0-16,3-12 0 15,7-10 0-15,0-9 0 16,11 0 0-16,3-13-1 16,11-5 1-16,7-8 0 15,7 4 0-15,4-22 0 16,3 0 0-16,7-3 0 16,3 16 1-16,1-7 0 15,3 10 1-15,0 9 0 16,8 13 0-16,-1 6 0 0,4 6 0 15,3 3-1-15,11 4 1 16,-4-4-2-16,-3 7 0 16,0-10-5-16,-4-3 0 15,-3-6-14-15,-8-6 1 16,-6-7-1-16,-4-12 1 16</inkml:trace>
  <inkml:trace contextRef="#ctx0" brushRef="#br0" timeOffset="192683.76">26099 5384 69 0,'0'-44'34'0,"14"-16"-39"16,-11 45 47-16,-3 2-38 15,0 1 0-15,0-4 5 16,-3 6 0-16,-1 10-9 15,-3 10 1-15,-4 9 7 16,-3 6 0-16,-3 9-2 16,-4 13 1-16,-1 10-3 15,5 15 0-15,6-9-2 16,8 6 0-16,6-7-2 16,11-8 1-16,7-11-1 0,-3-8 0 15,28-13 0 1,3-3 0-16,-3-4 0 0,-3-8 0 15,-8-7 0-15,-7 0 1 16,-14-16-1-16,-10 3 1 16,-15-5-1-16,-14-20 1 15,-13 7-4-15,-8-1 1 32,-14 1-11-32,17 3 0 15</inkml:trace>
  <inkml:trace contextRef="#ctx0" brushRef="#br0" timeOffset="193280.59">26458 5334 82 0,'-38'-13'41'0,"9"-6"-40"0,26 13 40 15,-4 3-41-15,0-7 0 16,3 4 4-16,1 0 1 15,6-7-3-15,4 1 1 16,4-4 3-16,6 0 1 0,8 4-1 16,10-4 1-16,1 1-2 15,-1 5 0-15,0 10-3 16,4 10 0-16,-7 5-2 16,-4 7 1-16,-7 10-1 15,-3-1 0-15,-8 7 0 16,-10 12 1-16,0-6-1 15,0 3 0-15,7 0-2 16,4 12 0-16,0-9-8 16,3 1 0-16,0-14-1 15,0-2 1-15</inkml:trace>
  <inkml:trace contextRef="#ctx0" brushRef="#br0" timeOffset="193525.27">26518 5600 104 0,'-31'-12'52'0,"34"5"-60"0,4 7 71 15,7 0-64-15,7 0 1 16,8-3-1-16,9-3 1 15,5 0 0-15,6-7 0 16,4 1-1-16,0-1 0 0,-11-3-10 16,-3 1 1-16,-11 5 0 15,-6 4 0-15</inkml:trace>
  <inkml:trace contextRef="#ctx0" brushRef="#br0" timeOffset="195828.8">27072 6911 114 0,'7'-6'57'0,"127"-13"-72"0,-98 6 77 16,2-6-64-16,1-6 0 16,4-3-4-16,2-3 0 15,19-7 3-15,-1-9 0 0,15 6-13 16,0-3 1-16,-1 7 0 16,-3-7 0-16</inkml:trace>
  <inkml:trace contextRef="#ctx0" brushRef="#br0" timeOffset="196164.32">27023 6277 103 0,'-35'4'51'0,"35"2"-59"16,3-12 85-16,8-1-74 0,6-2 1 16,11 0 0-16,15-7 1 15,13 6-7-15,8-8 0 16,3 2 5-16,3-6 0 15,8 6-2-15,3 4 0 16,4-10-1-16,-8 6 1 16,-6-3-1-16,-8-6 0 15,-6 3-7-15,-4 0 1 16,-11 4-1-16,-7-4 1 0</inkml:trace>
  <inkml:trace contextRef="#ctx0" brushRef="#br0" timeOffset="196607.72">29182 5371 110 0,'-32'-41'55'0,"7"57"-55"0,22-13 59 16,-1 10-59-16,1 9 0 15,3 12 1-15,0 20 0 16,0 30 0-16,3 32 1 16,4 13 0-16,-3 31 1 15,-1-7-1-15,-3-11 0 16,4-4-1-16,-1-19 1 0,5-10-7 16,2-24 1-16,1-28-21 15,-1-20 0-15,4-18 0 16,4-16 1-16</inkml:trace>
  <inkml:trace contextRef="#ctx0" brushRef="#br0" timeOffset="197129.39">30004 5553 83 0,'-25'-16'41'0,"0"-15"-32"0,18 22 68 16,-3-4-73-16,-1 1 1 15,-3 12 3-15,-7 0 1 16,-7 15-12-16,-4 13 1 16,-3 23 6-16,3 11 1 0,4 23-4 15,-1 3 1-15,8 15-2 16,7 1 0-16,21-4 0 15,14-18 0-15,18-13 0 16,11-16 0-16,20-15 0 16,4-16 0-16,4-16 0 15,-1-19 1-15,1-15-1 16,-4-13 0-16,-14-12 0 16,-11-7 0-16,-13-2 0 15,-12-20 0-15,-16 1 0 16,-19-4 0-16,-10 16-4 15,-11 6 1-15,-17 10-17 16,-11 3 1-16,-14 12-1 16,-1-3 0-16</inkml:trace>
  <inkml:trace contextRef="#ctx0" brushRef="#br0" timeOffset="197821.07">27139 6616 108 0,'0'-16'54'0,"25"-21"-68"15,-15 24 86-15,1-12-73 16,10-6 1-16,4-10-1 0,3-15 0 15,4-4 1-15,3-6 0 16,8-6-1-16,-5 9 1 16,5 4 0-16,3 9 1 15,-4 12 1-15,-3 10 0 16,-1 9 0-16,-2 16 1 16,13 9-2-16,-7 3 1 15,4 4-1-15,4-7 1 16,6-3-1-16,4-9 0 15,11-3-1-15,-4-16 1 0,7 3 0 16,-11-3 1-16,-3 0-2 16,-10 3 1-16,-8 6-4 15,-7 3 0-15,-10 1-17 16,0-1 0-16,-15 13 0 16,-6-9 1-16</inkml:trace>
  <inkml:trace contextRef="#ctx0" brushRef="#br0" timeOffset="198207.79">27439 7033 95 0,'-32'-22'47'0,"22"-31"-57"0,10 47 72 16,3-13-61-16,4 0 0 15,4-15 2-15,7-13 1 16,10-1-4-16,4-2 1 16,10-6 3-16,7 3 0 15,11 6 0-15,4 6 0 16,-1 16-2-16,1 9 1 0,-4 10-2 15,7 9 1 1,-4 9-2-16,4 1 1 0,7 3-1 16,0-7 0-16,-3-9 0 15,-4-9 0-15,-4-10-1 16,1-9 1-16,-8-13-12 16,1-16 0-16,-8-5 0 15,-10-1 0-15</inkml:trace>
  <inkml:trace contextRef="#ctx0" brushRef="#br0" timeOffset="198838.97">30568 4374 91 0,'-32'-34'45'0,"57"5"-45"0,-14 20 52 16,-8 0-50-16,4-4 0 0,0-3 4 16,-14 1 0-16,0-4-6 15,-3 6 0-15,-4 4 4 16,-4 9 1-16,0 6-2 16,1 4 1-16,3 5-3 15,3 7 0-15,7 10-1 16,15-4 1-16,7 16-1 15,13 9 0-15,8 10 0 16,0 3 0-16,3-4 0 16,-3 7 0-16,-11-3 0 15,-6-6 0-15,-8-4-1 16,-7 1 1-16,-11 2-1 16,-6-12 0-16,-15 0-1 15,-7-22 0-15,0-9 0 16,4-13 1-16,0-12 0 15,7-10 0-15,3-3 1 0,8-13 0 16,6-8 1-16,11 2 1 31,14-60-1-31,-3 7 0 16,3 13-3-16,-7 2 0 16,-3 7-16-16,-1 3 0 15,-3 10 0-15,-7 5 0 16</inkml:trace>
  <inkml:trace contextRef="#ctx0" brushRef="#br0" timeOffset="199407.72">31034 4233 109 0,'-11'-35'54'0,"18"26"-73"16,-3 6 94-16,3 3-76 15,-4 0 1-15,-3 0-1 16,0 0 1-16,0 0 0 15,0 0 1-15,0 0-1 0,8-6 1 16,-1 6 1-16,3 6 1 16,11-6-1-16,8 0 1 15,6 9 0-15,4 1 0 16,3-4-1-16,-3 0 0 16,-4 4-2-16,-7-4 0 15,-3 10 0-15,-7-7 0 16,-11 7 0-16,-7 3 0 15,-7-1 0-15,-4 7 0 16,-7 4 0-16,1-11 0 0,3 8 0 16,3 2 1-16,11 0-1 15,11 0 0-15,10 4 0 16,14-4 1-16,11 6-1 16,7 1 0-16,-7-4 0 15,-7 4 0-15,-15-1 0 16,-17-6 0-16,-17 10-1 15,-29-4 1-15,-25 1-2 16,-24-7 1-16,-11-3-6 16,1 0 1-16,6 0-12 15,18-3 0-15,21-3-1 16,25 0 1-16</inkml:trace>
  <inkml:trace contextRef="#ctx0" brushRef="#br0" timeOffset="200602.53">24472 8382 98 0,'-102'44'49'0,"88"28"-50"0,24-57 49 16,12 4-49-16,27 3 0 16,25-3 0-16,25-7 1 0,38-8 1 15,47-20 0-15,52-19 1 16,64-18 0-16,46-22 1 16,35-22 1-16,32-13-1 15,20-9 1-15,26-7-1 16,10-5 0-16,0-20-2 15,25-6 1-15,-3-6-2 16,-8-19 1-16,-10-3-1 16,-18-9 0-16,-21-1 0 15,-43 1 0-15,-34-7 0 16,-61 13 1-16,-42 3-1 16,-46-9 1-16,-39 15 0 15,-42 0 0-15,-38-3 0 16,-47 1 0-16,-42 5 0 15,-46 0 1-15,-46 10-1 16,-45 19 0-16,-43 9-1 16,-39 22 1-16,-42 3-1 0,-25 13 0 15,-28 12 0-15,-35 16 0 16,-18 18-1-16,-3 14 1 16,-15 18-1-16,-6 12 0 15,-8 20 1-15,7 15 0 16,-10 12-1-16,-3 17 0 15,6-1 1-15,4 16 0 16,-4 31 0-16,1 16 0 16,2 13-1-16,-2 12 0 0,3 19 0 15,21 15 1-15,-4 23-2 16,22 6 1-16,35 12 0 16,42 7 0-16,22-4 0 15,38 20 1-15,43-1 0 16,35 19 0-16,35-19-1 15,35 4 1-15,25-13 0 16,29-13 0-16,34-12-1 16,43-10 1-16,25-24 0 15,42-13 1-15,39-4 0 16,49-18 0-16,35-22 0 16,54-19 1-16,56-25-2 15,59-34 0-15,44-45-1 16,48-59 0-16</inkml:trace>
  <inkml:trace contextRef="#ctx0" brushRef="#br0" timeOffset="203505.2">17939 2769 99 0,'-74'-38'49'0,"91"47"-49"0,4-9 50 15,15 10-50-15,13 5 0 16,22-2 0-16,45 3 0 16,32-16 0-16,64 0 1 15,42-25-1-15,53-4 0 16,39-15 1-16,35 0 1 16,35-3-1-16,0 4 1 0,7-1 0 15,-3 15 0-15,-14 11-1 16,-14 11 1-16,-29 7-2 15,-35-6 1-15,-35 3-2 16,-50-13 1-16,-52-3-1 16,-50-6 1-16,-46 3-1 15,-53 0 1-15,-63 1 0 16,-67 5 0-16,-74 3 0 16,-71 7 1-16,-60 6-1 15,-49 6 0-15,-36 4 0 16,-41 9 1-16,-26-1-1 15,-17 1 0-15,-7 6 0 16,10 19 0-16,-6-3 0 16,2 9 0-16,26 3 0 15,56 1 0-15,32-7 0 16,70 3 0-16,57-6 0 16,67-7 0-16,42-8 0 15,53-4 1-15,49-16-1 0,61-6 0 16,48-15 0-16,68-4 1 15,56-6-1-15,50-9 1 16,49-7-1-16,56-6 0 16,29-3 0-16,25 3 1 15,2-6 0-15,12 3 0 16,-11 9 0-16,0 13 0 16,-25-3 0-16,-28 3 1 15,-11 6-1-15,-45-9 0 0,-18 12-1 16,-42-2 0-16,-26-8 0 15,-38 8 0-15,-24 2 0 16,-43 3 1-16,-32 4-1 16,-31 0 1-16,-29 2-1 15,-35-2 1-15,-32 9-1 16,-31-6 0-16,-46 2 0 16,-39 4 0-16,-57 0-1 15,-38 4 1-15,-47 2-1 16,-48 3 0-16,-29-2 0 15,-21 11 0-15,-21 11 0 16,-7-4 0-16,6 3 1 16,22 16 0-16,8 0 0 15,41-7 0-15,14 1 0 16,43 0 0-16,28-7 0 16,43-9 1-16,38-6-1 15,46-1 0-15,35-15 0 16,36 10 0-16,35-10-1 0,38 0 1 15,33-16 0-15,52 7 1 16,36-7-1-16,63-6 0 16,32-9 0-16,49-10 1 15,46 0-1-15,36-6 1 16,6-9-1-16,-3 15 1 16,-7 3-1-16,-32 4 0 15,-21 5 0-15,-49 11 0 16,-47-4 0-16,-45 9 0 0,-35 4-3 15,-36 2 1-15,-31 17-18 16,-36 6 1-16,-17-1-1 16,-29-5 1-16</inkml:trace>
  <inkml:trace contextRef="#ctx0" brushRef="#br0" timeOffset="206918.6">27273 1633 76 0,'-49'-9'38'0,"74"12"-34"0,-4 3 39 0,7-3-42 16,14-3 1-16,11 0 1 16,18-9 0-16,20 0-4 15,19-1 1-15,6-5 2 16,15-4 1-16,13 6 0 15,-2-9 0-15,-5 0-1 16,8-6 1-16,-18-3-1 16,-7 3 1-16,-18-7-3 15,-10-3 0-15,-11 1-3 16,-18-4 1-16,-13 3 0 16,-15 10 0-16,-17-6-1 15,-11 5 1-15,-11 7 2 16,-17 4 0-16,-18 5 0 15,-14-3 0-15,-7 1 0 16,-7 5 0-16,4 7 2 16,10 3 0-16,7 0 0 15,11 0 1-15,10 3-1 16,18 4 0-16,18-7 1 0,17 3 0 16,28 3-3-16,11 3 1 15,4-2 0-15,6 12 0 16,-6-1-1-16,0 17 1 15,-11 12-1-15,-15 3 0 16,-9 0 0-16,-15 0 0 16,-14 4 0-16,-14 2 0 15,-18 13-5-15,-14 13 1 0,-14 9-1 16,-10 3 1 0</inkml:trace>
  <inkml:trace contextRef="#ctx0" brushRef="#br0" timeOffset="-214677.91">31295 570 89 0,'21'-62'44'0,"7"37"-33"15,-17 25 44-15,-4 0-54 16,0 9 0-16,-3 19 0 15,-4 41 1-15,3 13-3 16,1 5 1-16,-1 23 0 16,8 31 1-16,10-9-4 15,7-3 0-15,4-7-7 16,-4-6 1-16,-7-19-15 16,-10-22 1-16,-11-15 0 15,-7-16 0-15</inkml:trace>
  <inkml:trace contextRef="#ctx0" brushRef="#br0" timeOffset="-214279.04">31256 633 89 0,'11'-72'44'0,"-8"47"-59"0,-3 25 92 0,-10 0-77 16,-4 3 0-16,-18 3 0 15,-7 19 0-15,-3 13 0 16,-8 18 0-16,4 4 0 16,4 9 0-16,0-3 0 15,10 3 0-15,11 3 0 16,10 3 0-16,8-9 0 15,3-3 0-15,7-16 0 16,3-3 1-16,4-19 0 16,8-6 1-16,2-10-1 15,22 0 1-15,4-15-1 16,10 3 0-16,0-16 0 16,10 0 0-16,4-6-1 15,-7 6 1-15,0 4-10 16,-3-4 1-16,-18 0-1 15,-11-6 0-15</inkml:trace>
  <inkml:trace contextRef="#ctx0" brushRef="#br0" timeOffset="-213835.18">31577 348 91 0,'-77'-54'45'0,"-5"-8"-43"0,65 52 53 16,-8-5-54-16,-14-4 0 0,-21 0 0 16,-17 19 0-16,-8 28-2 15,-10 16 1-15,-25 19 0 16,0 18 0-16,7 35 0 16,14 29 0-16,7 40 0 15,18 28 0-15,25 22-1 16,31-15 1-16,25-32 0 15,39-6 0-15,42-23 0 16,18-27 0-16,35-35 0 16,11-34 1-16,7-50 0 15,7-35 1-15,-11-28 0 16,-10-29 1-16,-4-46-1 16,-7-23 1-16,3-40 0 15,-6-6 0-15,-25-10-2 16,-25 16 1-16,-35 25-1 15,-46 15 1-15,-57 20-2 16,-45 12 1-16,-60 19-3 0,-15 34 0 16,-17 13-23-16,11 21 0 15,31 11 0-15,29 8 0 16</inkml:trace>
  <inkml:trace contextRef="#ctx0" brushRef="#br0" timeOffset="-210406.02">18489 2794 57 0,'127'-19'28'0,"53"-22"-16"16,-95 38 29-16,38-13-35 15,46 10 0-15,29-7 3 16,53-2 0-16,27-7-12 16,29 6 1-16,28-9 7 15,22-3 1-15,-8-22-4 16,4-1 1-16,-4-11-1 15,-28 2 0-15,-7 16-1 16,-32 7 0-16,-28-4 0 16,-21 13 1-16,-36 6-1 15,-31 6 0-15,-35 7-3 16,-25 2 1-16,-36 4-1 16,-28 13 0-16,-31-1-3 0,-39-6 1 15,-43 10-4-15,-45-4 1 16,-46 4 0-16,-47 5 1 15,-37 8 0-15,-47-8 0 16,-28 14 2-16,-11-1 0 16,-14 4 3-16,4-1 0 15,14-6 1-15,14 4 0 16,18-4 0-16,24-9 0 16,8 3 0-16,24 0 1 0,10-10 0 15,33 7 1-15,27-3-1 16,26 2 1-16,34-2 0 15,26 3 0-15,20-3-1 16,33 2 0-16,31-8-1 16,38-1 0-16,40 1 0 15,28-4 0-15,42-6 0 16,32-6 0-16,46-7 0 16,28-12 0-16,38-6 1 15,40-7 0-15,17-9 0 16,11-6 0-16,7-1 0 15,3 1 1-15,-24 0-2 16,-7 15 1-16,-36-3 0 16,-21 7 0-16,-28 2 1 15,-42-2 0-15,-28 6 0 16,-19 0 0-16,-27 2 0 16,-22-2 0-16,-24 3-1 15,-14 6 0-15,-25-6-14 0,-11 16 1 16,-21-10-1-16,-17 0 0 15</inkml:trace>
  <inkml:trace contextRef="#ctx0" brushRef="#br0" timeOffset="-195687.99">25873 6221 97 0,'-39'-38'48'0,"-3"35"-66"16,35 3 91-16,-4 0-74 15,0 3 1-15,4 1-1 16,11 2 0-16,10-6 1 16,11-6 0-16,17-10-1 15,29-3 0-15,27-9 1 16,12-4 0-16,10-2 1 15,17 6 0-15,1-4 0 16,-11 4 1-16,-4-9-1 16,-3 11 1-16,-10 1-2 0,-22 3 1 15,-21 0-1-15,-18 13 1 16,-21-7-2-16,-21 1 1 16,-21 5 0-16,-24 13 0 15,-19 10 0-15,-21 9 0 16,-31 6 0-16,-7 13 0 15,-11 0 0-15,-11 3 0 16,-7 3 0-16,15 9 0 16,14-9 0-16,17-6 1 15,18-13-1-15,17-3 0 0,25-15 1 16,22-7 0-16,20-16-1 16,25-9 1-16,25 0-1 15,32-6 1-15,10-10-1 16,8 4 0-16,13-1 0 15,4 4 1-15,-14-7-1 16,-11 7 0-16,-14 6 0 16,-14 9 0-16,-14 1 0 15,-18 8 0-15,-17-2 0 16,-14 9 0-16,-22 0 0 16,-21 9 0-16,-21 1 0 15,-14 5 1 1,-71 23-1-1,18-3 0-15,11-10-1 16,24-3 1-16,18-4 0 16,14 1 0-16,14-6 0 0,18-1 0 15,14-5-1-15,3-1 1 16,33-6 0-16,13-3 0 16,14-7 0-16,4 4 0 15,0-3 0-15,-4-1 0 16,-6 4 0-16,-11 0 0 15,-11 6 0-15,-7 3 1 16,-14 3-1-16,-14 4 0 0,-14-1 0 16,-15 3 0-1,-6 4-1-15,-4 0 1 0,3-4-5 16,12-2 1-16,13-1-1 16,11-6 0-16</inkml:trace>
  <inkml:trace contextRef="#ctx0" brushRef="#br0" timeOffset="-191412.66">28822 7196 66 0,'0'3'33'0,"3"-18"-24"0,5 8 33 15,-5-2-41-15,4 0 0 16,0 2 0-16,4 1 1 15,6-3-3-15,5-1 1 16,-1 1 1-16,3-4 1 16,5 1 1-16,9-1 0 0,5-2 2 15,6-4 1-15,15-9-1 16,6 6 1-16,11-4-1 16,8-2 0-16,9-12-2 15,5 2 1-15,6-3-3 16,4 7 0-16,0-4-1 15,10 0 1-15,1-2-1 16,-8 5 0-16,-10-3 0 16,-4 4 0-16,-14-1 0 15,-10 10 0-15,-14 0 0 16,-11 6 0-16,-11 1 0 16,-10 5 1-16,-8-3-1 15,-10 7 0-15,-14 3-1 16,-10 9 1-16,-11 0 0 15,-15 10 0-15,-13 2-1 16,-29 10 1-16,-13 4 0 16,-15 8 0-16,-21 4 0 15,-7 0 0-15,0 12 0 0,3 3 0 16,1-2-1-16,10-1 1 16,3 0 0-16,11-6 0 15,1-3-1-15,13-6 1 16,4-7 0-16,10 1 0 15,11-10 0-15,11-7 0 16,13-2 0-16,8-1 0 16,14-5 0-16,10-4 0 15,8-3 0-15,20-3 1 16,19 0-1-16,6-10 0 0,14-6 0 16,15 0 0-16,17-9 0 15,22-13 0-15,20-12 0 16,15 0 0-16,10-4 0 15,11 1 0-15,7-1 0 16,-4 7 1-16,-10 6-1 16,-11 4 1-16,-11 11-1 15,-17-2 0-15,-14 6 0 16,-7 3 0-16,-25 3 0 16,-14 3 0-16,-18 1-1 15,-17 9 1-15,-18-1-1 16,-17 10 1-16,-29-3-1 15,-25 13 1-15,-24 6 0 16,-21 9 0-16,-18 10-1 16,-14 6 1-16,-15-1-1 15,-9 14 1-15,2-1-1 16,5 4 0-16,-5-7 0 0,15-3 1 16,7-6 0-1,14-6 0-15,7-4 0 0,14-5 1 16,14 2 0-16,15-9 0 15,10-6 0-15,7 2 0 16,10-2-1-16,12-6 0 16,6-7 0-16,7 3 1 15,8-9-1-15,2 0 1 16,5-4-1-16,-1-5 1 16,4 2 0-16,0 4 0 15,4-10-1-15,-1-2 1 0,4-11 0 16,0-18 0-16,0-12-1 15,4-7 1-15,3-9-1 16,-7-1 1-16,0-5-1 16,0-7 1-16,-4-6-1 15,1 9 0-15,-1-2 0 16,1-4 1-16,-1 0-1 16,-3-10 0-16,-4-5 1 15,1 12 0-15,-1 3 0 16,-3 3 0-16,0 6 0 15,0 1 1-15,0 2-1 16,0-2 0-16,0 12 0 16,3 6 0-16,0 1-1 15,4 8 1-15,4-9-1 16,-1 1 1-16,4-4-1 0,0-3 0 16,4 3 0-16,3 10 1 15,-4 5 0-15,4 4 0 16,-7 10 0-16,8-1 0 15,2 7 0-15,1 3 0 16,6-1-1-16,8 1 1 16,7 3-1-16,7-9 0 15,14 5 0-15,3-2 0 16,11-7 0-16,7 1 0 16,11-10 0-16,10 6 0 0,18 3-1 15,7-2 0-15,21-1 1 16,14 16 0-16,7-10 0 15,18 7 0-15,7-7-1 16,0-2 1-16,11 5 0 16,-11 1 1-16,-7-3-1 15,-11 5 1-15,-7 4-1 16,-17-3 0-16,-11-6 0 16,-21 5 0-16,-14 1-1 15,-15 6 1-15,-17 10-1 16,-10 2 1-16,-18 4-1 15,-8 0 1-15,-9 3 0 16,-5 3 0-16,-6 3 0 16,-4 3 0-16,-7 3 0 15,0 7 0-15,0 9-1 16,0 3 1-16,0 13 0 16,0 6 0-16,3 10 0 15,1 24 1-15,-1 16-1 0,4 1 1 16,4-7-1-16,0 15 1 15,-1 10-1-15,1-6 1 16,3 3-1-16,4-16 0 16,-4 6 0-16,0 14 0 15,-4-5 0-15,1-11 0 16,0-13 0-16,-1-7 0 16,1-12 0-16,-1-6 0 0,-3-10 0 15,0-6 0-15,-3 3 0 16,-1-6 1-16,-3-6-1 15,-3-4 0-15,-1-5 0 16,-10 5 0-16,-3-6 0 16,-5-3 1-16,-2-6-2 15,-8 3 0-15,0 6 1 16,-3 1 0-16,0-1 0 16,-1-6 0-16,5 0 0 15,-1 3 0-15,0 0 1 16,4-3 1-16,0-7-2 15,3 4 0-15,4 0 0 16,0 0 0-16,0 0 0 16,-4-4 0-16,4-2 0 15,0 0 0-15,-4-1-1 16,0-3 0-16,0 1 1 16,-6-1 0-16,-5 1 0 15,-6 2 0-15,0 4 0 0,-1 0 0 16,-9 6 1-16,-5-7 1 15,-10 4-2-15,-4 0 0 16,-3 3 0-16,-3 3 0 16,-4 0 0-16,-4-3 0 15,-3 0 0-15,3 0 0 16,0-3 0-16,1-1 0 16,-1 4 0-16,0 0 0 15,-3 3 0-15,4-3 0 0,-5-3 0 16,1 0 0-16,4 3 0 15,-1 0 0-15,7-3 0 16,4 0 0-16,7-1 0 16,4 1 0-16,3 3 0 15,0-3 0-15,0 0 0 16,7 3 0-16,3 6 0 16,1 0 0-16,0-6 0 15,3 3 0-15,0-3-1 16,-7-3 1-16,7 0 0 15,4-4 0-15,-1 1 0 16,8-3 1 0,-11 2-1-1,4-2 0-15,7-4 0 16,3 1 1-16,7-1-1 16,1-6 0-16,2-3 0 15,5 0 1-15,-4-3-1 0,7-3 0 16,3-7 0-16,4-6 1 15,0-9-1-15,3-16 1 16,4-6-1-16,0-6 1 16,7-10-1-16,4 0 1 15,0-6-1-15,-4-19 0 16,7-9 0-16,0-1 0 16,-4 1 0-16,1-13 1 15,0-3-2-15,-1 0 1 16,4 16 0-16,-3-1 0 0,-1 14 0 15,-3-1 0-15,-3-3 0 16,0 3 0-16,-4 6 0 16,-4 17 0-16,0-1 0 15,1 0 1-15,-1 3-1 16,-3-3 0-16,0 10-1 16,0-7 1-16,4 4 0 15,-4 5 0-15,3 10 0 16,-3 4 0-16,0 5-1 15,0-3 1-15,0 13 0 16,0 0 0-16,3 3 0 16,1 0 1-16,3-3-2 15,0 3 1-15,3 4 0 16,1-1 0-16,3 3 0 16,0 0 0-16,7 1 0 15,7 2 0-15,11 4 0 16,14-10 0-16,10 0-1 0,8-3 1 15,13-3 0-15,12-6 0 16,6 12 0-16,7-19 0 16,8 1 0-16,13 5 0 15,11-2 0-15,7-4 0 16,7 7 0-16,15-1 0 16,-1 1 0-16,-3 0 0 15,-4-1-1-15,-3 4 1 0,-4 3 0 16,-11-6 0-1,-10 6 0-15,-10-10 0 0,-11 7 0 16,-8 3 0-16,-17 0 0 16,-6 3 0-16,-12 0 0 15,-10 0 0-15,-11 3 0 16,-10 7 0-16,-4-1-1 16,-7 4 1-16,-3 9 0 15,-4 0 0-15,0 3 0 16,-7 6 0-16,0 7-1 15,0 9 1-15,-3 3 0 16,0 0 0-16,3 7 0 16,-4 2 0-16,1 4 0 15,3-3 0-15,7 15 0 16,0 16 0-16,0 3 0 16,0 4 0-16,0 8 0 15,0-9 0-15,0 10 0 16,1 6 0-16,2 9 0 15,1-12 0-15,-1 0 0 0,5-16 1 16,2 7-1-16,1-4 0 16,-4 3 0-16,-3-15 0 15,3 12 0-15,-7-15 0 16,0-4 0-16,-3-6 0 16,-1 1 0-16,-3-4 0 15,1-7 0-15,-8-5 0 16,0-4 0-16,-4-3 1 15,-3-3-1-15,0 1 0 16,-4-1 0-16,-3 6 0 0,0 0 0 16,3 7 1-16,-3-7-1 15,4 7 0-15,-1-4 0 16,1 4 0-16,-1-7 0 16,0 1 0-16,1-7 0 15,-4 0 0-15,-4-3 0 16,-3 3 0-16,-4-12 0 15,-3 5 0-15,-4-5 0 16,-3-1 0-16,-7-5 0 16,-4 5 0-16,0 1 0 15,0-7 0-15,0 7 0 16,-3-4 0-16,-4 4 0 16,-7 5 0-16,0-2 0 15,-4 3 0-15,-10 3 0 16,0-3 0-16,-7 6 0 15,-11-3 0-15,4 9 0 16,0-3 0-16,-11 1 0 0,8-8 0 16,-1 5 0-16,4-1 0 15,7-3 0-15,-8 6 0 16,12-3 0-16,-8 6 0 16,7-3 0-16,1 4 0 15,-1-7 0-15,4 0 0 16,0 3 0-16,7-3 0 15,4 13 0-15,-1-16 0 0,4 3 0 16,7-3 0-16,-3 0 0 16,-1 0 0-16,1 0 0 15,3 3 0-15,3 0-3 16,-6-6 0-16,3 6-1 16,-7 0 1-16</inkml:trace>
  <inkml:trace contextRef="#ctx0" brushRef="#br0" timeOffset="-129217.43">20080 14355 87 0,'-25'0'43'0,"22"13"-41"0,3-13 43 0,0 0-44 16,3 3 0-16,-3 0 3 16,0 7 1-16,0-1-6 15,-3 0 0-15,-1-2 3 16,1 2 1-16,-1-3-2 15,4 4 1-15,7-7-9 16,7 0 1-16,11-9 0 16,3-4 0-16</inkml:trace>
  <inkml:trace contextRef="#ctx0" brushRef="#br0" timeOffset="-128776.64">23760 14277 109 0,'-57'-25'54'0,"32"12"-124"16,25 7 76-16,0-3-6 15,8 2 0-15</inkml:trace>
  <inkml:trace contextRef="#ctx0" brushRef="#br0" timeOffset="-128279.2">27467 13904 91 0,'-35'-35'45'0,"28"35"-55"0,14-3 66 15</inkml:trace>
  <inkml:trace contextRef="#ctx0" brushRef="#br0" timeOffset="-127726.68">31288 13716 68 0,'-14'-35'34'0,"-22"73"-29"16,29-60 24-16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6:45:13.7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7920 1715 86 0,'0'-169'43'0,"10"87"-28"0,-2 66 43 16,2 7-56-16,11 9 1 15,7 9 0-15,8 32 0 16,-8 41-4-16,0 43 0 16,-7 63 3-16,-14 44 0 15,4 44-1-15,-11 28 0 16,-7-18-1-16,7-42 0 0,11-24-6 15,6-48 1-15,8-49-1 16,7-67 0-16</inkml:trace>
  <inkml:trace contextRef="#ctx0" brushRef="#br0" timeOffset="267.05">9913 1329 119 0,'28'-41'59'0,"-14"23"-67"16,-7 36 79-16,8 33-71 15,-8 24 0-15,3 72 0 16,-6 23 1-16,-4 49-2 16,-4 26 0-16,4 6-1 15,-3-19 0-15,3-32-3 16,3-21 1-16,1-47-4 15,-1-29 0-15,-3-31-14 0,-7-43 0 16,-3-39 2-16,-4-27 0 16</inkml:trace>
  <inkml:trace contextRef="#ctx0" brushRef="#br0" timeOffset="526.25">9306 1919 94 0,'-53'-16'47'0,"11"13"-57"0,35 15 81 0,0 17-71 16,7 24 1-16,7 19-1 15,7 41 1-15,14-6-2 16,22-10 1-16,20-22 0 16,33-15 0-16,2-26 0 15,12-21 1-15,-4-23 1 16,7-18 1-16,-15-22 0 15,-9-13 0-15,-15-9 0 16,-18 6 0-16,-13-6-8 16,-11-9 0-16,-11 2-2 15,-7 7 1-15</inkml:trace>
  <inkml:trace contextRef="#ctx0" brushRef="#br0" timeOffset="799.84">10806 1223 118 0,'-85'-35'59'0,"18"63"-68"0,60-12 77 15,10 9-68-15,26 22 0 16,27 22-1-16,15 16 1 15,24 40 0-15,18 16 0 16,-4 19 0-16,-10 10 0 0,-25-7 0 16,-25-16 0-16,-28 7 0 15,-35-29 0-15,-28-9-3 16,-18-19 1-16,-10-21-12 16,-1-23 1-16,11-22-1 15,18-40 0-15</inkml:trace>
  <inkml:trace contextRef="#ctx0" brushRef="#br0" timeOffset="1033.33">12615 1900 114 0,'-38'-16'57'0,"69"51"-66"15,-17-26 85-15,22 4-76 0,24 2 1 16,28 4-6-16,25-9 0 16,14-4-7-16,17-6 0 15,1-25-3-15,3-3 1 16</inkml:trace>
  <inkml:trace contextRef="#ctx0" brushRef="#br0" timeOffset="1212.58">12192 2957 111 0,'-32'-3'55'0,"110"31"-63"0,-29-35 80 0,32 4-72 16,32-15 0-16,25-1-5 15,10-3 0-15,21-10-12 16,18 7 1-16,7-19-3 15,15-18 0-15</inkml:trace>
  <inkml:trace contextRef="#ctx0" brushRef="#br0" timeOffset="1609.7">16020 1053 111 0,'60'-62'55'0,"10"80"-72"16,-52-2 93-16,-1 22-76 0,-9 34 0 16,-19 25-1-16,-28 10 0 15,-24 21 0-15,-22 4 1 16,-28-13-1-16,-10-6 0 16,-19-16 0-16,-16-18 1 15,-8-4-1-15,-3-13 0 16,-4-11 1-16,7-23 0 15,21-9 0-15,22-16 0 16,17-13 0-16,35-12 0 0,29-31-1 16,32-10 1-16,31-27 0 15,35 11 0-15,39 1 0 16,22 21 1-16,17 23 0 16,14 28 1-16,14 46 0 15,11 23 0-15,-7 19 0 16,-4 5 0-16,-10 20-4 15,-7 3 1-15,-8-13-16 16,-17-9 0-16,-11-41-1 16,-13-22 0-16</inkml:trace>
  <inkml:trace contextRef="#ctx0" brushRef="#br0" timeOffset="1807.87">17022 994 99 0,'-4'-63'49'0,"39"60"-56"16,-24 12 76-16,-1 10-69 16,1 19 1-16,0 43 0 15,-4 38 1-15,-11 29-3 0,-3 37 1 16,-3 3-1-16,-5 16 1 16,8-16-11-16,11-28 0 15,6-25-1-15,15-38 1 16</inkml:trace>
  <inkml:trace contextRef="#ctx0" brushRef="#br0" timeOffset="2711.47">18648 1044 99 0,'0'-53'49'0,"-21"43"-59"16,21 13 68-16,-4 4-59 15,1 5 1-15,-4-3 1 16,3 4 1-16,1-10 0 15,-1-3 0-15,4-3 2 16,0-3 0-16,4-4 0 16,3 1 0-16,0 3-1 15,3 3 1-15,4-7-3 16,4 10 1-16,0-6-3 0,-1 6 1 16,1 0 0-16,-1-3 0 15,-2 3-1-15,2 0 1 16,-3 0 0-16,0-7 0 15,1 4 0-15,-1 6 0 16,-4 13 0-16,-6 6 0 16,-11 9 0-16,-7 7 0 15,-4 15 0-15,-3 16 1 0,-11 3-1 16,-3 1 0-16,0-11 0 16,3-8 0-16,7-1 0 15,4-9 1-15,3-7-1 16,8-11 0-16,3-8 0 15,3-5 1-15,4-7-1 16,0-3 0-16,7-6 0 16,-3-3 0-16,3-4 0 15,3 1 1-15,1-3-1 16,3-4 0-16,7 0 0 16,7-6 0-16,8-3 0 15,-1-3 0-15,4-22 0 16,-4 3 0-16,-3 3 0 15,-11-3 0-15,-10 3 0 16,-11 3 0-16,-15 13 0 16,-13 9 1-16,-14 3-1 15,-15 23 0-15,-10 18 0 0,-7 22 0 16,0 6 0-16,7 25 0 16,14 7-1-16,25 19 1 15,28-7 0-15,25-16 0 16,24-5 0-16,18-17 0 15,14-21 0-15,15-13 0 16,13-25 0-16,4-19 0 16,14-31 0-16,-11-3 1 15,-6-19 0-15,-22-4 0 0,-32-2 0 16,-24-13 1-16,-36 3-1 16,-31 16 0-16,-35 19-4 15,-26-1 1-15,-6 17-17 16,10 2 1-16,11 7-1 15,18-22 1-15</inkml:trace>
  <inkml:trace contextRef="#ctx0" brushRef="#br0" timeOffset="3051.22">19322 671 109 0,'-53'-47'54'0,"84"78"-69"0,5-9 86 16,31 19-72-16,28 12 1 15,11 19-1-15,7 16 1 16,-4 19 0-16,-21 15 0 16,-21 3 0-16,-31 10 0 15,-33-3 0-15,-28-13 1 16,-31-6-3-16,-32-13 0 0,-11-21-19 16,-7-7 1-16,7-19-1 15,22-40 0-15</inkml:trace>
  <inkml:trace contextRef="#ctx0" brushRef="#br0" timeOffset="3246.76">21315 1643 118 0,'63'-50'59'0,"61"40"-88"15,-78 10 109-15,17 6-89 16,15 4 1-16,10-4-40 16,7-3 0-16,-10-12 52 15,-15-19 0-15</inkml:trace>
  <inkml:trace contextRef="#ctx0" brushRef="#br0" timeOffset="3455.7">21639 1056 111 0,'-70'-18'55'0,"10"77"-72"0,49-28 105 15,8 45-88-15,6 18 1 16,15 28-5-16,10 22 1 0,4-12-4 16,7-6 0-1,-4-20-20-15,7-6 1 0,1-12-1 16,-1-44 1-16</inkml:trace>
  <inkml:trace contextRef="#ctx0" brushRef="#br0" timeOffset="3667.08">23188 1473 110 0,'28'-28'55'0,"15"100"-82"15,-29-37 111-15,0 46-84 16,-7 26 0-16,-4 28 0 16,-10 28 0-16,-3 6-2 15,-1 26 0-15,4-13-7 16,0-16 0-16,7-31-15 0,7-23 1 16,4-30 0-16,6-38 0 15</inkml:trace>
  <inkml:trace contextRef="#ctx0" brushRef="#br0" timeOffset="4147.85">23453 1420 114 0,'-29'-135'57'0,"8"10"-82"0,21 106 116 0,-3-6-92 15,3 0 1-15,3 6 0 16,8-6 0-16,3 3 0 16,7 6 0-16,7-2 0 15,11-1 0-15,7-3 0 16,10 9 1-16,12-2-1 16,2 11 1-16,4 4-1 15,0 0 0-15,-3 10 0 16,-15-1 0-16,-13 4-1 15,-22 2 1-15,-14 14 0 16,-21-4 0-16,-18 0 0 16,-14 6 0-16,-10 4 0 15,-4 5 0-15,10 1 0 16,11 0 1-16,15-7-2 0,13 7 1 16,18 9 0-16,21 7 0 15,8 2 0-15,10 10 0 16,-4 7 0-16,-7-4 0 15,-17 0 0-15,-25-9 0 16,-28-13-2-16,-22-6 0 16,-24-10-6-16,-14-21 0 15,-4-13-16-15,4-16 0 16,14-12-1-16,28-16 1 16</inkml:trace>
  <inkml:trace contextRef="#ctx0" brushRef="#br0" timeOffset="4387.7">25072 652 114 0,'49'-60'57'0,"-31"82"-83"16,-18 0 110-16,-4 28-84 15,-3 22 0-15,-10 10 0 16,-1 37 0-16,-10 19 0 15,-7 22 0-15,-4 13-1 16,-7-1 0-16,11-21-3 16,6-4 0-16,8-19-14 15,4-12 1-15,2-34-1 16,1-22 1-16</inkml:trace>
  <inkml:trace contextRef="#ctx0" brushRef="#br0" timeOffset="4666.46">25919 1116 109 0,'24'-44'54'0,"-10"47"-60"0,-14 0 89 0,-7 7-83 15,-3 21 1-15,-15 38-1 16,-17 19 1-16,-15 6-6 16,-6 35 0-16,3-10-13 15,7-6 0-15,14-10 0 16,14-18 0-16</inkml:trace>
  <inkml:trace contextRef="#ctx0" brushRef="#br0" timeOffset="4987.96">26335 680 113 0,'25'-110'56'0,"24"95"-73"0,-31 15 92 16,13 6-76-16,12 25 1 16,-1 19-1-16,11 23 0 15,0 14 1-15,3 33 1 16,-17 21-1-16,-18 9 0 16,-21 13 0-16,-24-3 1 15,-33-25-1-15,-35-10 1 16,-20-27-17-16,-30-20 0 0,-2-31-1 15,20-31 1-15</inkml:trace>
  <inkml:trace contextRef="#ctx0" brushRef="#br0" timeOffset="5930.97">29097 2838 119 0,'-3'9'59'0,"-110"54"-82"0,53-41 96 0,-36 9-77 16,-38 13 1-16,-49-3-1 15,-53-10 0-15,-54-6 5 16,-59-3 1-16,-64-13-5 16,-59-2 1-16,-61 2 2 15,-70-9 0-15,-64 9 0 16,-60 7 1-16,-38 12 0 15,-47 10 0-15,-13 3-1 16,-11 6 1-16,-14 6-2 16,-4 10 1-16,18-19 0 15,0-10 0-15,17-6-1 16,15 10 0-16,14-10-1 16,17 4 1-16,22 12-3 15,45 3 0-15,22-3-1 16,45 12 1-16,36 16-1 0,42 10 1 15,35 2 0-15,29-8 1 16,31 5 2-16,39-6 0 16,57-3 0-16,31-12 1 15,43-13-1-15,53-22 1 16,34-19 1-16,22-18 0 16,22-13 0-16,31-22 0 15,17-13 0-15,15-24 0 16,14-29 1-16,17-25 0 15,11-47-1-15,14-19 1 0,22-44-1 16,2-6 0-16,19 6 0 16,6 35 0-16,1 6-1 15,14 19 1-15,3 19-1 16,18 24 1-16,21 14-1 16,17 15 1-16,25 6 0 15,22 3 0-15,31 10-1 16,36 6 0-16,34 19 0 15,47 6 0-15,35-6 0 16,35 16 0-16,53-7 0 16,53 0 0-16,46-18 0 15,49 2 0-15,54 10 0 16,34-6 0-16,22-3 0 16,31 6 1-16,29 3-1 15</inkml:trace>
  <inkml:trace contextRef="#ctx0" brushRef="#br0" timeOffset="10438">15050 4957 111 0,'-32'-37'55'0,"21"49"-73"0,11 1 93 0,7-4-76 15,7 10 0-15,4 0 0 16,14-4 0-16,10-11 1 16,18-8 1-16,4-5-2 15,-1-3 0-15,-7 2-7 16,-13-2 0-16,-22 8 0 16,-21 4 0-16</inkml:trace>
  <inkml:trace contextRef="#ctx0" brushRef="#br0" timeOffset="10935.01">14785 6419 124 0,'-4'-113'62'0,"-17"19"-65"0,28 81 62 16,7 1-63-16,1 2 0 16,-5 13 0-16,-3 16 0 15,-7 22 8-15,-14 28 0 16,-18 22-4-16,-24 40 1 16,-25 29 2-16,-15 16 0 15,-13 3-1-15,-25-4 1 16,4-21-2-16,-8-19 0 0,-10-29-2 15,0-27 1-15,6-32-1 16,8-31 1-16,-3-26-1 16,17-27 0-16,18-20 0 15,24-24 0-15,32-7 0 16,32-13 1-16,35 10 0 16,25-6 0-16,18 3 0 15,27 22 1-15,22 28 0 16,4 22 0-16,13 32 0 15,4 30 1-15,-3 36-1 16,-8 37 1-16,-10 18-1 16,0 17 0-16,7 2-1 15,-14-21 1-15,-8-26-3 16,-13-28 1-16,-11-24-6 16,-14-33 0-16,-14-33-16 15,-7-32 0-15,-7-29 0 16,-8-33 1-16</inkml:trace>
  <inkml:trace contextRef="#ctx0" brushRef="#br0" timeOffset="11309.03">15067 4920 119 0,'-92'-88'59'0,"43"66"-79"0,42 19 106 0,7 3-86 16,14 3 0-16,7 3 0 15,11 7 0-15,17-1-1 16,11 7 1-16,11 3 0 16,3 3 0-16,4 6 0 15,-8 17 0-15,-10 30 0 16,-25 7 1-16,-24 12-1 15,-32 28 0-15,-36 10 0 16,-31 3 1-16,-18-3-1 16,1-10 0-16,13-15 0 15,18-32 1-15,24-15-1 16,40-22 0-16,38-29-1 16,53-12 1-16,28-9-6 15,50-3 1-15,21-1-1 16,14 0 0-16</inkml:trace>
  <inkml:trace contextRef="#ctx0" brushRef="#br0" timeOffset="11537.95">15963 7159 124 0,'-17'-13'62'0,"80"1"-69"0,-21-1 76 0,36-3-71 16,24 1 1-16,22-7-8 15,20 3 0-15,-6-6 2 16,-4-13 1-16,-7-6-6 16,-3 0 0-16</inkml:trace>
  <inkml:trace contextRef="#ctx0" brushRef="#br0" timeOffset="11759.95">16510 6626 98 0,'-74'-22'49'0,"42"31"-45"16,32-6 59-16,7 0-61 15,14 7 0-15,4 15 4 16,17 28 1-16,11 35-8 15,4 47 0-15,10 47 4 0,0 50 0 16,-7 6-6 0,0-9 0-16,-4-25-13 0,4-35 0 15,-3-28 0-15,-1-40 0 16</inkml:trace>
  <inkml:trace contextRef="#ctx0" brushRef="#br0" timeOffset="12029.69">18588 6782 113 0,'42'-9'56'0,"36"53"-63"0,-54-19 88 0,8 35-81 16,4 30 1-16,-5 48 0 15,1 44 0-15,-7 35-4 16,-1 5 0-16,5-8-3 15,2-26 1-15,-9-32-6 16,-1-21 0-16,-7-31-9 16,-7-29 0-16,-11-28 2 15,-6-34 1-15</inkml:trace>
  <inkml:trace contextRef="#ctx0" brushRef="#br0" timeOffset="12451.55">18821 6594 119 0,'-60'-135'59'0,"10"-21"-79"0,43 115 108 15,-3 0-88-15,6-9 1 16,4 0-1-16,7 3 0 16,4 0 0-16,6-10 0 31,58 4 0-31,-5 12 0 15,4 19-1-15,-7 16 1 0,-7 6 0 16,-3 6 0 0,-8 13 0-16,-10 0 0 0,-15 9 0 15,-9 10 0-15,-12 2 0 16,-3-2 0-16,-7 12-1 16,0 0 1-16,3 4-1 15,8-1 1-15,10 3-1 16,14-2 1-16,15 2 0 15,10 1 0-15,14-1-1 16,-11 7 1-16,-3 6 0 16,-25-7 0-16,-17 1 0 15,-29-3 0-15,-21-4 0 16,-17-12 0-16,-15-6-2 16,1-7 0-16,6-6-3 15,8-6 1-15,10 3-8 16,21 0 1-16,15 0 0 15,13 9 0-15</inkml:trace>
  <inkml:trace contextRef="#ctx0" brushRef="#br0" timeOffset="12825.15">19653 4948 121 0,'-10'-88'60'0,"63"88"-77"0,-25 0 88 0,14 3-75 15,11 10 0-15,4 2-1 16,-1 7 1-16,-3 0 6 15,-21 10 0-15,-15 12-5 16,-17 18 1-16,-17 4 3 16,-19 3 0-16,-2 3 1 15,-8-3 1-15,7 0-2 16,11-12 1-16,10 5-2 16,18-11 1-16,14-11-8 15,18-2 1-15,14-7-1 16,17-6 0-16</inkml:trace>
  <inkml:trace contextRef="#ctx0" brushRef="#br0" timeOffset="13052.13">20835 6346 109 0,'-11'4'54'0,"19"2"-57"0,6-6 64 16,10-6-62-16,15 2 1 0,21-14-3 15,14-4 1-15,11-3-5 16,7-10 0-16,10 4-18 16,4 3 1-16,0 6-1 15,-18 6 1-15</inkml:trace>
  <inkml:trace contextRef="#ctx0" brushRef="#br0" timeOffset="13230.18">20909 7046 119 0,'-7'25'59'0,"25"-28"-95"16,6 3 124-16,19-3-98 15,31-4 0-15,25-12-33 16,24-9 1-16,18-13 47 16,18-18 0-16</inkml:trace>
  <inkml:trace contextRef="#ctx0" brushRef="#br0" timeOffset="13811.96">23100 6585 114 0,'63'-54'57'0,"107"-33"-95"0,-117 52 105 0,17-28-70 16,1-12 1-16,-4-9 1 15,-11-11 0-15,-10-5 3 16,-11 6 1-16,-10 16-1 16,-7 6 1-16,-8 18 2 15,-10 10 1-15,-3 7-1 16,-4 18 1-16,0 13-3 16,-4-1 1-16,4 17-2 15,-4 18 0-15,4 22-3 16,7 13 1-16,0 15 0 15,4 19 0-15,6 35 0 16,5 6 1-16,6 3-1 16,3 7 1-16,-2-4-1 15,2-9 0-15,-6-13 0 16,-4-15 0-16,-7-13-2 0,-10-16 1 16,-12-9 0-16,-6-19 0 15,-7-9 0-15,-4-13 0 16,1 0 0-16,2-15 1 15,5 0 0-15,6-4 1 16,11-6-1-16,18-6 0 16,24-6 1-16,28-7 0 15,29-6-3-15,24-6 1 0,19-7-7 16,13-2 0-16,-4-4-14 16,-6 3 0-16,-15 4-1 15,-24 9 1-15</inkml:trace>
  <inkml:trace contextRef="#ctx0" brushRef="#br0" timeOffset="14646.97">13000 9545 108 0,'-131'100'54'0,"103"-2"-78"0,60-80 100 15,42 14-77-15,46 8 1 16,67-5-1-16,81-16 1 16,67-13 0-16,81-18 0 15,68-17-1-15,70-24 1 16,74-10 0-16,56-9 1 0,32 0 0 16,53-16 1-16,18 0 0 15,31-3 1-15,4-28-1 16,0-16 0-16,7-24-1 15,-14-30 1-15,-21-18-3 16,-25-25 1-16,-49 3-2 16,-64-6 0-16,-88 31 0 15,-92 23 1-15,-99 30 0 16,-91 7 1-16,-85 6 1 16,-77 0 0-16,-75-35 0 15,-81-12 1-15,-95-40 0 16,-91-17 0-16,-114-28-2 15,-105 4 1-15,-107 9-2 16,-101 6 1-16,-96 44 0 16,-67 35 0-16,-53 40-1 15,-38 41 0-15,-4 38 1 16,-11 27 0-16,-3 17-1 0,21 28 1 16,24 6 0-16,43 16 0 15,18 31 0-15,45 28 0 16,43 29-1-16,32 43 1 15,24 38-2-15,43 44 1 16,45 16-1-16,43 37 0 16,52 13 0-16,86 16 0 15,66-7 1-15,82 0 0 16,91-15 1-16,113-1 0 0,78-12 0 16,109-12 0-16,106-26 0 15,106-49 1-15,98-48-1 16,85-60 0-16,39-52-2 15,36-54 1-15,-8-60-16 16,0-25 0-16,-14-6 0 16,-28 1 1-16</inkml:trace>
  <inkml:trace contextRef="#ctx0" brushRef="#br0" timeOffset="15403.32">14478 642 73 0,'-28'54'36'0,"42"-70"-26"0,-4 13 37 16,8 12-46-16,14 1 1 0,14 9 0 16,7 15 1-1,3-6-4-15,11 7 0 0,11-4 2 16,31 0 1-16,15-18-2 15,41-32 1 1,47-47-1-16,46-12 1 0,20-29-2 16,8-18 0-16,-7-7 0 15,-18 22 0-15</inkml:trace>
  <inkml:trace contextRef="#ctx0" brushRef="#br0" timeOffset="19365.21">17205 812 85 0,'-28'-6'42'0,"-11"-7"-36"16,32 16 42-16,0 7-44 16,0 8 1-16,3 7 1 0,1 10 1 15,-1 9-8-15,4 19 1 16,11 34 6-16,3 28 1 16,0 32-2-16,0 28 0 15,-3 0-2-15,-4 6 1 16,0-15-2-16,-7-32 1 15,0-22-3-15,-4-28 0 16,-3-21 0-16,0-23 1 16,-3-25-1-16,-1-16 1 0,0-24-2 15,-3-14 1-15,0-21-1 16,4-13 0-16,10-2-1 16,3-33 1-16,8-24-1 15,10-6 1-15,7-17 0 16,4-24 0-16,0 18 1 15,-1 7 0-15,1 28 1 16,-14 22 0-16,-1 19 0 16,-13 22 0-16,-4 18 0 15,-4 26 0-15,-3 18 0 16,-3 26 0-16,-4 46-1 16,-8 16 1-16,1 32-1 15,0 18 0-15,3-3 0 16,8-9 0-16,10 0-8 15,14-13 1-15,18-24-1 16,14-26 0-16</inkml:trace>
  <inkml:trace contextRef="#ctx0" brushRef="#br0" timeOffset="20158.73">19170 1135 87 0,'-42'-54'43'0,"-1"17"-30"0,19 37 36 0,-5-10-49 16,-6 14 1-16,-7 11 0 15,-11-5 1-15,-4 8-2 16,-6 20 0-16,-11 12 1 16,0 13 1-16,0 9-1 15,3 6 1-15,1 4-1 16,17 25 0-16,14-7 0 16,14-9 0-16,15-6-1 15,17-13 1-15,17-19-1 16,26-12 1-16,17-10-1 15,3-21 1-15,11-10-1 16,4-10 0-16,10-9 0 16,-3-15 1-16,-4-10-1 15,-10-19 1-15,-11 4 0 16,-7-7 0-16,-11 6 0 16,-14 4 0-16,-13-7 0 15,-12 0 1-15,-6-9-1 0,-11 9 0 16,-7 10-1-16,-15 0 1 15,-16 12-1-15,-12 10 1 16,-10-1-1-16,-7 20 0 16,-14 2-1-16,-7 10 1 15,-1 13 0-15,5 18 0 16,2 10 0-16,15 12 0 16,7 7 0-16,14 6 0 0,15 12 0 15,9 13 1-15,19 3-1 16,17-9 0-16,14 0 0 15,18-10 0-15,14-12 0 16,21-13 0-16,0-13 0 16,11-12 0-16,13-25 0 15,5-9 0-15,-12-16 0 16,1-13 1-16,-11-24-1 16,-3-1 1-16,-11-6-1 15,-11 0 1-15,-13 6-1 16,-12 0 1-16,-13-2-1 15,-18-14 1-15,-14 1-1 16,-7 12 1-16,-22 3-1 16,-17 10 0-16,-17 9-1 15,-15 16 1-15,-10 9-14 16,-18 13 0-16,3 12 0 0,15-3 0 16</inkml:trace>
  <inkml:trace contextRef="#ctx0" brushRef="#br0" timeOffset="20783.59">19300 677 68 0,'8'-25'34'0,"9"15"-8"16,-10 4 35-16,7 3-56 0,4 3 0 15,3 9 1-15,7 1 1 16,8 15-10-16,6 3 1 15,0 7 5-15,1 5 1 16,-1 1-3-16,4-6 0 16,0 2-1-16,-4 7 1 15,0-9-1-15,1-7 0 16,-4 0 0-16,-1 7 1 16,-2 2-1-16,-8 7 0 15,-4 3 0-15,-6 3 0 0,0 4 0 16,-1-1 0-16,-6 0 0 15,-4 1 0-15,0-7 0 16,-7 3 0-16,-7 3 0 16,-11 10 1-16,-13 0 0 15,-12 9 0-15,-20 9-4 16,-18-2 1-16,-18 21-1 16,0 0 1-16</inkml:trace>
  <inkml:trace contextRef="#ctx0" brushRef="#br0" timeOffset="25464.15">16055 12596 107 0,'-21'0'53'0,"-25"104"-53"16,32-51 54-16,-14 47-55 0,-18 29 1 15,-21 34-1-15,-18 0 1 16,-10-3 0-16,-15-6 1 15,-24-13-1-15,0-25 0 16,0-25 1-16,-17-26 0 16,-1-21-1-16,14-28 1 15,15-22 0-15,13-32 0 16,5-21-1-16,23-10 0 0,33-13-1 16,28-15 1-16,24 3 0 15,29-3 0-15,18 6 0 16,27 9 1-16,15 22 0 15,3 13 0-15,7 29 1 16,15 24 1-16,-1 28-1 16,8 32 1-16,-4 28-2 15,3 22 1-15,8 22-1 16,-8-3 0-16,-17-13-5 16,-18-15 1-16,-14-22-16 15,-21-23 0-15,-14-27 0 16,-18-35 0-16</inkml:trace>
  <inkml:trace contextRef="#ctx0" brushRef="#br0" timeOffset="25866.44">16372 11934 107 0,'-35'-28'53'0,"3"-34"-64"0,29 49 88 0,10 0-77 16,7 4 1-16,7 12 0 15,11-3 0-15,3 10-2 16,11 5 1-16,3 10 1 15,4 7 0-15,-10 5-1 16,-4 7 0-16,-15 6 0 16,-17 7 0-16,-24 12 1 15,-15 12 0-15,-14 1-1 16,-10-7 1-16,-8-6-1 16,11-9 1-16,28-7-1 15,25-12 1-15,29-13-2 16,31-12 0-16,35-7-8 15,21-12 1-15,18 0 0 16,15-10 0-16</inkml:trace>
  <inkml:trace contextRef="#ctx0" brushRef="#br0" timeOffset="26293.6">17233 11511 118 0,'-92'-72'59'0,"-87"-75"-72"0,115 122 78 16,-21 6-69-16,-28 6 1 16,-45 13-3-16,-29 25 0 15,-35 13 7-15,-15 18 1 0,-24 20-5 16,-21 27 0-16,3 38 3 15,-21 41 0-15,11 60 1 16,-4 52 0-16,36 29 1 16,56 28 0-16,67 20-1 15,77-8 0-15,85-43 0 16,57-28 0-16,70-54-1 16,68-50 1-16,27-50-1 15,46-59 0-15,25-70 0 16,14-56 1-16,8-53 0 15,9-60 0-15,-31-47 0 16,-14-32 0-16,-35-30 1 16,-50-10 1-16,-45-13-1 15,-47-9 0-15,-35 16 0 16,-49 18 0-16,-39 38-5 16,-49 38 0-16,-43 40-1 15,-24 51 0-15</inkml:trace>
  <inkml:trace contextRef="#ctx0" brushRef="#br0" timeOffset="27494.63">15893 2812 94 0,'-46'-47'47'0,"25"66"-46"15,21 0 48-15,0 19-49 16,0 34 0-16,-4 22 0 16,4 41 1-16,0 28-2 15,4 50 1-15,-4 28 0 0,0 64 0 16,-4 58 1-1,-3 58 0-15,-4 33 0 0,4 32 1 16,0 22 0-16,4 3 1 16,-1 13-1-16,4-19 0 15,-3-44-1-15,-1-25 1 16,-6-38-2-16,-8-31 1 16,-3-19 0-16,3-28 0 15,1-35-1-15,-5-37 1 16,5-44 0-16,3-47 0 0,0-41 0 15,-1-35 0-15,1-31 0 16,-7-25 0-16,0-28-1 16,0-22 1-16,0-9-1 15,-1-10 1-15,5-6-1 16,-1-7 1-16,-3 1-1 16,-4-10 0-16,4-9 0 15,-4-7 0-15,1-3 0 16,-1 1 0-16,-3 5 0 15,-7 7 1-15,3 19-1 16,0 15 1-16,4 13 0 16,3 25 0-16,8 35-1 15,9 18 1-15,12 22-1 16,21 1 0-16,14-7 0 16,6-1 0-16,8-14 0 15,11-13 0-15,3-19 0 16,14-13 1-16,-7-9-1 0,-7-3 0 15,-10-3 0-15,-8-4 1 16,-7-2-2-16,-3-1 1 16,0-9-23-16,7-28 0 15</inkml:trace>
  <inkml:trace contextRef="#ctx0" brushRef="#br0" timeOffset="28727.02">24296 2414 100 0,'-7'-113'50'0,"-4"47"-47"15,11 63 51-15,0-6-54 16,0 9 0-16,0 9 0 16,4 35 0-16,3 13 0 15,7 30 0-15,3 33 0 16,12 46 0-16,2 56 0 0,-9-62 0 15,16 207 1 1,1 53 0-16,-7 16 0 0,0 22 0 16,-11-6 0-16,-7-23 1 15,-3-5-1-15,-8 2 0 16,-3-21-1-16,-3-17 1 16,-4-8-1-16,-15-1 1 15,5-31-1-15,-1-18 1 16,0-23 0-16,4-25 0 15,0-25 0-15,7-37 0 0,0-35-1 16,0-28 1-16,0-35-1 16,-7-25 0-16,3-15 0 15,-3-23 0-15,-3-5 0 16,-1-11 0-16,0 5 0 16,-3-8 0-16,3-5 0 15,1 2 1-15,3-12-1 16,0-6 1-16,0-6-1 15,-1-13 1-15,5-19-1 16,-4-15 1-16,-4-29-2 16,-3-3 1-16,-4 3-1 15,-3 4 1-15,-7 5 0 16,-1 1 1-16,1 15 0 16,3 7 0-16,8 3 1 15,-1 6 0-15,7 9 0 16,11 1 0-16,4 12-1 15,13 12 1-15,15 20-2 0,3 24 0 16,8 29-1-16,2 12 1 16,1 7-1-16,0 2 0 15,3-12 0-15,-3-15 1 16,0-20 0-16,3-18 1 16,1-32-1-16,10-27 1 15,10-14 0-15,1-27 1 16,-5-14-1-16,5 1 1 15,0-9-8-15,-1 9 1 16,0-10-2-16,8-15 1 0</inkml:trace>
  <inkml:trace contextRef="#ctx0" brushRef="#br0" timeOffset="29370.61">23791 12449 120 0,'11'37'60'0,"-39"101"-59"16,17-72 60-16,4 47-62 15,-4 60 0-15,8 49-3 16,6 45 0-16,5 18 3 15,6 0 0-15,0-31-8 16,0-37 1-16,-4-51-11 0,1-41 0 16,0-46 1-1,-4-45 1-15</inkml:trace>
  <inkml:trace contextRef="#ctx0" brushRef="#br0" timeOffset="30005.99">23689 12408 99 0,'-25'-72'49'0,"4"3"-62"0,18 47 81 0,-1 0-64 16,1-6 0-16,6 6 4 15,4 0 1-15,0 3-11 16,4 3 1-16,6 1 6 16,8-1 0-16,7 7-2 15,7-1 0-15,14 7-2 16,-4 3 0-16,7 3-1 16,4 3 0-16,-7 1 0 15,-7-4 0-15,-3 3 0 16,-12 0 0-16,-2-2-1 15,-12 2 1-15,-3 0 0 16,-7 3 0-16,0 4 0 16,0 3 0-16,4 3-1 0,0 6 1 15,3 9-1 1,3 7 0-16,1 6 0 16,-4 0 1-16,-10 6 0 0,-11 1 0 15,-11 5 0-15,-7 1 0 16,-10-1 0-16,-7-5 0 15,3-4 0-15,0-6 0 16,11-4-1-16,14-11 0 16,14-1-2-16,17 3 1 0,15 1-1 15,10-1 1 1,11 7 0-16,4 2 0 0,-1 7 1 16,-10 0 0-16,-14 0 1 15,-15 1 0-15,-17-5 0 16,-21-5 0-16,-14-16-9 15,-11-13 1-15,-3-21-2 16,-1-7 1-16</inkml:trace>
  <inkml:trace contextRef="#ctx0" brushRef="#br0" timeOffset="30480.04">24617 11684 102 0,'-43'-25'51'0,"33"-7"-57"0,17 16 64 0,7 4-58 15,11-4 1-15,14 1 1 16,3 5 0-16,4 7-3 15,3 12 1-15,-3 10 1 16,-7 9 1-16,-14 23-1 16,-18 2 0-16,-18 13 0 15,-17 0 1-15,-18-4-1 16,-11-2 0-16,-2-7-1 16,6-9 1-16,10-3-1 15,15 0 1-15,14-1-2 16,24 11 0-16,19-1-6 15,17-3 1-15,21-6-17 16,21-7 0-16,4-9 0 16,17-19 1-16</inkml:trace>
  <inkml:trace contextRef="#ctx0" brushRef="#br0" timeOffset="30947.79">25622 11956 56 0,'-39'-37'28'0,"8"-104"-27"0,20 103 40 16,-10-9-30-16,-14-9 1 0,-18-17 8 16,-11 1 1-16,-27-3-25 15,-22 9 0-15,-21 13 17 16,-36 18 0-16,-17 29-6 15,-31 37 0-15,-12 35-5 16,-13 22 1-16,3 53-2 16,21 41 0-16,18 63-2 15,39 71 1-15,45 67-1 16,65 53 1-16,66 3 0 16,56-35 0-16,57-46-1 15,35-73 1-15,32-62 0 16,15-51 0-16,23-59 0 15,8-63 0-15,25-65 1 16,7-64 0-16,13-59 0 16,-6-56 1-16,-11-57-1 15,-28-37 1-15,-21-17-1 16,-43-27 0-16,-42 9 0 16,-46 28 1-16,-56 38-2 0,-53 25 1 15,-60 31-4-15,-50 20 0 16,-56 17-1-16,-56 17 1 15</inkml:trace>
  <inkml:trace contextRef="#ctx0" brushRef="#br0" timeOffset="31684.58">25262 2637 75 0,'-3'-22'37'0,"109"0"-99"0,-43 13 37 15,92-23 24-15,92-43 1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7:10:32.6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7391 1310 103 0,'0'0'51'0,"-18"283"-47"16,11-158 51-16,-4 66-54 0,-3 32 0 16,0 37 0-16,4-34 0 15,6-16-2-15,4-12 1 16,7-45-2-16,4-21 1 15,-1-32-16-15,11-31 1 16,8-37 0-16,6-35 0 16</inkml:trace>
  <inkml:trace contextRef="#ctx0" brushRef="#br0" timeOffset="244.88">8936 1223 106 0,'49'-126'53'0,"8"95"-68"16,-43 37 87-16,-4 3-71 16,-6 45 0-16,-8 43 0 15,-10 38 1-15,-3 50-2 16,-15 25 0-16,4 22 1 16,3-19 0-16,7-9-1 15,11-41 1-15,-3-16-1 16,-1-37 0-16,4-22-6 15,0-19 1-15,-4-28-21 16,-3-26 1-16,-10-21 0 16,-8-38 0-16</inkml:trace>
  <inkml:trace contextRef="#ctx0" brushRef="#br0" timeOffset="555.94">7849 1740 102 0,'-17'9'51'0,"70"117"-76"0,-18-92 100 15,14 29-75-15,1 9 0 16,10 3 0-16,10 1 0 16,11-23 0-16,18-15 0 0,10-26 0 15,-27 1 1-15,34-57 0 16,-3-10 1-16,-4-8 0 15,-3-26 0-15,-18-3-1 16,-14 3 1-16,-10 7-1 16,-15 9 0-16,-13 9-8 15,-15 10 0-15,-11-1-1 16,-13 13 1-16</inkml:trace>
  <inkml:trace contextRef="#ctx0" brushRef="#br0" timeOffset="845.06">9984 1038 107 0,'-14'-63'53'0,"3"50"-59"0,11 13 67 16,0 0-62-16,7 13 1 15,4 12 0-15,6 19 0 16,-3 28 0-16,-3 35 1 16,-11 27 0-16,-11 36 0 15,-6 8 0-15,-19 17 0 16,-13-26 0-16,-4-6 0 16,-7-18-1-16,0-23 0 0,4-16-4 15,6-15 1-15,11-34-21 16,15-26 1-16,13-28-1 15,11-21 1-15</inkml:trace>
  <inkml:trace contextRef="#ctx0" brushRef="#br0" timeOffset="1092.53">11098 1677 113 0,'-3'10'56'0,"45"37"-81"16,-17-38 110-16,24 10-85 16,22 3 0-16,17-13-1 15,25-18 1-15,7-7-3 16,3-3 1-16,1 1-8 16,-4-4 1-16,-7 0-1 0,-18-3 1 15</inkml:trace>
  <inkml:trace contextRef="#ctx0" brushRef="#br0" timeOffset="1260.13">11024 2643 109 0,'-77'78'54'0,"108"-59"-61"0,1-16 72 15,39 4-65-15,38-7 1 0,46 0-5 16,39-10 1-16,32-15-7 15,7-9 0-15,0-13-2 16,14-16 1-16</inkml:trace>
  <inkml:trace contextRef="#ctx0" brushRef="#br0" timeOffset="1492.21">14041 1135 112 0,'-39'-35'56'0,"42"42"-69"15,1 5 82-15,3 38-69 16,-4 32 0-16,1 28-1 16,-8 56 1-16,-6 6 0 15,-4 32 0-15,0 0-4 16,10-16 1-16,11-19-10 0,18-28 1 15,14-25 0-15,6-34 0 16</inkml:trace>
  <inkml:trace contextRef="#ctx0" brushRef="#br0" timeOffset="2007.78">15815 1464 112 0,'-28'-69'56'0,"-53"-38"-72"16,56 95 84-16,-10 2-71 16,-4 14 0-16,-7 21-3 15,-7 9 1-15,-7 19 6 0,0 10 1 16,0 34-5-16,11 16 0 15,17 0 2-15,29 3 0 16,20-19 3-16,22-15 0 16,17-19 1-16,19-26 1 15,2-18-1-15,-3-16 1 16,-3-18 0-16,-15-23 1 16,-13-22-3-16,-12-21 0 15,-13-23-3-15,-11 1 0 16,-3-13-7-16,3 9 1 0,14 10-1 15,10 25 0-15</inkml:trace>
  <inkml:trace contextRef="#ctx0" brushRef="#br0" timeOffset="2362.23">17272 1213 107 0,'-88'-63'53'0,"-7"67"-58"16,73 2 65-16,-9 16-61 15,-8 12 1-15,-7 20-1 16,0 5 0-16,11 13 1 15,10 16 0-15,18 12 0 0,28-12 0 16,18-6 0-16,25-19 0 16,10-20 1-16,14-18 0 15,4-21 0-15,-1-23 1 16,-3-22-2-16,-3-9 1 16,-18-16-1-16,-17 0 1 15,-19-6-5-15,-17-6 0 16,-17 6-7-16,-11 18 1 15,-11 17-14-15,-7 18 0 0,-3 19 1 16,0 9 0-16</inkml:trace>
  <inkml:trace contextRef="#ctx0" brushRef="#br0" timeOffset="2677.01">17960 1499 59 0,'120'-16'29'0,"28"-28"-34"0,-109 44 49 0,14-3-41 15,0-3 0-15,-7-1 8 16,-4-2 0-16,-10-1-10 16,-8 7 0-16,-10-6 8 15,-7 9 0-15,-7 3-1 16,-3 13 0-16,-11-1-4 16,3 23 0-16,1 6-2 15,10 12 0-15,10 4-1 16,11-4 0-16,11-15 0 15,11-13 0-15,6-18 0 0,4-20 0 16,0-8 0 0,-7-8 0-16,-15-21-1 0,-2-6 1 15,-12-13-2-15,-10 0 1 16,-7-3-10-16,-3 13 1 16,-4 3-1-16,0 9 1 15</inkml:trace>
  <inkml:trace contextRef="#ctx0" brushRef="#br0" timeOffset="2977.4">19195 887 110 0,'-4'-56'55'0,"32"46"-67"15,-7 10 78-15,18 10-67 16,21 15 0-16,18 12 0 16,17 7 0-16,0 10 1 15,4 21 1-15,-14 19-2 16,-15 12 1 0,-77 92 3-1,-49-10 0-15,-39-9-1 16,-32-10 1-16,-25-25-13 15,0-21 1-15,4-23-1 16,21-21 1-16</inkml:trace>
  <inkml:trace contextRef="#ctx0" brushRef="#br0" timeOffset="3772.98">10506 5378 109 0,'63'-10'54'0,"-13"-21"-54"16,-8 28 54-16,21-7-55 15,19-2 1-15,20-4-1 16,18 7 0-16,3-7 1 15,1-6 1-15,-1-3-2 16,4 0 0-16,-14 3-6 16,-3 0 1-16,-19 3-13 0,-13 7 0 15,-25-1 0-15,-14 13 0 16</inkml:trace>
  <inkml:trace contextRef="#ctx0" brushRef="#br0" timeOffset="4030.84">10322 6155 108 0,'-46'-6'54'0,"78"3"-77"16,-4-3 100-16,18-7-77 15,32 0 0-15,24-12 0 16,8-6 1-16,6-4-1 15,11 4 0-15,-4 3-1 16,-6 0 1-16,-15-4-5 16,-10 14 0-16,-4-1-11 15,-14 12 1-15,-7 11-1 16,4-4 1-16</inkml:trace>
  <inkml:trace contextRef="#ctx0" brushRef="#br0" timeOffset="4413.18">13088 4355 112 0,'-46'-53'56'0,"25"81"-77"0,14-6 96 0,0 19-76 16,0 47 1-16,-7 9 0 16,0 50 0-16,-11 35 0 15,-3 41 1-15,-8 15 0 16,8-6 0-16,7-12-1 15,7-20 1-15,7-33-2 16,7-14 0-16,3-27-11 16,4-23 0-16,4-28-1 15,3-31 1-15</inkml:trace>
  <inkml:trace contextRef="#ctx0" brushRef="#br0" timeOffset="4736.47">13949 5211 98 0,'21'-87'49'0,"-28"5"-52"16,3 66 64-16,-3-3-59 0,-7-2 0 16,-7 2 1-16,-4 12 0 15,-3 11-4-15,-11 11 1 16,-6 32 2-16,2 22 1 15,4 16-2-15,4 9 0 16,21 19-1-16,10-3 1 16,19-16-1-16,13-6 0 15,14-16 0-15,11-16 1 0,11-21-1 16,6-17 0-16,1-21 0 16,-8-28 1-16,-6-19-1 15,-12-7 0-15,-9-18-1 16,-15-3 0-16,-14-10-6 15,-11 9 0-15,-6 1 0 16,-8 12 0-16</inkml:trace>
  <inkml:trace contextRef="#ctx0" brushRef="#br0" timeOffset="5093.64">14457 4474 105 0,'-39'-25'52'0,"-35"3"-56"16,63 13 63-16,-6 3-59 0,-1 3 0 16,8 3 0-16,2 9 1 15,1-9 0-15,14 9 0 16,11 4 1-16,17 18 0 15,18 19-1-15,21 19 1 16,0 16 0-16,4 15 0 16,-4 16-2-16,-10 4 1 15,-18 5-1-15,-22-3 1 0,-24 16-1 16,-21-12 0-16,-35-7 0 16,-26-3 1-16,-6-9-4 15,-3 9 1-15,-8-19-19 16,11-16 1-16,13-9 0 15,16-28 0-15</inkml:trace>
  <inkml:trace contextRef="#ctx0" brushRef="#br0" timeOffset="6190.18">16958 4895 104 0,'-4'-57'52'0,"-13"63"-52"0,13-2 53 15,-10 8-54-15,-10 19 1 16,-15 16 0-16,-14 32 0 16,-11 18 0-16,-17 22 0 15,-11 19 0-15,-3 0 0 16,3-12-2-16,11-17 0 16,11-18-12-16,10-19 0 15,7-18 0-15,7-23 0 0</inkml:trace>
  <inkml:trace contextRef="#ctx0" brushRef="#br0" timeOffset="6416.36">15596 5061 96 0,'7'-63'48'0,"32"25"-56"16,-14 32 72-16,14-3-64 15,17 9 1-15,15 3 0 16,13 13 1-16,19 21-2 15,10 26 0-15,-1 12 1 16,5 13 0-16,-1 6-1 16,-6 22 1-16,-12-16-5 15,-2-15 0-15,-12-16-13 16,-6-19 0-16,-15-22 0 16,-10-18 1-16</inkml:trace>
  <inkml:trace contextRef="#ctx0" brushRef="#br0" timeOffset="6777.4">17346 4634 89 0,'-39'-150'44'0,"-49"31"-46"0,63 90 72 15,-20-5-68-15,-19-10 0 16,-21 0 0-16,-28 10 1 16,-14 12-5-16,-14 19 1 15,-3 28 2-15,-11 22 1 0,-4 28-2 16,0 53 1-16,-3 58-1 15,17 36 1-15,29 48-1 16,31-13 0-16,39-6 0 16,46-41 1-16,35-22-1 15,43-44 0-15,24-28 1 16,32-28 0-16,18-35 0 16,7-34 0-16,7-28 0 15,3-38 0-15,-7-32 0 16,1-33 0-16,-12-26-1 15,-10-13 1-15,-24 4-2 16,-22-10 1-16,-31 16-11 16,-26 9 1-16,-17 16-1 15,-17 6 1-15</inkml:trace>
  <inkml:trace contextRef="#ctx0" brushRef="#br0" timeOffset="6970.1">17713 4217 108 0,'35'-31'54'0,"39"50"-61"0,-52 0 74 16,6 18-67-16,-4 23 1 15,-6 46-1-15,-11 20 1 16,-14 24-2-16,-7 23 1 16,0-10-2-16,-4 0 0 15,1-9-1-15,2-23 0 0,1-21-8 16,4-13 1-16,6-22-1 15,4-21 1-15</inkml:trace>
  <inkml:trace contextRef="#ctx0" brushRef="#br0" timeOffset="7286.52">18683 4917 109 0,'11'-66'54'0,"-32"34"-65"16,21 32 77-16,-8 0-68 16,-6 13 1-16,-3 12-1 15,-8 9 1-15,0 29 1 16,8 12 1-16,13 4-2 16,11 5 1-16,18-5 0 15,14-10 0-15,17-3 1 16,11-16 0-16,4-12 0 0,-1-13 0 15,-3-16 0-15,-17-9 0 16,-11-22 0-16,-11-12 0 16,-18-17-1-16,-17-30 0 15,-14 2-6-15,-11 4 1 16,-6-3-1-16,-1 9 1 16</inkml:trace>
  <inkml:trace contextRef="#ctx0" brushRef="#br0" timeOffset="7620.05">19399 4365 107 0,'-49'-63'53'0,"14"54"-56"16,28 9 62-16,3 3-59 15,4 6 0-15,7 0 0 16,11 10 1-16,17 3 0 16,18 13 0-16,21 21 0 15,4 16 0-15,3 7 0 16,-4 8 1-16,-13 17-1 16,-18 18 0-16,-25-9-1 15,-25 6 1-15,-24-9-1 16,-25 3 0-16,-17-6-1 0,-15-13 1 15,-7-19-9-15,4-3 0 16,0-16 0-16,21-18 0 16</inkml:trace>
  <inkml:trace contextRef="#ctx0" brushRef="#br0" timeOffset="7911.55">21858 4703 109 0,'57'-15'54'0,"-54"-36"-61"0,-10 45 70 0,-11 12-64 16,-13 10 1-16,-19 6-1 16,-17 16 1-16,-14 2 1 15,-11 23 0-15,-3 16-1 16,-7 18 1-16,10 13-1 15,11-7 1-15,7 1-7 16,10 5 1-16,11-15-17 16,18-12 1-16,10-19-1 15,4-29 1-15</inkml:trace>
  <inkml:trace contextRef="#ctx0" brushRef="#br0" timeOffset="8112.22">20832 4788 112 0,'31'-53'56'0,"33"46"-82"0,-32 14 107 16,10 5-82-16,18 20 1 16,3 5-1-16,1 13 1 15,3 19-1-15,-7 13 1 16,0 6-5-16,3 6 0 15,4-6-11-15,-7-1 1 0,4-8 0 16,-4-13 0-16</inkml:trace>
  <inkml:trace contextRef="#ctx0" brushRef="#br0" timeOffset="8488.86">21759 4421 108 0,'-60'-107'54'0,"-38"51"-72"16,66 47 89-16,-25 2-73 15,-20 14 0-15,-8-7 0 16,-3 15 0-16,-14 23 3 16,-4 12 1-16,7 35-2 15,0 31 0-15,11 22 1 16,14 28 0-16,18 3 0 15,27 23 0-15,26-14 0 0,31-11 1 16,32-17-1-16,35-18 0 16,25-16-1-16,18-44 1 15,6-34 0-15,1-29 0 16,3-31-1-16,-7-25 1 16,-3-41-1-16,-18-15 1 15,-14-23-2-15,-25-18 1 16,-28 12-2-16,-25-9 1 15,-25 19-8-15,-20-4 1 0,-11 14-1 16,-4 11 1-16</inkml:trace>
  <inkml:trace contextRef="#ctx0" brushRef="#br0" timeOffset="8698.54">22708 4321 108 0,'50'-38'54'0,"-1"85"-63"16,-35-25 71-16,4 22-62 16,-4 41 0-16,-3 9 0 15,-15 22 1-15,-10 34-2 16,-11 7 1-16,-3 6-1 16,3-3 0-16,8-22-6 15,10-22 1-15,7-12 0 16,17-23 0-16</inkml:trace>
  <inkml:trace contextRef="#ctx0" brushRef="#br0" timeOffset="9057.68">23837 4891 110 0,'0'-18'55'0,"-28"-7"-66"0,17 25 71 16,-6 0-61-16,-19 6 0 0,1 10 0 16,-4 5 0-16,1 5 2 15,2 5 0-15,5 13-1 16,9 3 0-16,12 19 0 16,10-4 1-16,14-5-1 15,14-4 1-15,11 0-1 16,14-5 1-16,3-14-1 15,1-9 1-15,3-12-1 16,-7-17 0-16,-7-8 0 16,-8-16 0-16,-13-22 0 15,-14-23 0-15,-15-2-2 16,-14-3 1-16,-3-4-6 16,-10 7 0-1</inkml:trace>
  <inkml:trace contextRef="#ctx0" brushRef="#br0" timeOffset="9412.54">24155 4365 106 0,'-14'0'53'0,"-8"-32"-56"0,19 32 61 15,3 0-59-15,3 10 1 16,4 2 0-16,18 1 0 0,10 2 0 16,18 4 1-16,14 9-1 15,25 13 0-15,21 9 0 16,7 13 1-16,3 3-1 16,-3-3 1-16,-3 12-1 15,-26 7 1-15,-23 8 0 16,-40 1 1-16,-42 3 1 15,-50 1 0-15,-70 8-3 16,-74 13 1-16,-64 6-18 16,-80 1 1-16,-44-17-2 15,-30-30 1-15</inkml:trace>
  <inkml:trace contextRef="#ctx0" brushRef="#br0" timeOffset="12225.76">20309 1351 90 0,'32'-75'45'0,"70"59"-40"16,-59 26 45-16,24 24-50 15,18 19 1-15,3 16-1 0,0 57 0 16,4 9 0-16,3 34 0 15,-14 10 0-15,-14 9 0 16,-18 25 0-16,-10-12 0 16,-18 9 0-16,-14-13 1 15,-28-27 0-15,-7-17 0 16,-11-27 0-16,-3-13 1 16,-4-35 0-16,-7-21 0 15,0-23-1-15,-3-31 1 0,-1-18-1 16,11 5 1-16,-14-46-2 15,8-10 1-15,6-3-1 16,7 6 1-16,4 10-1 16,6 9 0-16,8 6 1 15,4 10 0-15,6 12 0 16,7 1 1-16,8 21-1 16,10 13 0-16,7 25 0 15,18 18 1-15,11 11-2 16,9 14 1-16,5-5-1 15,10 9 1 1,57 31-1 0,-26-31 1-16,-13-22-1 15,-14-25 1-15,-8-16-1 16,-6-25 1-16,-4-25 0 16,7-25 1-16,3-12-1 15,4-17 1-15,11-27-1 0,14-13 1 16,31-6-6-16,15 9 0 15,17-6-1-15,29-7 0 16</inkml:trace>
  <inkml:trace contextRef="#ctx0" brushRef="#br0" timeOffset="13450.97">10492 8861 101 0,'-67'25'50'0,"-22"-56"-47"16,75 31 51-16,-3-3-55 15,6 0 1-15,8 0 0 16,-1 0 1-16,25 3 0 15,18 3 0-15,28-3 1 0,32 0 0 16,10 3 0-16,18 3 0 16,18-3 0-16,6 7 0 15,-16-1-2-15,-1 7 1 16,3 3-10-16,-13 6 1 16,-11 0-1-16,-15-19 0 15</inkml:trace>
  <inkml:trace contextRef="#ctx0" brushRef="#br0" timeOffset="13638.7">10650 9928 105 0,'-31'-7'52'0,"66"26"-57"15,4-13 65-15,28 4-60 16,21-7 0-16,39 3 1 15,14-9 0-15,18 0-4 16,31 3 1-16,8-9-14 16,31-1 0-16,-3-12 0 15,10-9 0-15</inkml:trace>
  <inkml:trace contextRef="#ctx0" brushRef="#br0" timeOffset="13891.78">13335 8407 111 0,'-63'-44'55'0,"77"85"-75"0,0-7 94 15,7 22-74-15,4 23 0 16,-1 34-1-16,-3 25 1 0,1 22-4 15,2 31 1 1,1 0-6-16,0-6 0 0,3-3-6 16,4-25 0-16,3-22-1 15,-10-22 1-15</inkml:trace>
  <inkml:trace contextRef="#ctx0" brushRef="#br0" timeOffset="14308.98">14196 9009 106 0,'-18'-94'53'0,"-7"9"-70"16,18 72 91-16,0-2-75 15,0 2 1-15,-3 4-1 16,-4 9 0-16,-11 12 1 15,-3 10 1-15,-4 19-1 16,4 25 0-16,7 15 1 16,10 7 0-16,11-3 0 0,18 3 1 15,20 3-1-15,12-13 1 16,10-15-1-16,7-16 0 16,3-25 0-16,8-25 0 15,3-16-1-15,-10-16 1 16,-15-9-1-16,-14-12 1 15,-17-19-1-15,-25-10 1 0,-18 0-1 16,-24 10 0-16,-14 9-2 16,-15 10 1-16,-17 9-7 15,3 12 0-15,8 10-18 16,13 6 1-16,11 4-1 16,18-7 1-16</inkml:trace>
  <inkml:trace contextRef="#ctx0" brushRef="#br0" timeOffset="14657.94">14404 8416 69 0,'0'-19'34'0,"-18"-15"-27"16,15 24 60-16,-4-5-61 16,3-4 0-16,-3 0 4 15,0 0 0-15,4 4-12 16,-1-1 0-16,4 3 8 15,4 7 1-15,6 6-4 16,8 6 1-16,14 7-2 0,20 9 0 16,12 19-2-16,14 12 1 15,20 13-1-15,19 3 1 16,10 9-1-16,-11 7 0 16,1 9 0-16,-15 6 0 15,-21 4 0-15,-21 2 0 16,-32-2 0-16,-28 15 0 15,-21 3 0-15,-21 1 1 0,-22-14-2 16,-10-2 1-16,0 0-6 16,7-16 0-16,11-16-18 15,20-28 1-15,22-22-1 16,21-31 1-16</inkml:trace>
  <inkml:trace contextRef="#ctx0" brushRef="#br0" timeOffset="14913.41">17667 8620 98 0,'21'-60'49'0,"-35"54"-68"16,7 15 88-16,-14 10-68 15,-11 10 0-15,-17 14 3 16,-15 14 0-16,-13 21-5 15,-1 26 1-15,-10 5 2 16,0 1 1-16,-8 6-3 0,5 7 0 16,-1-20-9-16,14-6 0 15,4-18-1-15,11-17 1 16</inkml:trace>
  <inkml:trace contextRef="#ctx0" brushRef="#br0" timeOffset="15152.44">16461 8676 108 0,'-4'-34'54'0,"50"18"-65"0,-21 16 76 0,21 16-65 15,21 6 1-15,7 19-1 16,10 12 1-16,4 28-2 15,8 20 1-15,-1-1-4 16,-7 7 1-16,-3 2-9 16,0-8 1-16,-8-20-14 15,1-18 1 1</inkml:trace>
  <inkml:trace contextRef="#ctx0" brushRef="#br0" timeOffset="15552.13">17692 8150 95 0,'-78'-79'47'0,"-88"-56"-55"0,117 104 77 15,-18 0-69-15,-14 6 1 16,-25 6-1-16,-10 12 0 16,-15 29 0-16,8 29 0 15,-11 14 1-15,10 20 0 16,4 28 0-16,25 22 0 15,10 22 0-15,22 37 1 16,20 4-1-16,29 21 1 16,32-12-1-16,28-16 0 0,24-6-1 15,19-34 1-15,20-23-1 16,18-34 0-16,3-31-1 16,12-35 1-16,13-31-1 15,-4-25 1-15,-2-28 0 16,-5-26 0-16,-3-21 0 15,-21-17 0-15,-21 1 0 16,-25-19 1-16,-24 0 0 16,-33 7 0-16,-27 5-1 15,-22 13 0-15,-18 0-3 16,-2 16 0-16,-1 16-1 16,10 9 1-16</inkml:trace>
  <inkml:trace contextRef="#ctx0" brushRef="#br0" timeOffset="15769.96">18602 8096 106 0,'39'57'53'0,"-29"-26"-52"0,1-3 59 16,0 35-60-16,3 37 0 15,-4 23 0-15,-3 40 1 16,0 12-2-16,-3 10 1 15,3-3-1-15,0-12 0 16,0-26-2-16,4-13 1 16,6-21-13-16,4-16 1 15,4-28-1-15,3-34 1 0</inkml:trace>
  <inkml:trace contextRef="#ctx0" brushRef="#br0" timeOffset="16129.78">19713 8620 112 0,'-3'-35'56'0,"-33"-52"-73"16,26 74 90-16,-4 1-76 16,-7 12 1-16,-8 9-1 15,-6 13 0-15,-11 16 4 16,-3 12 1-16,-1 19-3 15,8 15 0-15,14 17 2 16,14 5 0-16,14-2 1 16,21-10 0-16,18-3-1 15,21-16 1-15,17-15-2 16,8-29 1-16,10-25-1 0,8-21 1 16,-5-26-2-16,1-34 1 15,-18-23 0-15,-14-5 0 16,-17-4-1-16,-19-9 1 15,-24 13-1-15,-24 9 0 16,-22 15-8-16,-21 13 0 16,-3 19 0-16,3 7 0 15</inkml:trace>
  <inkml:trace contextRef="#ctx0" brushRef="#br0" timeOffset="16495.14">21156 8391 110 0,'39'-25'55'0,"-50"3"-66"16,1 22 74-16,-18 6-65 15,-18 16 1-15,-18 28 0 16,-17 13 0-16,-4 9 2 15,8 16 1-15,10 19-2 16,21 9 1-16,21-7 0 16,25-11 1-16,21-11-1 15,18-14 1-15,18-26-1 0,17-16 0 16,21-28 0 0,0-15 0-16,-3-29-1 0,-11-25 0 15,-10-6 0-15,-19-16 0 16,-16 3-4-16,-15-2 0 15,-21-1-13-15,-14 6 0 16,-7 7 0-16,-15 6 0 16</inkml:trace>
  <inkml:trace contextRef="#ctx0" brushRef="#br0" timeOffset="16780.34">21318 7914 110 0,'-14'-65'55'0,"0"27"-72"16,14 38 91-16,14 6-75 15,11 7 1-15,14 15-1 16,14 3 1-16,17 13 0 16,15 9 0-16,10 7 0 15,7 3 0-15,8 12 1 16,-4 22 0-16,-11 7 1 15,-14 5 1-15,-25 1 0 16,-17 9 0-16,-25-3-3 16,-21-6 0-16,-21-13-10 15,-14-9 1-15,-8-13-2 16,5-15 1-16</inkml:trace>
  <inkml:trace contextRef="#ctx0" brushRef="#br0" timeOffset="17209.61">24246 10084 114 0,'36'29'57'0,"-117"52"-82"0,49-53 76 0,-21 4-53 16,-28-1 0-16,-39-3 2 15,-42 0 0-15,-50-2 2 16,-56-4 0-16,-39-10 0 16,-46-6 0-16,-42 4 1 15,-39 9 1-15,-35 3-1 16,-22 9 1-16,-17 10-2 16,-3 12 1-16,6 10-2 15,19-1 1-15,6-5-2 16,4-7 1-16,6-6-1 15,15-3 0-15,-3 3 1 16,3-1 1-16,14 14 0 16,24 2 0-16,36 10 0 15,36-6 0-15,45-6 0 16,49-13 1-16,50-16-3 0,32-3 1 16,28-13-1-16,31-12 1 15,22 0-6-15,18-6 1 16,13-6-1-16,15-17 1 15</inkml:trace>
  <inkml:trace contextRef="#ctx0" brushRef="#br0" timeOffset="17780.59">10552 13239 121 0,'35'-28'60'0,"131"-4"-71"0,-110 17 70 0,25-14-64 16,36-2 1-16,3 3-12 16,0-3 1-16,7 2 3 15,10 4 1-15,-17 10-11 16,-11 8 1-16</inkml:trace>
  <inkml:trace contextRef="#ctx0" brushRef="#br0" timeOffset="18017.07">10576 14032 102 0,'67'-22'51'0,"205"-72"-78"16,-170 63 93-16,39-13-70 0,43 0 1 15,17-3-33-15,18 3 0 16,3-22 37-16,-14-6 1 16</inkml:trace>
  <inkml:trace contextRef="#ctx0" brushRef="#br0" timeOffset="18245.31">13518 12370 121 0,'-70'19'60'0,"70"85"-91"15,14-67 117-15,14 23-86 16,8 34 0-16,2 25 0 16,-2 35 0-16,2 24-1 15,-6 4 0 1,21 72-10-1,-4-53 1-15,4-57-1 16,-3-50 0-16</inkml:trace>
  <inkml:trace contextRef="#ctx0" brushRef="#br0" timeOffset="18577.34">14813 12693 121 0,'-60'-22'60'0,"7"13"-75"0,32 6 86 16,-7 6-74-16,-4 6 1 15,-7 13-1-15,-7 19 1 16,8 22 3-16,2 12 0 16,12 7-3-16,6 12 1 15,18 3 2-15,18-3 0 16,10-9 0-16,18-20 1 0,10-21-2 15,11-31 1 1,14-32-1-16,11-37 0 0,3-13-1 16,-6-32 0-16,-22-5 0 15,-18 2 0-15,-17 13 1 16,-18 10 0-16,-21 2-2 16,-14 10 1-16,-8 10-11 15,-2 5 1-15,2 7-1 16,8 4 1-16</inkml:trace>
  <inkml:trace contextRef="#ctx0" brushRef="#br0" timeOffset="18923.54">15931 12546 96 0,'57'25'48'0,"-50"-28"-49"16,-7 3 60-16,0 3-59 0,-7 10 1 15,-11 5 0-15,4-2 1 16,-21 28-2-16,0 9 1 16,-1 16 2-16,15 10 0 15,11 5 0-15,10 4 0 16,17 3-1-16,15-9 1 16,14-10-1-16,21-25 1 15,10-19-1-15,5-22 0 16,-5-25-1-16,-3-18 0 15,-10-16 0-15,-18-16 0 0,-11-16-2 16,-17 3 0-16,-22-2-3 16,-7 8 1-16,-20 4-10 15,-12 10 1-15,-2 8-1 16,-5 4 0-16</inkml:trace>
  <inkml:trace contextRef="#ctx0" brushRef="#br0" timeOffset="19222.07">16327 12025 109 0,'0'-6'54'0,"60"6"-65"16,-36 3 77-16,19 4-65 15,6 5 0-15,11 4 1 16,18 9 1-16,3 9-3 15,3 10 1-15,12 13 1 0,6 9 1 16,0 15-1-16,-7 10 1 16,-13 12-2-16,-12 14 1 15,-20 5-1-15,-26 10 0 16,-24 2 0-16,-24 7 0 16,-19-15-1-16,-20-7 0 15,-8-12-3-15,-6-20 0 16,-1-14-8-16,7-26 1 15,15-19-1-15,14-19 0 0</inkml:trace>
  <inkml:trace contextRef="#ctx0" brushRef="#br0" timeOffset="19495.18">19639 12577 118 0,'-46'3'59'0,"-60"32"-76"15,82-23 82-15,-19 14-65 16,-9 14 1-16,-16 14 2 16,-6 21 0-16,-3 3-3 15,-1 10 0-15,8-6 2 16,10-1 0-16,7-12-6 15,7-3 1-15,7-19-20 16,7-25 1-16,4-31-1 0,3-17 0 16</inkml:trace>
  <inkml:trace contextRef="#ctx0" brushRef="#br0" timeOffset="19720.87">18634 12442 119 0,'-4'29'59'0,"50"46"-84"0,-25-53 110 0,18 19-85 15,17 9 0-15,15 13-1 16,10 9 1-16,4 3-2 16,0-6 1-16,-1-3-6 15,1-4 0-15,0-5-10 16,-4-19 1-16,-14-20-1 15,-4-14 1-15</inkml:trace>
  <inkml:trace contextRef="#ctx0" brushRef="#br0" timeOffset="20122.06">19392 12107 113 0,'-120'-38'56'0,"-77"7"-73"0,147 22 92 15,-10-1-76-15,-21 7 1 16,4 3-1-16,-8 13 1 16,0 12 0-16,1 22 1 15,6 28-1-15,4 32 1 16,10 15 0-16,8 31 0 16,14 17 0-16,20 5 1 15,22-2-2-15,18-10 0 16,28-25-1-16,25-13 0 15,27-31-1-15,26-37 1 16,17-35 0-16,14-35 0 0,18-37 1 16,0-28 0-16,-4-23 1 15,-7-27 1-15,-20-7-1 16,-26-9 1-16,-31 12-1 16,-32 7 0-16,-36 12-2 15,-38 15 1-15,-32 1-6 16,-32 13 1-16,-13 8-1 15,-12 17 1-15</inkml:trace>
  <inkml:trace contextRef="#ctx0" brushRef="#br0" timeOffset="20333.03">20267 12085 119 0,'53'13'59'0,"46"46"-66"16,-60-37 73-16,-1 22-66 0,5 12 0 16,3 17 0-16,-8 17 0 15,-6 30-1-15,-11 5 1 16,-10 4-1-16,-8 2 1 16,-6 1-2-16,-4-3 0 15,3-20-5-15,4-15 0 16,11-21-1-16,7-23 1 15</inkml:trace>
  <inkml:trace contextRef="#ctx0" brushRef="#br0" timeOffset="20679.38">21410 12593 119 0,'-39'-3'59'0,"-3"-22"-74"15,31 25 76-15,-3 3-62 16,-10 6 1-16,-5 10-1 16,-2 12 1-16,-1 17 0 15,4 11 1-15,10 19 0 16,14 1 0-16,12-1 0 16,20 1 1-16,11-1 0 15,17-18 0-15,11-23-1 16,14-15 1-16,7-22-1 15,-7-15 0-15,-10-17-1 16,-11-21 0-16,-14-13 0 16,-21-6 1-16,-22-10-2 15,-21-2 0-15,-20-4-5 0,-15 10 1 16,-11-1-19-16,-6 10 1 16,3 0-1-16,-11 3 1 15</inkml:trace>
  <inkml:trace contextRef="#ctx0" brushRef="#br0" timeOffset="21004.68">21541 12022 103 0,'-7'3'51'0,"10"1"-67"0,4-4 93 0,4 3-75 15,6 6 1-15,12-3 2 16,13 7 1-16,11 3-7 15,14-1 0-15,14 10 4 16,14 4 1-16,4 8-2 16,-7 20 0-16,3 2-1 15,-7 13 0-15,-10 10-1 16,-8 12 0-16,-17 3 0 16,-10 10 1-16,-15 12 0 15,-14-3 0-15,-14 13 0 16,-18-1 0-16,-24 1-1 15,-22-1 1-15,-52 4-10 16,-46-7 1-16,-57-21-1 16,-81-26 1-16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27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1497 9728,'-2'5'4229,"1"-16"-2634,1 9-1357,0 0 0,0 1 0,0-1 0,0 0 0,0 1 0,1-1 0,-1 0 0,0 1 0,1-1 0,-1 1 0,1-1 0,0 1 0,-1-1 0,1 1 0,0-1 0,0 1 0,0 0 0,2-3 0,31-8 928,-8 5-1031,142-48 400,126-44-515,1179-391 1964,-625 300-1163,22 76-319,-47 35-118,0-22 106,-206 10-162,140-18 112,93 12 33,-616 82-379,376 24 0,-499 2-58,-1 6 0,138 38-1,-206-43-35,-1 1 0,0 2 0,-1 2 0,-1 1 0,-1 2 0,0 2 0,46 35 0,-46-27 11,-2 1-1,0 2 1,-2 1 0,-2 2-1,-1 1 1,-2 1 0,-2 2-1,-1 0 1,32 71 0,-28-36 31,-4 3-1,-3 0 1,25 154 0,-8 247 175,-36-111-125,-16 0 1,-117 711-1,-25-304-55,14-75 23,21 3-29,19 258 152,44 4 103,43-707-243,-2 42 70,-31 514 286,10-345-207,-37 660 149,75-734-271,3-307-58,5 1 1,30 124-1,-26-165-25,1-1 0,3 0 0,2-1 1,1-2-1,51 78 0,-36-71-22,3-2 0,1-2 1,3-1-1,56 47 0,-22-33-12,2-2 0,3-4 0,2-4 0,2-3 0,175 66 0,321 94-39,-198-91 172,5-17-1,4-16 0,527 41 1,380-69 47,7-71-32,71-28-143,-4-62-1,436-175 43,-595 48-128,-916 176 39,445-96 45,-548 103 47,326-131-1,-431 140 16,-2-5 1,-2-3-1,-2-4 0,114-93 0,-107 67 50,-4-4 0,-3-3 0,98-131 0,-18-9 1,-10-7 0,-11-7 1,174-392-1,331-1140-620,-133-42-184,-494 1733 720,91-330-327,-78 281 258,166-672-353,-163 606 398,-8-1-1,4-230 0,-56-212 421,2 273-164,18 279-167,4-1 0,26-164 0,-17 195-47,3 0 1,2 1-1,3 1 1,2 1-1,37-70 0,-21 60-51,3 1 0,3 2 0,2 2 0,3 2 0,2 2 0,3 2 0,74-58 0,-20 33 43,3 5 0,2 5 0,4 4 0,154-60 0,520-144 30,-387 158 66,5 19 0,3 17-1,786-36 1,-420 112-454,-404 19-298,347-18-4075,-372-22 2176,-26-25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31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570 644 10624,'-374'-278'6762,"352"261"-4825,-29-29 0,45 40-1517,0-1 0,1 0 0,-7-13-1,-1 0-319,-5-9 584,-23-47 0,37 69-622,1 0 0,0 0 0,1-1 0,-1 1 1,1-1-1,1 0 0,-1 0 0,1 0 0,1 1 1,0-1-1,0 0 0,1-12 0,0 19-68,-1-1 0,0 1 0,1-1 0,-1 1 0,1 0 0,0-1 0,-1 1 0,1-1 0,0 1 0,0 0 0,0 0 0,0-1 0,0 1 0,0 0 0,0 0 0,0 0 0,1 0 0,1-1 0,-2 2 23,1-1 1,-1 1 0,1 0-1,-1-1 1,1 1 0,0 0-1,-1 0 1,1 0 0,0 0-1,-1 0 1,1 1-1,-1-1 1,1 0 0,0 1-1,-1-1 1,1 1 0,-1 0-1,1-1 1,-1 1 0,3 2-1,4 3 54,1 0 0,-1 1 0,0 0 0,-1 0 0,0 1 0,10 13 0,36 56 171,-47-66-213,-4-9-23,8 14 35,0 1 1,-1 0-1,-1 0 1,11 34 0,46 215 22,82 620 119,-53 8 18,-86-789-149,24 207 258,-20-253-182,-7-48-64,-5-11-62,0 0-1,1 0 1,-1 0 0,0 0-1,0 0 1,0 0 0,1 0-1,-1 0 1,0 0 0,0 1-1,0-1 1,1-1-1,-1 1 1,0 0 0,0 0-1,0 0 1,0 0 0,1 0-1,-1 0 1,0 0 0,0 0-1,0 0 1,1 0 0,-1 0-1,0 0 1,0 0-1,0-1 1,0 1 0,0 0-1,1 0 1,-1 0 0,0 0-1,0 0 1,0-1 0,0 1-1,0 0 1,0 0-1,0 0 1,3-5 15,0 0 1,0 1-1,-1-1 0,0 0 0,0 0 0,0 0 0,1-9 1,7-49 50,-5 25-39,7-38-11,92-469 134,41 97-47,-100 338-93,117-205-1,-143 283 11,1 1-1,2 2 0,0 0 1,3 1-1,41-37 0,-58 58-5,0 1 0,0 0-1,1 1 1,0 0 0,13-6-1,-18 9-6,0 1-1,-1 0 0,1 0 0,0 0 1,0 1-1,0-1 0,0 1 1,-1 0-1,1 0 0,0 0 0,0 1 1,0-1-1,0 1 0,-1 0 1,1 0-1,4 2 0,0 1 4,-1 0 1,0 1-1,0 0 0,0 0 1,-1 1-1,1-1 0,-1 1 1,5 8-1,4 5 7,22 37 0,6 24-12,38 100-1,0 2-559,-60-141 29,1-2 0,38 51 1,-23-43-1445,3-2 0,1-2 0,77 64 0,-53-62-741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31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39 910 10880,'-17'-26'5376,"-5"-20"-5760,27 31 9087,12-15-8703,24-20 0,32-17-128,48-15 128,22-24-512,28-6 128,6 0-1152,0 10 128,-22 22-128,-36-2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31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84 13440,'-32'-20'1735,"-1"2"0,-47-20 0,76 37-1665,0-1 0,0 1 0,0 0-1,0 0 1,0 1 0,0-1 0,0 1 0,0 0 0,0 0 0,0 0 0,0 0 0,0 1 0,0 0 0,0 0 0,0 0 0,0 0-1,-5 3 1,8-4 177,0 1-1,0 0 1,-1 0 0,1 0-1,0 0 1,0 0-1,0 0 1,0 0-1,1 0 1,-1 0-1,0 1 1,0-1-1,1 0 1,-1 0 0,0 1-1,1-1 1,-1 0-1,1 1 1,0-1-1,0 1 1,-1-1-1,1 1 1,0 1-1,1 3 19,-1-1 0,1 1-1,0-1 1,3 9-1,-2-7-378,5 14 72,2-1 0,0 0 0,1-1 0,1 0 0,1-1 0,19 23 0,21 34-48,7 28-2,-5 1 1,-4 3-1,-5 2 1,-4 2-1,-6 1 1,40 221 0,5 195 325,-79-524-225,12 56 141,-12-54-137,1-1 0,0 0 0,0 0 1,1 0-1,-1 0 0,1 0 0,0-1 0,5 6 1,-8-10-11,0 1 0,1-1 0,-1 1 0,0-1 0,1 1 0,-1-1 1,1 0-1,-1 1 0,1-1 0,-1 0 0,1 1 0,-1-1 0,1 0 1,0 0-1,-1 0 0,1 0 0,-1 1 0,1-1 0,0 0 1,-1 0-1,2 0 0,-1-1-1,-1 1-1,1-1 1,0 1 0,0-1-1,-1 1 1,1-1 0,0 0-1,-1 1 1,1-1 0,0 0 0,-1 1-1,1-1 1,-1 0 0,1 0-1,-1 0 1,0 1 0,1-1-1,-1 0 1,0 0 0,0 0 0,1-1-1,66-324 148,-66 325-148,11-81 58,-6 33-111,2 1-1,2 0 1,21-59 0,-28 100-153,1-1 1,0 1-1,0 0 0,5-6 0,2-2-307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32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4 13312,'-90'-3'3178,"79"3"-2797,0 1-1,0 0 0,1 1 1,-1 0-1,-16 6 1,17-3-203,0 0 1,1 0-1,-1 1 0,1 1 1,0 0-1,0 0 1,1 0-1,0 1 1,1 0-1,-13 17 0,15-18 341,1 0 1,0 0-1,0 1 0,0-1 0,1 1 0,0 0 0,1 0 0,-4 14 0,-11 68-49,-8 139 0,13 105-1180,11-281 736,20 716-452,-9-674 234,43 177 0,-47-249 202,1 1 1,2-1 0,0-1 0,1 1 0,1-2-1,24 35 1,-29-48 24,0 0 1,1 0-1,0-1 0,0 0 1,0 0-1,1-1 0,0 0 1,1-1-1,-1 1 0,1-2 1,0 1-1,0-1 0,1 0 1,-1-1-1,1 0 0,0-1 1,-1 0-1,16 1 0,-13-3 16,0 0 0,0-2-1,0 1 1,-1-1 0,1-1 0,-1 0-1,1-1 1,-1 0 0,0 0-1,0-1 1,-1-1 0,1 0 0,-1 0-1,0-1 1,-1 0 0,9-9-1,3-5 41,0 0 0,-2-1 0,0 0 0,-2-2 0,21-36 0,-20 26-21,-2 0 1,-1-1-1,-1-1 0,13-59 0,16-150 176,-3-162-69,29-168-801,-65 553 339,22-86-1351,-23 97 1268,1 0 0,1 0 0,0 1 0,0-1 1,1 1-1,1 1 0,8-12 0,13-3-1318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33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1409 12672,'-16'7'1439,"0"0"1,-1-1-1,-25 6 1,4-1-329,37-10-911,0-1 0,-1 1 0,1 0 1,0-1-1,0 1 0,0 0 0,0 0 0,0-1 1,0 1-1,0 0 0,0 0 0,0 0 0,0 0 1,1 1-1,-1-1 0,0 0 0,1 0 0,-1 0 1,1 1-1,-1-1 0,1 0 0,-1 0 0,1 1 1,0-1-1,0 3 0,-7 35 203,2 1 0,2-1 0,2 69 0,23 126-775,-20-221 369,27 218 3,72 391-394,242 813-1,-309-1316 345,98 308 15,-120-391 93,2 0 1,2-1 0,27 45-1,-41-77-50,0 1-1,1 0 0,-1-1 1,1 0-1,0 1 1,0-1-1,0-1 0,1 1 1,-1 0-1,0-1 0,1 1 1,4 1-1,-7-4-6,0 1 1,0-1-1,0 0 0,0 0 0,0 0 0,1 0 1,-1 0-1,0 0 0,0 0 0,0 0 0,0 0 1,0 0-1,0 0 0,0-1 0,0 1 0,0 0 1,0-1-1,0 1 0,2-2 0,-1 0 0,0 0 0,0 1-1,-1-1 1,1-1 0,0 1-1,0 0 1,-1 0 0,0-1-1,1 1 1,-1 0 0,1-4-1,5-11 12,-1-1 0,-1-1 0,5-33 0,1-65 73,-9 87-68,15-736 381,-18 588-306,-10-604 558,-47-1 748,21 516-572,25 202-364,-40-120-1,47 170-365,-1 0 0,0 0 0,-10-16 0,14 31-56,4 9-16,82 318-280,-44-174-10,114 278-1,-149-418 246,6 14-40,1-1 0,24 37 0,-33-57 57,1 0-1,1 0 0,-1-1 1,1 0-1,0 0 1,0 0-1,0 0 0,1-1 1,0 0-1,-1 0 1,2-1-1,-1 1 1,0-1-1,1 0 0,11 2 1,-13-4-4,0 0 0,1-1 0,-1 0 1,1 0-1,-1-1 0,1 1 0,-1-1 0,0 0 1,1-1-1,-1 1 0,0-1 0,0 0 0,0-1 1,0 1-1,0-1 0,-1 0 0,1 0 0,-1 0 1,1-1-1,-1 1 0,5-8 0,7-6-8,-2-1 1,0 0-1,21-37 0,7-24 43,-4-1-1,-3-2 1,36-125 0,-54 139 50,-2 0 1,8-87 0,-5-138 328,-16 252-363,-3 9 15,1 25-43,-1 1-1,1-1 1,0 0 0,0 1 0,1-1-1,0 0 1,0 1 0,1-1 0,0 0 0,0 1-1,4-9 1,-6 15-15,0 0-1,0 0 1,0 0 0,0-1-1,0 1 1,0 0 0,1 0-1,-1 0 1,0 0 0,0 0-1,0 0 1,0 0-1,0 0 1,0 0 0,1 0-1,-1 0 1,0-1 0,0 1-1,0 0 1,0 0 0,0 0-1,1 0 1,-1 0 0,0 0-1,0 0 1,0 0-1,0 0 1,0 0 0,1 0-1,-1 0 1,0 1 0,0-1-1,0 0 1,0 0 0,0 0-1,0 0 1,1 0 0,-1 0-1,0 0 1,0 0 0,0 0-1,0 0 1,0 0-1,0 1 1,0-1 0,0 0-1,1 0 1,-1 0 0,0 0-1,0 0 1,0 0 0,0 1-1,0-1 1,0 0 0,0 0-1,0 0 1,0 0-1,0 0 1,0 1 0,7 12-22,-1 1-1,0 0 1,-1 0 0,-1 0 0,0 1-1,-1 0 1,2 18 0,-1-8-14,33 199-120,58 265-200,-79-433 349,3-1 0,48 100 0,-64-150 8,0 0-1,0 0 1,1 0-1,0-1 1,0 1 0,0-1-1,0 0 1,0 0-1,1 0 1,0-1 0,0 0-1,0 0 1,0 0-1,10 4 1,-7-4-3,0-1-1,0 0 1,0-1 0,0 0 0,0 0 0,0-1-1,1 0 1,-1 0 0,16-3 0,-13 1-12,1-1 0,-1 0 0,0-1 0,0 0 1,0-1-1,0 0 0,-1-1 0,0 0 0,0 0 0,0-1 1,-1 0-1,0-1 0,-1 0 0,1 0 0,6-11 0,-7 6-2,0 0 0,-2-1-1,1 0 1,-2 0-1,0-1 1,0 1 0,-2-1-1,0 0 1,0 0 0,0-19-1,-2-21-31,-7-79-1,6 133 49,-55-434 384,8 95 149,-14-100-54,7 59-446,-25-139 74,74 489-84,5 30-1,2 6 2,8 52 14,43 162-145,-27-117 128,102 363 19,62 288-16,-149-513-54,21 110-25,-56-315 34,-3-30-14,-1-10 0,1-16-2,8-130 37,28-301 64,35-17 0,-61 411-37,3 0-1,2 1 1,38-84 0,-54 138-31,-1-1 1,1 1 0,-1 0 0,1 0-1,0 0 1,0 1 0,1-1-1,-1 0 1,0 1 0,1-1-1,0 1 1,-1 0 0,1 0 0,0 0-1,0 0 1,0 1 0,1-1-1,-1 1 1,0 0 0,6-2-1,-6 3 3,1 0-1,-1 0 0,1 0 0,-1 1 0,1 0 0,-1-1 0,1 1 0,-1 0 1,0 0-1,1 1 0,-1-1 0,0 1 0,0 0 0,0 0 0,0 0 1,-1 0-1,1 0 0,0 0 0,3 5 0,3 5-4,0-1-1,0 1 1,-1 1-1,-1 0 1,-1 0 0,1 0-1,-2 1 1,0 0-1,5 25 1,2 17-26,4 63 0,-11-63-70,-3 0-1,-2 1 1,-3-1-1,-2 0 1,-3-1 0,-2 1-1,-3-1 1,-1-1 0,-4-1-1,-1 0 1,-3-1-1,-2-1 1,-2-1 0,-63 87-1,83-128-136,-1-1-1,0 0 1,0 0 0,-1 0-1,0-1 1,0 0-1,-1-1 1,-15 10 0,23-16 186,0 1 1,0-1 0,0 1-1,0-1 1,0 1 0,0-1 0,0 1-1,0-1 1,0 0 0,0 0 0,0 1-1,-1-1 1,1 0 0,0 0 0,0 0-1,0 0 1,0-1 0,0 1 0,-2 0-1,1-2-49,1 1-1,-1-1 1,1 0 0,-1 1-1,1-1 1,0 0-1,0 0 1,0 0 0,-2-3-1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33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40 13312,'-61'-30'5418,"59"29"-5155,0-1 1,1 1-1,-1 0 1,0 1-1,0-1 0,0 0 1,0 0-1,0 1 0,0-1 1,0 1-1,0 0 0,-3 0 1,5 0-88,0 1 1,-1 0-1,1 0 1,0 0-1,0 0 0,0 0 1,0 0-1,0 0 1,0 0-1,0-1 1,0 1-1,0 0 1,1 0-1,-1 0 0,0 0 1,1 0-1,-1 0 1,0-1-1,1 1 1,-1 0-1,1 0 1,-1-1-1,2 2 1,3 7-208,0 0 0,1 0 1,14 15-1,-13-15-2,0-1-1,0 1 1,7 14 0,-5-5-40,-2 1 0,-1-1 1,0 1-1,-1 0 1,4 28-1,1 99 696,1 3-2367,-8-131 632,0 0-1,2 0 1,0-1-1,1 0 1,0 0-1,11 19 1,-15-33-1341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34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74 117 11520,'-73'-32'5759,"95"28"-20606,6-22 14847,6-28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34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13824,'0'2'346,"-1"0"1,1-1 0,-1 1 0,0-1-1,1 0 1,-1 1 0,0-1 0,0 0-1,0 1 1,0-1 0,0 0 0,-2 2-1,2-3-274,-1 1-1,1-1 0,0 1 0,0-1 0,-1 0 0,1 1 0,0-1 0,0 0 0,-1 0 0,1 0 0,0 0 0,0 0 0,-1 0 0,1 0 0,0-1 0,-3 0 0,-5 0 421,9 1-351,0 0-1,-1 0 1,1 0-1,0 0 1,0 0-1,-1 0 0,1 0 1,0 0-1,-1 0 1,1 0-1,0 1 1,0-1-1,-1 0 1,1 0-1,0 0 0,0 0 1,0 0-1,-1 1 1,1-1-1,0 0 1,0 0-1,0 1 0,-1-1 1,1 0-1,0 0 1,0 1-1,0-1 1,0 0-1,0 0 1,0 1-1,0-1 0,-1 0 1,1 0-1,0 1 1,0-1-1,0 0 1,0 1-1,0-1 1,0 0-1,0 0 0,0 1 1,1-1-1,-1 0 1,0 0-1,0 1 1,0-1-1,0 0 0,0 1 1,0-1-1,0 0 1,1 1-1,6 16 706,14 19-1144,28 37 0,-6-11-1,41 63-98,-33-52-514,57 108 0,-76-111 193,-3 2 0,-3 0 1,23 103-1,-29-78-1937,-5 0-1,3 114 1,-16-144 458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34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1 530 12928,'34'-60'6399,"1"-87"-9598,-3 99 12926,26-6-13311,22-13 128,18-8-127,-8-3 127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34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1253 12672,'-2'4'379,"0"1"0,1-1 1,-1 1-1,1 0 0,0 0 0,0 0 1,1 0-1,-1 0 0,1 0 1,0 0-1,0 0 0,1 0 1,1 8-1,1-4-195,0 0-1,1 0 1,-1-1 0,9 14 0,-11-20 267,1 1 0,-1-1 0,1 0 0,0 0 0,-1 0 1,1 0-1,0 0 0,0 0 0,0-1 0,3 3 0,-3-3-331,0 0-1,0-1 1,-1 1-1,1 0 1,0-1-1,0 1 1,-1-1-1,1 0 1,0 0-1,0 0 1,3 0-1,0-1-186,0 0 1,0 0-1,-1 0 1,1-1-1,0 0 0,-1 0 1,7-4-1,-6 3 241,9-5-253,-1-2 0,0 0 0,0 0-1,18-21 1,-16 16 48,28-29 71,-3-1 0,-1-2 0,-3-2 0,-2-2 0,-2 0 0,-2-2 0,39-98 0,-62 132-9,0-1-1,-2 1 0,-1-1 1,0 0-1,-1 0 0,0-22 1,-3 31-19,-1-1 1,0 0-1,0 1 1,-1-1-1,-1 1 1,0-1-1,-1 1 1,0 0-1,0 0 1,-1 1-1,-13-21 1,4 11-4,-2 1 0,0 0 1,-1 1-1,-29-23 0,-84-54 46,92 70-43,2-2 0,0-1 0,-54-55 0,84 76-9,0 0-1,0-1 0,0 1 1,1-1-1,0-1 0,1 1 1,0-1-1,-4-12 1,7 19 4,1 0 0,-1 1 0,1-1 1,0 0-1,-1 0 0,1 0 0,0 1 1,0-1-1,1 0 0,-1 0 0,0 0 1,0 1-1,1-1 0,-1 0 0,1 1 1,0-1-1,1-2 0,-1 2 6,0 1-1,-1 1 1,1-1 0,1 0-1,-1 0 1,0 0 0,0 0-1,0 1 1,0-1-1,0 0 1,1 1 0,-1-1-1,0 1 1,1 0 0,-1-1-1,0 1 1,3 0 0,0 0 24,0 0-1,0 0 1,0 0 0,-1 1 0,1-1 0,0 1 0,0 0 0,-1 0 0,1 1 0,-1-1-1,1 1 1,-1 0 0,6 4 0,-5-3-4,-1 1 0,1-1 0,-1 1 0,0 0 0,-1 0 0,1 0 0,-1 1 0,1-1 0,-1 1 0,0-1 0,-1 1 0,1 0 0,0 5-1,1 10 57,0-1-1,-1 21 0,-1-29-46,-1 23 8,-1 1 1,-1 0-1,-2-1 0,-1 0 0,-16 50 1,-4-4-149,-42 87 1,-31 38-138,-17-5-21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35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7846 1 15360,'-172'119'5296,"49"-36"-3560,-100 72-765,-5 15 4998,3-1-4838,-74 64-1579,-80 56-256,-84 47 64,-60 34 533,-595 390-147,-24-18-388,621-406 514,42-9 107,-271 206-1104,35 16-1440,497-372-294,169-139 1398,-59 34-1,84-59 481,-2-1 0,-34 12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8:01:35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7493 96 13312,'253'-71'5055,"-209"62"-4806,1 2 0,55-1 0,-91 7 514,-1 1-1,1 1 1,0-1 0,-1 1-1,1 1 1,8 2 0,-13-2-489,1 0 0,-1 0 0,0 0 0,0 1 0,-1-1 0,1 1 0,5 5 0,-7-6-268,0-1 0,0 1 1,0 0-1,-1-1 0,1 1 1,0 0-1,-1 0 0,0 0 1,1 0-1,-1 0 0,0 1 1,0-1-1,0 0 0,0 0 1,0 1-1,-1-1 0,1 0 1,-1 1-1,0-1 0,1 1 1,-1-1-1,0 1 0,0-1 1,-1 1-1,1-1 0,-1 1 1,1-1-1,-1 0 0,1 1 1,-1-1-1,0 0 0,0 0 1,-1 1-1,1-1 0,0 0 1,-2 2-1,-9 9 21,0 0 0,0-1-1,-26 19 1,-102 73 16,-76 41 85,-74 34 106,-65 26 43,-41 29 107,282-168-259,-676 406 753,-721 504 381,-10 119-607,1379-991-643,-441 321-137,26-11-491,50-40-63,55-41-44,48-36 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7:11:12.2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4872 1078 105 0,'0'-31'52'0,"10"119"-50"0,-10-29 52 16,-7 32-54-16,-3 54 0 16,-1 43 0-16,-10 63 1 15,0 40-4-15,0-5 1 16,3-23-7-16,18-44 0 16,11-49-10-16,6-51 1 15,15-41 0-15,7-59 0 0</inkml:trace>
  <inkml:trace contextRef="#ctx0" brushRef="#br0" timeOffset="258.12">6128 1561 82 0,'49'-78'41'0,"-38"18"-38"16,-11 60 69-16,-7 3-69 15,-7 10 0-15,-11 21 0 16,-7 29 1-16,-7 34-6 15,4 10 1-15,7 0 2 16,17-7 1-16,22-22-2 16,-11-15 0-16,49-32 0 15,11-9 0-15,11-31 0 16,6-13 1-16,-6-22 0 16,-11-12 1-16,-11-16-1 15,-17-1 0-15,-14 1-6 0,-29 3 0 16,-17 13-1-16,-18-7 0 15</inkml:trace>
  <inkml:trace contextRef="#ctx0" brushRef="#br0" timeOffset="541.16">6812 1091 110 0,'46'-25'55'0,"67"47"-57"0,-71-13 68 0,8 10-66 16,24 34 0-16,14 29 1 16,7 15 1-16,-3 54-2 15,-18 2 0-15,-18 20 0 16,-27 9 1-16,-29-1-1 16,-29-14 0-16,-20-4-3 15,-18-35 0-15,-7-15-10 16,3-31 1-16,-3-35-1 15,14-32 1-15</inkml:trace>
  <inkml:trace contextRef="#ctx0" brushRef="#br0" timeOffset="1051.33">9881 1279 105 0,'32'-13'52'0,"-43"13"-56"16,-3 13 72-16,-14 28-67 15,-21 9 1-15,-22 35-2 16,-17 40 1-16,-11 0-8 0,-10-5 1 15,-15-7-16-15,8-26 1 16,7-24-2-16,-1-28 1 16</inkml:trace>
  <inkml:trace contextRef="#ctx0" brushRef="#br0" timeOffset="1237.93">8357 1668 81 0,'39'-32'40'0,"92"48"-36"0,-89-6 67 0,25 5-68 15,25 7 1-15,21 22 0 16,21 6 1-16,-7-3-8 16,3 0 1-16,-3-3-3 15,-3-12 1-15,-8-10-12 16,-10-7 1-16,-14-12-1 16,-11-6 1-16</inkml:trace>
  <inkml:trace contextRef="#ctx0" brushRef="#br0" timeOffset="1509.54">10234 1602 58 0,'-10'-94'29'0,"-61"-94"-16"16,43 134 31-16,-18-5-40 16,-25 2 1-16,-35 7 3 15,-17 16 0-15,-22 21-9 16,-17 13 1-16,3 22 5 16,4 38 1-16,21 28-3 15,0 21 1-15,25 51-3 16,28 16 1-16,38 12-2 0,43-16 0 15,39-21 0-15,24-32 1 16,36-22 1-16,28-43 0 16,-3-32 2-16,3-38 0 15,3-34 1-15,-3-25 1 16,-21-23-2-16,-18-37 0 16,-17-21-10-16,-22-14 1 15,-21 14-3-15,-17-1 0 16</inkml:trace>
  <inkml:trace contextRef="#ctx0" brushRef="#br0" timeOffset="1700.14">10777 787 121 0,'50'19'60'0,"-11"103"-72"16,-32-69 84-16,7 47-75 15,3 32 1-15,5 31-15 16,-1 3 0-16,0-9 6 16,0-9 1-16,4-20-16 15,-1-15 1-15,8-38 0 16,3-21 1-16</inkml:trace>
  <inkml:trace contextRef="#ctx0" brushRef="#br0" timeOffset="1984.66">11829 1430 89 0,'-14'-57'44'0,"-25"-21"-56"0,28 68 92 16,-6-5-78-16,-8 11 0 16,0 14 0-16,0 18 1 15,1 16-4-15,10 22 0 16,7 28 2-16,17 0 0 15,18 0-1-15,15-16 0 0,17-5 1 16,3-20 0-16,8-15 1 16,-4-13 0-16,-11-16 1 15,-13-18 0-15,-15-23-1 16,-18-15 0-16,-17-15-9 16,-17-11 0-16,-12-5-2 15,-13-4 1-15</inkml:trace>
  <inkml:trace contextRef="#ctx0" brushRef="#br0" timeOffset="2253.08">12146 856 114 0,'35'-69'57'0,"68"97"-63"16,-61-12 75-16,22 12-70 15,20 22 0-15,15 13-2 16,7 21 1-16,-4 14 2 0,-10 14 0 16,-22 14-2-16,-34 18 1 15,-26-12 0-15,-27-7 1 16,-29-9-2-16,-21 0 0 16,-4-9-14-16,4-26 1 15,7-27-1-15,21-32 1 16</inkml:trace>
  <inkml:trace contextRef="#ctx0" brushRef="#br0" timeOffset="2451.19">15558 1066 120 0,'-50'-10'60'0,"-144"161"-88"15,134-92 101-15,-28 32-74 16,-28 54 0-16,-22 5-4 16,0 1 0-16,1-13 0 15,17-13 0-15,7-12-4 16,28-35 1-16</inkml:trace>
  <inkml:trace contextRef="#ctx0" brushRef="#br0" timeOffset="2693.56">14679 1426 113 0,'21'-3'56'0,"22"44"-64"0,-22-16 75 15,11 13-68-15,3 24 0 16,11 20-8-16,3 9 0 15,-3 3-2-15,0-12 1 16,0-13-6-16,3-10 1 16</inkml:trace>
  <inkml:trace contextRef="#ctx0" brushRef="#br0" timeOffset="2977.39">15607 1511 77 0,'0'-135'38'0,"-71"-6"-30"16,47 113 47-16,-26 3-50 15,-27-7 0-15,-15 7 1 16,-21 10 0-16,-14 12-9 16,0-4 1-16,-7 23 5 15,7 28 0-15,11 19-2 16,17 2 0-16,7 29-1 16,22 32 1-16,27 9-1 15,26-7 1-15,27 4-1 16,36-10 0-16,32-18 0 15,31-20 1-15,14-36 0 16,4-23 1-16,0-25 0 0,0-19 0 16,-21-22 0-16,-14-12 0 15,-21-23-5-15,-19-30 1 16,-9-10-21-16,-15-16 1 16,-3-3-2-16,-1 0 1 15</inkml:trace>
  <inkml:trace contextRef="#ctx0" brushRef="#br0" timeOffset="6440.11">16521 777 97 0,'-29'-69'48'0,"8"32"-37"16,21 37 48-16,0-10-58 15,7 20 0-15,7 15 0 16,0 28 1-16,1 19-3 16,-5 47 1-16,1 29 1 15,-8 30 0-15,8 20-2 16,-4-7 1-16,7 4-1 0,7-29 0 15,4-22-2-15,3-34 1 16,0-25-11-16,8-23 1 16,-1-30-1-16,0-26 1 15</inkml:trace>
  <inkml:trace contextRef="#ctx0" brushRef="#br0" timeOffset="6747">17311 1116 113 0,'3'-72'56'0,"-27"37"-69"0,17 35 87 0,-11 10-75 15,-10 9 1-15,-8 31-2 16,-6 31 1-16,0 20 0 16,3 24 1-16,14 16-2 15,25-9 0-15,18-13 0 16,24-22 1-16,11-18 0 15,11-17 1-15,-1-24 1 16,4-10 0-16,-3-28 2 16,-8-22 0-16,-17-22-2 15,-14-31 1-15,-18-16-8 16,-18-6 1-16,-14-7-19 16,-6-2 0-16,-5-1-1 15,-2 10 1-15</inkml:trace>
  <inkml:trace contextRef="#ctx0" brushRef="#br0" timeOffset="6989.13">17840 724 113 0,'-7'-97'56'0,"-4"59"-78"0,11 29 109 15,4 9-88-15,10 22 0 16,14 18-1-16,11 23 1 15,21 3 1-15,3 19 1 0,12 34-1 16,-5 13 0-16,-10 18 0 16,-14 23 0-16,-25-1 0 15,-31-12 0-15,-29 6-2 16,-25-15 1-16,-27-23-10 16,-19-15 1-16,-13-22 0 15,-8-25 0-15</inkml:trace>
  <inkml:trace contextRef="#ctx0" brushRef="#br0" timeOffset="7790.89">5140 4224 94 0,'-49'-129'47'0,"10"51"-44"0,28 68 47 16,1 10-51-16,-5 22 1 15,-6 19-1-15,-3 6 1 16,-5 31 0-16,-9 48 0 16,6 34 1-16,-3 56 0 15,-8 54 1-15,4 24 1 16,8 26 0-16,10-6 1 15,-4-16 0-15,11-29 1 16,-7-15-1-16,10-40 0 0,-3-42-1 16,10-28 0-16,-3-34-1 15,14-28 0-15,22-26-1 16,2-28 0-16,22-18-2 16,11-29 1-16,20-28-8 15,26-25 1-15,6-10-19 16,4-18 1-16,0-29-1 15,11-9 1-15</inkml:trace>
  <inkml:trace contextRef="#ctx0" brushRef="#br0" timeOffset="7983.18">6167 4468 115 0,'-57'-16'57'0,"43"98"-85"0,14-44 114 16,4 21-91-16,-4 32 1 15,0 28-22-15,0 13 1 16,-4 19 27-16,-3 5 1 16</inkml:trace>
  <inkml:trace contextRef="#ctx0" brushRef="#br0" timeOffset="8273.73">6082 6535 109 0,'-25'-4'54'0,"-3"26"-66"15,28-6 78-15,-4 12-69 16,1 19 0-16,6 4-6 15,4 2 0-15,8 3 10 16,6-6 0-16,7-9-6 16,11-6 1-16,17-16 4 15,8-7 0-15,-4-15 4 16,-4-13 0-16,-3-18 1 16,-14-10 0-16,-14-13-2 15,-18-8 1-15,-18-11-13 16,-17-18 0-16,-22-9-2 15,1-1 1-15</inkml:trace>
  <inkml:trace contextRef="#ctx0" brushRef="#br0" timeOffset="8649.62">7066 4249 111 0,'-49'-76'55'0,"38"51"-66"0,11 25 81 0,7 7-71 16,4 8 0-16,-4 10 0 15,7 10 1-15,4 24 0 16,6 42 1-16,5 27-1 15,-1 45 0-15,4 37 1 16,-4 53 0-16,-11 10 0 16,-6 16 1-16,-25-17 0 15,-4-14 0-15,-21-33-1 16,-17-18 1-16,-11-19-2 16,-7-28 0-16,3-28-8 15,11-35 1-15,11-31 0 16,17-38 0-16</inkml:trace>
  <inkml:trace contextRef="#ctx0" brushRef="#br0" timeOffset="8898.42">9716 5136 119 0,'28'-28'59'0,"-49"15"-66"0,14 16 75 16,-8 13-69-16,-2 15 0 16,-8 13-2-16,-10 19 1 0,-11 15 2 15,-3 35 1-15,-4 3-3 16,-4 10 1-16,1-1-4 16,13 1 0-16,5-10-9 15,6-19 0-15,7-22 0 16,-3-15 1-16</inkml:trace>
  <inkml:trace contextRef="#ctx0" brushRef="#br0" timeOffset="9074.31">8805 5412 96 0,'0'-34'48'0,"21"-7"-54"16,-3 28 67-16,14 1-61 15,17 12 0-15,11 6-1 16,14 10 0-16,11 9-5 0,0 6 0 16,10 7-14-16,7-1 0 15,-7-8 0 1,1-14 0-16</inkml:trace>
  <inkml:trace contextRef="#ctx0" brushRef="#br0" timeOffset="9416.39">10118 5421 73 0,'14'-40'36'0,"-25"-64"-38"0,4 67 64 15,-7-14-60-15,-7-14 1 16,-53-36 5 0,-18 23 0-16,-21-1-9 15,0 29 1-15,-7 13 4 16,0 24 1-16,0 22-2 16,15 17 1-16,6 27-4 15,11 47 1-15,10 16-2 16,18 47 1-16,28 7-1 15,32-1 1-15,25 0-1 16,42-21 1-16,18-23 0 16,17-34 1-16,18-28 0 15,0-32 1-15,3-34 0 16,-10-25 1-16,-7-16 0 16,-18-28 0-16,-21-26-2 15,-17-14 0-15,-22-8-11 16,-21-14 0-16,-11 11 0 15,-3 7 0-15</inkml:trace>
  <inkml:trace contextRef="#ctx0" brushRef="#br0" timeOffset="9716.16">11374 3647 109 0,'-8'-104'54'0,"-27"85"-63"0,25 26 74 16,-8 14-67-16,-14 23 0 16,-14 22-1-16,-7 50 0 15,-7 22 4-15,-3 41 1 0,3 40-2 16,7 39 0-16,4 30 3 16,17 29 1-16,11 15 0 15,3-6 0-15,15 0 0 16,3-28 0-16,3-12-2 15,8-39 1-15,3-36-3 16,7-39 1-16,11-28-3 16,7-47 0-16,6-34-4 15,15-35 0-15,4-28-19 16,10-25 0-16,0-31-1 16,14-44 1-16</inkml:trace>
  <inkml:trace contextRef="#ctx0" brushRef="#br0" timeOffset="9951.85">12167 4236 122 0,'-46'-94'61'0,"-10"0"-91"0,49 85 120 16,3 15-91-16,1 19 0 15,-4 19-3-15,0 28 0 16,-7 19 1-16,-4 25 1 16,-10 12-10-16,-4 20 0 15,-7 5 0-15,4 1 0 16</inkml:trace>
  <inkml:trace contextRef="#ctx0" brushRef="#br0" timeOffset="10225.71">11596 6397 112 0,'-28'9'56'0,"-4"22"-69"16,28-18 79-16,1 18-72 16,6 19 1-16,8 23-5 15,3 5 0-15,7 0 12 16,4-2 1-16,10-10-6 15,11-7 0-15,10-15 4 16,8-19 1-16,10-12 3 16,-3-13 0-16,-8-10 1 15,-14-18 0-15,-17-19-3 16,-18-16 1-16,-17-18-9 16,-18-7 1-16,-11-16-2 0,-10-15 1 15</inkml:trace>
  <inkml:trace contextRef="#ctx0" brushRef="#br0" timeOffset="10752.22">12453 3894 99 0,'-60'-66'49'0,"11"7"-43"0,45 49 53 0,1 4-58 16,-1 0 0-16,4 6 0 16,7 6 1-16,7 4-3 15,4 2 1-15,10 1 1 16,7-1 0-16,8-9 0 15,6 7 0-15,11-1 0 16,11 1 0-16,3 5 0 16,3 4 0-16,-3 6 0 15,1 19 0-15,-15 12-1 16,-18 7 1-16,-14 16-1 0,-17 15 1 16,-18 28-1-16,-18 25 1 15,-7 26 0-15,-3 18 0 16,0 19 0-16,3 13 0 15,11 6 0-15,10 6 0 16,8-9-1-16,3-1 0 16,-4-8 0-16,-3-13 0 15,-7-7 0-15,-7-9 1 16,-11-25-1-16,-7-28 0 16,0-16-3-16,-7-28 0 15,-3-31-9-15,3-29 1 0,4-28-1 16,0-24 1-16</inkml:trace>
  <inkml:trace contextRef="#ctx0" brushRef="#br0" timeOffset="11029.04">15109 4948 121 0,'89'9'60'0,"-89"-75"-73"16,-4 57 89-16,-3 0-76 16,-7 6 0-16,-11 15-1 15,-17 10 1-15,-18 34 0 16,-25 29 0-16,-17 28-1 16,-14 25 0-16,3 12-5 0,7-8 1 15,7-11-11-15,14-24 0 16,18-29 0-16,14-28 0 15</inkml:trace>
  <inkml:trace contextRef="#ctx0" brushRef="#br0" timeOffset="11173.41">14108 5305 99 0,'10'-40'49'0,"29"68"-48"0,-18-16 71 0,18 7-71 15,14 16 1-15,14-1-1 16,14 4 0-16,11 3-7 15,-4-7 0-15,-3-6-11 16,-1-9 1-16,-6-9-1 16,3-10 0-16</inkml:trace>
  <inkml:trace contextRef="#ctx0" brushRef="#br0" timeOffset="11459.7">15356 4913 79 0,'-14'-134'39'0,"-42"-39"-27"15,28 139 54-15,-18 5-63 16,-21-8 1-16,-21 15 0 16,-18 12 1-16,-18 20-7 15,-6 40 1-15,-8 22 3 16,-3 22 1-16,0 57-3 16,17 24 1-16,29 32-2 0,32 0 1 15,49-25-1-15,49-16 1 16,35-25 1-16,36-34 0 15,14-29 0-15,14-43 1 16,0-26 0-16,-7-21 0 16,-17-29-1-16,-15-19 1 15,-17-40-13-15,-26-16 0 16,-9-9-1-16,-8-23 1 16</inkml:trace>
  <inkml:trace contextRef="#ctx0" brushRef="#br0" timeOffset="11802.46">16471 3474 109 0,'32'-150'54'0,"-32"84"-70"16,-14 59 74-16,-11 7-61 15,-17 19 0-15,-11 13 0 16,-14 30 0-16,0 20 5 15,3 18 1-15,8 48-1 16,17 24 0-16,18 41 2 16,10 38 0-16,18 47 0 15,8 28 1-15,-1 13-1 16,-7-7 0-16,-11-3-2 16,-13-24 1-16,-8-33-2 15,-7-18 0-15,0-40-1 16,8-39 1-16,10-46-2 0,14-26 1 15,10-27-6-15,11-32 1 16,15-23-19-16,13-27 1 16,18-35-1-16,14-34 0 15</inkml:trace>
  <inkml:trace contextRef="#ctx0" brushRef="#br0" timeOffset="12042.33">17590 3763 113 0,'-71'-69'56'0,"32"87"-79"16,32-5 105-16,0 18-83 15,-4 38 1-15,4 35-2 16,4 21 1-16,-1 45-5 15,-10 11 0-15,0 20-1 16,-4-3 1-16</inkml:trace>
  <inkml:trace contextRef="#ctx0" brushRef="#br0" timeOffset="12334.31">17060 6149 117 0,'-17'-16'58'0,"-26"113"-70"0,33-62 75 15,-1 15-74-15,8 10 0 32,34 43 4-32,15-2 1 15,18-20 13-15,20-21 0 16,15-26-8-16,4-21 1 0,-1-20 4 15,-17-15 1-15,-18-21-3 16,-25-17 0-16,-21-25-12 16,-28-18 1-16,-21 2-1 15,-22-8 0-15</inkml:trace>
  <inkml:trace contextRef="#ctx0" brushRef="#br0" timeOffset="12808.21">17875 3364 111 0,'-24'-103'55'0,"27"84"-63"0,8 25 77 16,13 7-70-16,22 21 1 16,18 20-1-16,13 15 1 15,12 12 0-15,9 16 1 16,15 23-2-16,4 14 1 16,-12 11 0-16,-13 27 1 15,-21 10-1-15,-18 12 1 16,-32 4 0-16,-25 6 0 15,-31 0 0-15,-25-4 1 0,-18-15 0 16,-17-9 0-16,0-4-1 16,-11-18 1-16,7-3-2 15,11 8 1-15,3-5 0 16,15 9 0-16,13-15-1 16,8 8 0-16,14-11 0 15,14-20 0-15,7-21-1 16,3-14 1-16,4-17-1 15,7-17 0-15,0-9-4 16,0-12 1-16,-4-10-23 16,-3-10 0-16,-10-8 0 15,-15-14 0-15</inkml:trace>
  <inkml:trace contextRef="#ctx0" brushRef="#br0" timeOffset="14355.5">5560 8770 97 0,'-95'-112'48'0,"20"33"-46"0,58 70 48 15,3-1-51-15,3 20 1 16,4 12-1-16,7 31 0 0,-11 29 1 16,11 43 0-16,-7 32 0 15,4 50 0-15,-25 56 1 16,-4 26 1-16,-3 24 1 16,-4-15 1-16,14-19 0 15,-3-34 1-15,7-29 0 16,3-15 1-16,8-26-3 15,-5-15 1-15,8-22-3 16,7-12 0-16,7-23-3 16,18-15 1-16,21-22-2 15,25-28 0-15,13-29-1 16,33-31 1-16,10-12-11 16,14-32 0-16,-4-25 1 15,15-25 0-15</inkml:trace>
  <inkml:trace contextRef="#ctx0" brushRef="#br0" timeOffset="14550.88">6929 9316 114 0,'-103'-44'57'0,"22"16"-69"0,71 31 89 16,2 10-79-16,5 15 1 15,-4 19-5-15,7 38 0 16,0 21-1-16,-4 32 1 16,4 35-4-16,-10-1 0 15</inkml:trace>
  <inkml:trace contextRef="#ctx0" brushRef="#br0" timeOffset="14836.08">6615 11094 113 0,'-50'-28'56'0,"22"28"-67"16,21 3 76-16,0 13-68 16,0 24 0-16,-4 11-4 15,11 2 0-15,11 0 8 16,3 4 0-16,14-7-4 15,7-13 0-15,11-5 3 16,7-13 1-16,4-13 2 16,-8-9 0-16,-3-16 1 15,-18-19 0-15,-7-12-6 0,-21-16 1 16,-17-3-3-16,-5-9 1 16</inkml:trace>
  <inkml:trace contextRef="#ctx0" brushRef="#br0" timeOffset="15255.61">7327 8720 106 0,'-3'-59'53'0,"52"21"-55"16,-17 41 59-16,14 13-57 16,7 12 0-16,7 16 0 15,7 34 0-15,-14 29-1 16,-15 28 1-16,-9 47 0 15,-29 28 0-15,0 34 0 16,-11 26 0-16,-3-13 0 16,-4 4 1-16,4-11 0 15,-7-21 0-15,-7-6-1 16,-8-26 1-16,-13-27-1 0,-7-20 0 16,-8-27-5-16,-3-23 1 15,4-22-15-15,3-31 0 31</inkml:trace>
  <inkml:trace contextRef="#ctx0" brushRef="#br0" timeOffset="15497.1">10439 10116 123 0,'-50'53'61'0,"-101"3"-79"16,115-27 96-16,-13 21-80 15,-8 19 0-15,-10 22-6 16,-7 9 1-16,-17-3 7 16,-5 7 0-16,5-7-12 15,10-3 1-15,3-9 0 16,14-19 0-16</inkml:trace>
  <inkml:trace contextRef="#ctx0" brushRef="#br0" timeOffset="15708.04">9437 10169 122 0,'-21'-16'61'0,"3"4"-76"0,32 18 91 15,11 16-77-15,14 13 1 16,17 18-4-16,11 16 0 16,0 22 0-16,-3 22 0 15,-8 0-16-15,-7 9 0 0,-3-3 0 16,-3-9 0-16</inkml:trace>
  <inkml:trace contextRef="#ctx0" brushRef="#br0" timeOffset="16070.76">10523 9758 113 0,'-91'-100'56'0,"-61"-41"-75"16,110 119 97-16,-22 0-80 15,-21 9 1-15,-13 10-1 16,-33 19 0-16,-3 34 2 15,-4 22 0-15,1 19-1 16,6 35 0-16,29 24 1 16,28 23 0-16,32 12 0 15,42 3 0-15,42-13 0 16,25-15 0-16,42-25 0 16,25-28 0-16,4-35 0 0,3-35 0 15,-7-24 0-15,-7-29 0 16,-17-24 0-16,-22-17 1 15,-25-21-2-15,-17-20 1 16,-28-5-13-16,-18-7 0 16,-11 4 0-16,-28-14 0 15</inkml:trace>
  <inkml:trace contextRef="#ctx0" brushRef="#br0" timeOffset="16486.22">12442 8733 109 0,'75'-116'54'0,"-75"28"-67"16,-11 69 80-16,-21 3-70 16,-35 16 0-16,-25 19 0 15,-27 13 1-15,-16 15 5 16,-2 25 0-16,-4 28-2 15,7 32 1-15,10 43 2 16,8 51 0-16,28 47 0 16,10 47 0-16,25 31-2 15,18 29 0-15,17 15-1 16,8 22 0-16,6-13-1 16,4 1 1-16,0-20-2 0,-7-2 1 15,-4-19-2-15,-3-13 1 16,4-34-1-16,-4-19 1 15,10-38 1-15,4-37 0 16,11-26 0-16,17-31 1 16,14-18 1-16,15-29 0 15,17-19 0-15,21-21 1 16,36-14-5-16,24-21 0 16,39-25-22-16,32-38 1 15,21-40-2-15,10-26 1 0</inkml:trace>
  <inkml:trace contextRef="#ctx0" brushRef="#br0" timeOffset="17853.99">17600 3160 89 0,'-106'-47'44'0,"-52"-128"-56"15,108 140 72-15,-24 7-59 0,-25 9 1 16,-10 10 1-1,-11 37 1-15,-4 25-4 0,1 26 1 16,0 34 4-16,-4 53 0 16,7 57 0-16,7 53 0 15,10 47-1-15,15 68 1 16,25 30-3-16,27 27 1 16,33-3-3-16,31-50 0 15,36-31-2-15,31-60 0 0,18-46-1 16,17-39 1-16,22-34 0 15,0-44 1-15,6-31 0 16,19-25 1-16,3-38 1 16,14-25 0-16,14-38 0 15,0-25 1-15,-3-25 0 16,3-34 0-16,-4-38 1 16,-3-34 0-16,-7-51-1 15,-7-53 1-15,-10-25-2 16,-25-35 1-16,-25-18-1 15,-29 0 0-15,-45 18-1 16,-46 1 1-16,-53 37-1 16,-63 28 1-16,-53 25-1 15,-53 54 1-15,-43 31-5 16,-21 47 1-16,8 38-12 16,13 31 1-16,22 44-1 15,17 25 0-15</inkml:trace>
  <inkml:trace contextRef="#ctx0" brushRef="#br0" timeOffset="19004.46">16542 5233 103 0,'39'-109'51'0,"-11"36"-63"16,-21 64 71-16,-7-4-64 16,-7-5 0-16,-18-4-1 15,-24-13 0-15,-22-15 10 16,-31-10 1-16,-22-18-5 16,-31-4 0-16,-28 4 2 15,-22-3 1-15,-21 2 0 16,-10 10 1-16,-4 3-3 15,-3 13 0-15,10 0-1 0,11 12 1 16,20-9-2-16,23 9 1 31,2-3 0-31,50 10 0 16,35 5 0-16,29-2 1 16,17 0-1-16,25 2 1 15,14 1 0-15,10 3 0 16,8 6-1-16,3 4 1 15,4 5-2-15,-1 10 1 0,-10 16 0 16,-3 15 0-16,-11 38 0 16,-11 19 0-16,-6 9 0 15,6-6 0-15,7-9 0 16,8-1 1-16,3-18-1 16,3-10 0-16,1-9 0 15,-4-12 1-15,-4-14-1 16,-3-5 1-16,-3-10-1 15,-1-9 1-15,-3-4-1 16,0-15 1-16,0 0-1 16,3-6 0-16,1-13 0 15,-1-9 0-15,4-19 0 16,7-13 0-16,7 3 0 16,7 1 0-16,4 9 0 15,10 0 0-15,4 9 0 16,17 13 0-16,8 3 0 15,10 6 0-15,7 0 0 16,10 7 0-16,8 9 0 0,7 3 0 16,3-13 0-16,-10 7 0 15,0 3 0-15,-4 0 1 16,-18 6-1-16,-10 3 0 16,-14 7 0-16,-18 6 0 15,-24 3 0-15,-25 18 0 16,-29 4 0-16,-17 13 0 15,-17-1 0-15,-12 1 0 0,-9-1 0 16,-5-5 0-16,-10-1 0 16,0 0 0-16,0-9 0 15,4 6 1-15,3 0-2 16,11 0 1-16,14-3 0 16,17 0 0-16,18 6 0 15,21 0 0-15,25 7 0 16,25 3 0-16,21-1 0 15,17-5 1-15,11-7-1 16,0 12 1-16,7-5-1 16,-7 2 1-16,-3 7-1 15,-11-10 1-15,-4 1-3 16,-6 2 1-16,-1-3-12 16,-3 4 1-16,3-1-1 15,0-8 0-15</inkml:trace>
  <inkml:trace contextRef="#ctx0" brushRef="#br0" timeOffset="20332.38">16514 5820 95 0,'-18'-63'47'0,"-60"-69"-55"0,61 117 65 0,-19 2-58 15,-17 13 1-15,-21 28-3 16,-31 32 1-16,-33 9 3 15,-35 22 0-15,-24 18-1 16,-22 29 0-16,-10 0 0 16,3 4 1-16,11-14 0 15,17-6 1-15,22-24-1 16,24-14 0-16,25-18-1 16,21-19 1-16,7-15-1 15,18-11 1-15,11-14-1 16,13-7 0-16,15-19 0 15,17-22 0-15,22-12 0 16,24-19 1-16,25-13 0 0,21-12 1 16,17-10-1-16,-3 19 1 15,-3 19-1-15,-14 16 1 16,-22 22-1-16,-7 3 0 16,-24 53 0-16,-18 19 0 15,-22 15-1-15,-9 20 1 16,-12 24-1-16,1 19 1 15,0-6-1-15,13-3 0 16,19-12 0-16,20-10 0 16,22-13 0-16,28-6 0 15,14-16-4-15,14-8 0 0,11-14-1 16,3-9 1-16</inkml:trace>
  <inkml:trace contextRef="#ctx0" brushRef="#br0" timeOffset="20736.56">15177 3324 96 0,'-46'6'48'0,"0"-6"-50"0,35 12 50 15,-6 23-49-15,-1 24 1 16,0 4-4-16,4 16 0 16,4-10 3-16,-1 0 0 15,7 0-3-15,1-7 1 0,-1 1-3 16,1-10 1-16,-1 1 1 16,1-14 0-16</inkml:trace>
  <inkml:trace contextRef="#ctx0" brushRef="#br0" timeOffset="21099.3">15177 3223 101 0,'-53'-91'50'0,"7"69"-60"15,32 25 71-15,-11 4-62 16,-10 8 0-16,-15 4 0 15,-10 3 0-15,-7 6 2 16,7 1 0-16,0 15 0 16,11 9 0-16,7 13 1 15,13 9 0-15,15 6 0 0,25-5 1 16,21-1-1 0,21 7 1-16,17-20-2 0,15 1 1 15,6-19-1-15,1-22 0 16,0-25-1-16,-7-16 1 15,-8-19-1-15,-6-6 1 16,-8-25-1-16,-6-18 0 16,-19-1-1-16,-13-3 1 0,-14 9-2 15,-11 10 0-15,-11 9-10 16,-10 26 1 0,-14 12-1-16,-11 18 1 0</inkml:trace>
  <inkml:trace contextRef="#ctx0" brushRef="#br0" timeOffset="21920.11">14884 6754 103 0,'-11'-88'51'0,"36"76"-61"0,-11 12 71 16,7-3-63-16,4 3 0 15,-1 3 0-15,-2 3 0 16,-1 10 3-16,-4 9 0 0,-6 9-3 16,-4 7 1-16,-7 0 1 15,-7 9 0-15,-7-6 0 16,-4 0 0-16,-3 3 0 15,-4 0 1-15,4-6-1 16,0-1 0-16,3 1 0 16,11-9 0-16,7-11-1 15,11-5 1-15,17-10-1 16,7-6 1-16,11-6-1 16,4-6 0-16,6-10 0 15,-3-7 1-15,4-11-1 16,-8-4 1-16,-3-13 0 15,-7-15 0-15,-8 3 1 16,-9-6 0-16,-19 6 0 16,-21 16 0-16,-10 3 0 15,-21 12 1-15,-22 10-1 16,-10 15 1-16,-11 10-2 0,-3 19 1 16,-4 12-1-1,11 28 0-15,7 23 0 0,14 18 0 16,18 16 0-16,24 22 0 15,21-7 0-15,33-5 0 16,16-26 0-16,19-16 1 16,14-24-1-16,13-23 0 15,12-21 0-15,-1-23 1 16,-3-37-1-16,-8-28 1 0,-17-16-1 16,-21 0 1-16,-21-25-1 15,-32-3 0-15,-28 9 0 16,-25 13 0-16,-28 12-19 15,-25 23 1-15,-28 8-1 16,-11 7 1-16</inkml:trace>
  <inkml:trace contextRef="#ctx0" brushRef="#br0" timeOffset="22704.08">12852 9576 84 0,'-43'-87'42'0,"12"30"-41"0,27 48 43 0,1-7-38 16,-1 3 1-16,1 4 4 15,-5 6 0-15,-2 12-13 16,-4 10 0-16,0 25 9 15,-8 22 0-15,-2 12-4 16,3 13 0-16,-1 25-8 16,5 10 0-16,6-4-20 15,11-3 0-15,7-19 0 16,11-21 0-16</inkml:trace>
  <inkml:trace contextRef="#ctx0" brushRef="#br0" timeOffset="23011.13">12612 10746 106 0,'-46'-47'53'0,"4"66"-81"16,31-4 105-16,-10 11-80 16,-7 14 1-16,-1 10-1 15,1 10 1-15,7 9 3 16,10 19 1-16,8 0-3 0,17-10 0 15,11-9 2-15,14-6 0 16,6-22 1-16,12-16 0 16,10-25 0-16,3-25 0 15,1-23 0-15,-4-17 0 16,-14-4-1-16,-11-3 0 16,-17 3-2-16,-7 15 1 15,-40-18-10-15,-20 19 0 0,-4 18 0 16,-21 20 1-16</inkml:trace>
  <inkml:trace contextRef="#ctx0" brushRef="#br0" timeOffset="23634.18">12421 12922 108 0,'-60'-9'54'0,"-31"-19"-65"16,69 28 75-16,-2 3-66 16,6 0 1-16,-21 31-2 15,0 17 0-15,1 2 3 16,6 6 0-16,11 7-2 15,14-6 1-15,17-7 1 16,19-12 1-16,20-13 0 16,14-15 1-16,15-13 0 15,0-13 1-15,-8-12 0 16,-6-6 0-16,-18-1-2 16,-15-8 0-16,-17-7-3 15,-17-16 0-15,-22 3-12 16,-10 7 1-16,-4 15-1 0,-14 16 1 15</inkml:trace>
  <inkml:trace contextRef="#ctx0" brushRef="#br0" timeOffset="23993.79">12668 14556 111 0,'-7'50'55'0,"-28"-22"-75"0,24-18 86 0,-10-1-69 16,-7 4 1-16,-21 2-3 15,-8 11 1-15,-10 5 5 16,4 10 1-16,6 3-3 16,18 9 0-16,15 0 1 15,20-9 1-15,25-9 1 16,29-13 0-16,20-16-1 15,22-25 1-15,7-9-1 16,7-10 0-16,-11-6-1 16,-25-3 0-16,-20-19-3 15,-29-9 0-15,-25-19 0 16,-20-28 1-16</inkml:trace>
  <inkml:trace contextRef="#ctx0" brushRef="#br0" timeOffset="24511.89">13314 8695 106 0,'-7'-119'53'0,"74"-6"-56"16,-39 100 61-16,14 6-59 15,8 6 1-15,-1 10 0 16,4 12 0-16,-4 26 0 16,1 28 1-16,-8 21 0 15,-7 51 1-15,-6 41 0 16,-12 62 0-16,-6 60 0 16,-11 37 1-16,0 57-2 15,3 41 0-15,8 28-2 16,3 3 1-16,4-12-2 0,-11-26 0 31,-35 230 0-31,-18-145 0 16,-7-116 1-16,-14-72 0 15,-7-50 1-15,0-66 0 16,7-51 0-16,3-49 0 16,4-32-6-16,11-31 0 15,6-34-1-15,12-39 0 16</inkml:trace>
  <inkml:trace contextRef="#ctx0" brushRef="#br0" timeOffset="24785.98">14549 11925 123 0,'-29'-72'61'0,"65"41"-75"15,-15 15 86-15,18-3-76 16,10-6 1-16,4 0-3 16,10 3 1-16,4 0 3 15,11 0 1-15,-11 3-20 16,-3 10 0-16,-8-1 2 15,-14 7 0-15</inkml:trace>
  <inkml:trace contextRef="#ctx0" brushRef="#br0" timeOffset="24910.11">14355 12417 124 0,'21'120'62'0,"35"-105"-93"0,1-12 113 15,38-3-99-15,39-12 0 0,32-13 0 16,14-32 0 0</inkml:trace>
  <inkml:trace contextRef="#ctx0" brushRef="#br0" timeOffset="25703.26">13571 8059 114 0,'-197'-113'57'0,"-43"110"-59"0,155 18 58 0,-35 26-60 16,-49 15 0-16,-32 17-1 15,-43 33 0-15,-13 29 6 16,-22 47 1-16,-3 44-3 15,7 62 0-15,24 85 3 16,29 104 0-16,49 103 1 16,75 85 0-16,76 69-4 15,61 21 1-15,63-43-3 16,25-56 0-16,7-51-3 16,15-53 0-16,-5-60 0 15,-3-59 0-15,8-69 6 16,2-73 0-16,1-78 2 15,24-68 0-15,4-86 2 16,18-90 1-16,24-91 0 0,11-101 0 16,14-97-3-16,-11-106 0 15,4-82-1-15,-14-57 0 16,-14-31-2-16,-18 29 1 16,-32 31 0-16,-32 28 1 15,-20 15 1-15,-33 13 1 16,-27 23 0-16,-33 11 1 15,-41 17-1-15,-40 18 1 16,-38 50-4-16,-46 38 1 16,-36 54-7-16,-38 52 1 0,-11 57-2 15,-17 41 1-15</inkml:trace>
  <inkml:trace contextRef="#ctx0" brushRef="#br0" timeOffset="26489.55">11779 8865 119 0,'-42'-7'59'0,"-11"29"-79"16,35-16 73-16,-13 4-56 0,-19 2 0 16,-24-8 0-16,-28-4 0 0,-22-10 5 15,-27-2 1-15,-22-7-3 16,-25 0 1-16,-6-3 1 16,-22 6 0-16,0 4-1 15,-10 12 1-15,-4 6-2 16,3 10 1-16,15-1-1 15,11 7 1-15,20 0-1 16,25-3 0-16,18-6 0 16,25-10 1-16,27-6-1 15,22-7 1-15,21-12 0 16,22-6 0-16,17-6-1 16,21-7 1-16,14-12 0 15,14-13 0-15,14-6-1 16,15 6 1-16,13-6-1 15,15 3 1-15,0-7-1 16,-4-2 0-16,-3 0 0 16,-11 9 1-16,-14 9 0 15,-18 16 0-15,-21 13 0 0,-28 15 0 16,-21 29 0-16,-25 15 0 16,-28 13-1-16,-14 9 1 15,-8 9-1-15,-13 1 0 16,7 6-1-16,10 3 1 15,14 6 1-15,18-6 0 16,14-3-2-16,15 6 1 16,20 3 0-16,18 4 0 15,28 5 0-15,21 1 0 16,22-7-3-16,24-12 1 0,32-12-9 16,29-14 1-16,16-8-1 15,-2-7 0-15</inkml:trace>
  <inkml:trace contextRef="#ctx0" brushRef="#br0" timeOffset="27261.17">10619 15647 118 0,'-4'63'59'0,"-81"-66"-75"0,68-13 85 16,-8-15-69-16,-7-23 0 16,-6-21 0-16,-22-38 0 15,-11-21 0-15,-17-17 1 0,-7-18 0 16,-15-13 0-16,-6-13 0 16,-1-8 0-16,1-4 0 15,-4-7 1-15,0 7-1 16,0-12 0-16,7 9 0 15,0 12 0-15,4 4 0 16,0 15 0-16,6 19-1 16,12 10 1-16,6 24-1 15,14 4 1-15,8 18 0 16,3 13 0-16,7 13-1 16,11 12 0-16,3 13 0 15,4 15 1-15,3 7-1 16,-3 12 0-16,-1 25 0 15,1 32 0-15,3 31-1 16,4 34 1-16,3 23-1 16,8 2 0-16,3 4 0 15,3-10 0-15,4-9 0 16,0-15 1-16,0-17-1 0,3-12 1 16,-10-12 0-16,7-20 0 15,0-9-1-15,0-15 1 16,0-16 0-16,0-19 0 15,-4-13-1-15,1-21 1 16,3-16-2-16,7-10 0 16,10-9 2-16,8-6 0 15,10-3 0-15,14 6 0 16,4 0 0-16,7 6 0 16,0 6 1-16,4 13 0 0,3 13-14 15,3 12 0-15,15 9 0 16,3-5 0-16</inkml:trace>
  <inkml:trace contextRef="#ctx0" brushRef="#br0" timeOffset="28714.04">9797 8297 98 0,'-25'-35'49'0,"28"35"-50"15,-3 10 49-15,-7 9-49 16,0 9 1-16,0 19-1 0,0 3 1 15,-3-3-1-15,3 0 0 16,-7-6-8-16,3-10 1 16,0-2 0-16,-3-11 1 15</inkml:trace>
  <inkml:trace contextRef="#ctx0" brushRef="#br0" timeOffset="29039.82">9712 7986 105 0,'-88'-87'52'0,"-11"27"-60"16,74 54 77-16,1 9-69 15,-12 19 0-15,-13 16-1 16,-4 9 1-16,-7 9 0 16,4 19 0-16,-1 13-1 15,8 25 1-15,10 3 0 16,18-3 0-16,17 9-1 15,22-3 1-15,24-9 0 16,18-22 0-16,21-25 0 16,15-19 1-16,13-19-1 15,-7-35 1-15,-3-18 0 16,-7-16 0-16,-11-22 0 16,-18-15 0-16,-17-26-1 15,-21-9 1-15,-21-3-1 16,-19-3 1-16,-20-4-2 15,-14 20 0-15,-18 5-6 0,-7 17 1 16,3 30-1-16,4 23 1 16</inkml:trace>
  <inkml:trace contextRef="#ctx0" brushRef="#br0" timeOffset="29879.69">9102 12232 99 0,'-60'-9'49'0,"56"6"-53"16,8 0 54-16,3-7-50 15,3 7 0-15,4-3 2 0,8 6 1 16,-1 3-3-16,7 0 1 16,-3 7 1-16,3-1 1 15,-3 10-1-15,-8 9 1 16,-6 16-2-16,-11 9 0 16,-11 4-1-16,-20 12 1 15,-8-10-2-15,-4-2 1 16,1-7 0-16,3-9 0 15,11-10-1-15,10-6 0 0,15-9 0 16,13-7 1-16,22-6-1 16,14 0 1-16,14-6 0 15,0-9 0-15,14-7 0 16,0-6 1-16,14-10-1 16,-14-9 1-16,-7-12 0 15,-10-13 1-15,-15-9 0 16,-17 2 1-16,-18 10-1 15,-25 4 0-15,-20-1 1 16,-22 16 0-16,-18 13-1 16,-28 12 0-16,-14 12-1 15,-3 13 0-15,-1 16-1 16,8 12 1-16,10 20-1 16,18 24 0-16,28 10-1 15,25 12 0-15,31 13 0 16,18 2 0-16,32-2 0 15,14-16 0-15,21-12 0 0,21-19 0 16,1-23 1-16,6-18 1 16,-3-28 0-16,0-22 0 15,-7-19 0-15,-18-22 0 16,-32-10 0-16,-21-27 0 16,-24-7-2-16,-22 0 0 15,-17 9-8-15,-18 13 0 16,-3 10-1-16,-8 3 1 15</inkml:trace>
  <inkml:trace contextRef="#ctx0" brushRef="#br0" timeOffset="30682.21">18157 8977 112 0,'4'-153'56'0,"-22"18"-55"0,15 97 56 0,-8-6-59 15,-10-3 1-15,-7 0-2 16,-14 7 1-16,-15 2 2 16,-13 10 1-16,3 12-3 15,-8 19 1-15,-2 29 0 16,-8 27 1-16,0 35 0 15,-3 66 1-15,0 47-1 16,10 60 1-16,15 68-1 16,10 54 1-16,14 22-1 15,22 21 1-15,13-11-2 16,4 18 1-16,7 0-2 16,0 12 0-16,-7 7-3 15,-10 3 0-15,-12-13-1 16,-16-15 1-16,-5-22 1 15,-10-28 0-15,-7-32 4 16,15-31 0-16,2-44 4 0,11-32 0 16,11-46 1-16,11-41 1 15,10-32-2-15,7-31 1 16,10-25-3-16,12-13 0 16,9-15-1-16,12 0 1 15,13 0-1-15,26 3 1 16,23 3-1-16,22-3 0 31,166-19-7-31,-24-44 0 0,-12-41-1 16,-13-24 0-16</inkml:trace>
  <inkml:trace contextRef="#ctx0" brushRef="#br0" timeOffset="31188.35">19371 8256 113 0,'-21'-63'56'0,"-21"-62"-62"0,34 91 71 0,5 15-65 16,-4 3 0-16,0 10 2 16,-7 15 1-16,-7 19-3 15,-4 23 1-15,-3 18 1 16,-1 34 0-16,8 22-1 15,4 20 1-15,6 30-11 16,0 1 1-16,8 18-1 16,6-21 0-16</inkml:trace>
  <inkml:trace contextRef="#ctx0" brushRef="#br0" timeOffset="31666.51">19244 10345 101 0,'-25'3'50'0,"-3"-31"-49"0,21 15 54 0,-4-3-54 16,-3-6 1-16,-3 0 2 15,-1 4 1-15,-10 11-6 16,3 7 1-16,0 19 2 15,1 9 1-15,6 13-2 16,11 6 1-16,7 3-2 16,14 4 0-16,11-7 0 15,10-10 0-15,11-15 0 16,3-15 0-16,11-14 0 16,-3-8 1-16,-8-14 0 15,-6-5 0-15,-12-4 0 16,-13-9 1-16,-18 3-1 15,-18 0 0-15,-13 16-8 16,-15 9 1-16,-14 7-2 16,-14 18 1-16</inkml:trace>
  <inkml:trace contextRef="#ctx0" brushRef="#br0" timeOffset="32087.27">18817 11470 119 0,'-49'-31'59'0,"17"31"-72"16,28 6 75-16,-6 10-64 16,-1 6 0-16,-3 16-1 15,4 12 0-15,-4 19 3 16,6 6 1-16,16-3-3 16,9 0 1-16,11-6 0 15,15-13 1-15,10-6 0 16,10-12 1-16,8-10 0 15,-1-16 0-15,-3-12-1 16,-10-6 1-16,-11-13-1 16,-11-19 1-16,-10-12-1 15,-15-10 0-15,-6 7-7 0,-15-1 1 16,-17 16-1-16,-25 7 1 16</inkml:trace>
  <inkml:trace contextRef="#ctx0" brushRef="#br0" timeOffset="32617.21">18824 12947 119 0,'-21'-18'59'0,"-28"-23"-68"16,42 34 81-16,-8 4-74 15,5 6 1-15,-8 7-3 16,-3 15 0-16,0 16 4 16,0 6 0-16,7 6-2 0,7 13 0 15,14 3 0-15,14 3 0 16,14-3 2-16,18-9 0 15,11-10 0-15,10-22 1 16,10-19-1-16,-10-21 1 16,-3-16 0-16,-15-13 0 15,-13-6-1-15,-19-10 1 16,-13-2-7-16,-18-4 1 0,-18-6-1 16,-24 10 1-16</inkml:trace>
  <inkml:trace contextRef="#ctx0" brushRef="#br0" timeOffset="33437.51">18690 14208 103 0,'-60'-50'51'0,"14"31"-54"0,32 13 56 15,0-4-54-15,-7 1 1 16,-4 6-1-16,-3 12 1 15,0 10 0-15,-4 15 1 16,7 10-1-16,4 13 1 16,11 9-1-16,10 6 1 15,14-3-1-15,17-3 1 16,15-19 0-16,7-13 0 16,4-18 0-16,-1-16 0 0,1-16 0 15,-12-12 1-15,-9-10-1 16,-15-2 0-16,-11-8-1 15,-10 5 1-15,-7 2-10 16,-17 6 1-16,-12 4-1 16,-2 12 0-16</inkml:trace>
  <inkml:trace contextRef="#ctx0" brushRef="#br0" timeOffset="33843.79">18408 15556 105 0,'3'-22'52'0,"-45"-56"-56"16,35 56 68-16,-3-3-64 0,2-3 0 15,-2 3-1-15,-1 6 1 16,-3 9 0-16,0 7 0 16,-4 13-1-16,1 12 1 31,6 37-1-31,11 7 0 16,14 0 0-16,15-16 1 0,16-3-1 15,5-22 1-15,6-3-1 16,1-22 1-16,-8-9 0 15,-7-10 0-15,-6-9 0 16,-15-7 1-16,-14-6-2 16,-11 1 1-16,-10-7-8 15,-14 3 0-15,-14 0-1 16,-8 6 1-16</inkml:trace>
  <inkml:trace contextRef="#ctx0" brushRef="#br0" timeOffset="34218.5">18359 16296 86 0,'-36'-28'43'0,"-24"-22"-40"0,46 34 47 16,-3 1-46-16,-8 2 1 16,4-3 1-16,0 4 1 15,3 9-10-15,0 6 1 16,15 9 5-16,3 7 0 16,10 3-3-16,11 0 0 15,11-3-1-15,7 0 0 0,3-7-1 16,1-2 1-16,3-13 0 15,-1-7 0-15,1-2 1 16,-10-7 0-16,-8-3 0 16,-11-6 0-16,-6 6-5 15,-7-3 0-15,-15 6-10 16,-14 6 0-16,-10 4-1 16,-21 3 1-16</inkml:trace>
  <inkml:trace contextRef="#ctx0" brushRef="#br0" timeOffset="34551.11">18373 16770 89 0,'14'6'44'0,"-35"-31"-67"0,14 16 73 15,-4-1-54-15,-7 1 0 16,-6 3 2-16,-5 6 0 16,1 12 7-16,-4 10 0 15,4 13-1-15,4 5 1 16,9 1 1-16,12 0 1 16,13-10-2-16,8-6 1 0,10-3-4 15,4-9 1 1,3-13-3-16,1-6 1 15,-8-16-1-15,-3-4 0 0,-11-8-8 16,-11-7 1-16,-13-6 0 16,-15-16 0-16</inkml:trace>
  <inkml:trace contextRef="#ctx0" brushRef="#br0" timeOffset="35285.21">19748 8049 102 0,'-14'-56'51'0,"18"34"-60"15,-1 25 70-15,12 9-62 16,6 17 1-16,10 15-1 15,8 15 0-15,7 29 1 16,0 31 1-16,-4 22-1 16,1 47 0-16,-19 23 1 15,-6 58 0-15,-11 45 0 16,-10 34 1-16,-5 16-2 16,-2 21 1-16,-4 23-1 15,0 9 0-15,-8 0-2 16,-9 22 1-16,-12 13-1 0,-9 15 0 15,-5-3-1-15,1-22 1 16,-4-28 0-16,3-16 1 16,11-21 0-16,4-36 0 15,3-30 1-15,4-32 0 16,-4-31 1-16,-3-26 0 16,-4-21 2-16,-3-25 0 15,-8-38 0-15,-13-29 1 16,-12-15-1-16,-6-34 0 15,0-26-9-15,0-30 1 0,0-39-2 16,-4-28 0-16</inkml:trace>
  <inkml:trace contextRef="#ctx0" brushRef="#br0" timeOffset="36035.39">19593 10881 100 0,'-7'-41'50'0,"134"-12"-60"0,-63 18 59 15,42-15-67-15,42-6 0 16,21-7 0-16,15 3 0 0</inkml:trace>
  <inkml:trace contextRef="#ctx0" brushRef="#br0" timeOffset="36320.16">19438 12537 110 0,'-11'-19'55'0,"93"-107"-83"16,-33 92 86-16,32-16-78 0,39-7 1 16,32-6-22-16,28 1 1 15,3 2 50-15,11-3 0 16</inkml:trace>
  <inkml:trace contextRef="#ctx0" brushRef="#br0" timeOffset="36610.85">19664 13411 107 0,'56'-18'53'0,"92"-23"-111"16,-73 28 111-16,30-6-53 15,29-15 0-15</inkml:trace>
  <inkml:trace contextRef="#ctx0" brushRef="#br0" timeOffset="36995.12">19106 14575 105 0,'22'-35'52'0,"175"-34"-90"16,-102 44 66-16,64-12-28 15,56-17 0-15</inkml:trace>
  <inkml:trace contextRef="#ctx0" brushRef="#br0" timeOffset="37381.19">19198 15487 109 0,'92'-44'54'0,"144"-34"-96"15,-151 50 73-15,42-13-31 16,25-9 0-16</inkml:trace>
  <inkml:trace contextRef="#ctx0" brushRef="#br0" timeOffset="37728.62">19011 16350 100 0,'39'-7'50'0,"42"-11"-59"15,-35 5 62-15,42-15-72 16,39-22 1-16,39-13-1 16,21-15 0-16</inkml:trace>
  <inkml:trace contextRef="#ctx0" brushRef="#br0" timeOffset="37980.83">18778 17134 106 0,'36'-13'53'0,"168"-65"-87"0,-112 40 80 16,60-28-46-16,56-12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7:20:47.1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13720 1749 114 0,'0'0'57'0,"-604"163"-59"0,389-112 58 15,-85 40-57 1,-70 43 1-16,-43 29-1 0,-17 51 0 15,-11 24 1-15,-7 38 1 16,17 38-3-16,22 15 1 16,21 28-2-16,42 20 1 15,8 30-1-15,38 17 1 16,25 5-1-16,28 20 0 16,24 27 1-16,22 20 1 0,36 18 0 15,30 7 0-15,47 2 1 16,39-21 0-16,49-7 0 15,49-5 1-15,29-48-1 16,63-22 1-16,18-9 0 16,56-26 0-16,28-18 0 15,40-9 1-15,27-29-1 16,29-6 1-16,24-22-1 16,29-16 0-16,17-12-1 15,32-31 1-15,3-26-1 16,18-18 1-16,8-29-1 15,9-40 1-15,8-32-1 16,0-28 1-16,0-29 0 16,-7-33 0-16,-22-17 0 15,-10-27 1-15,-24-23 0 16,-8-18 1-16,-10-23 0 16,-11-30 0-16,0-23 0 0,-4-34 0 15,-2-32-2-15,-5-18 1 16,-10-25-3-16,-21-13 0 15,-25-3-1-15,-32-7 0 16,-35 1 0-16,-24-10 1 16,-33 0 0-16,-17-6 1 15,-21-9 2-15,-18-7 0 16,-14-6-1-16,-17 0 1 16,-22 0-1-16,-18-15 1 15,-20 15-2-15,-22 6 1 0,-24-6-2 16,-22 3 1-16,-24-3 0 15,-22 13 0-15,-13 2 0 16,-22 7 1-16,-7-3-1 16,-10 9 0-16,-7-3 0 15,-8 10 1-15,-10-1-1 16,-14 13 0-16,-4 10 0 16,-14 12 0-16,-13 22-1 15,-5 3 1-15,-10 16 0 16,-14 18 0-16,0 4 0 15,-11 19 0-15,7 12-1 16,-6 3 1-16,2 9 0 16,12 14 0-16,-8 27-1 15,8 3 1-15,-5 10 0 16,1 16 1-16,-7 15-1 16,3 10 0-16,4 3 0 15,0 0 0-15,4 6 0 16,2 0 0-16,16 0 0 0,6 3 0 15,14 4 0-15,11-1 0 16,10 0 0-16,0 13 1 16,11-9-1-16,4 5 1 15,10-2-1-15,-4 0 0 16,11 3 0-16,8 6 0 16,6-7 0-16,11 11 0 15,3-1 0-15,4-6 0 16,7 6-1-16,7 3 1 0,0 4 0 15,3-1 0-15,1 4 0 16,6-1 0-16,-3 7-4 16,0-6 1-16,0 9-1 15,-7 0 1-15</inkml:trace>
  <inkml:trace contextRef="#ctx0" brushRef="#br0" timeOffset="2041.37">13399 188 90 0,'0'-113'45'0,"31"82"-35"0,-20 31 46 0,3 0-55 15,7 37 1-15,-3 10 0 16,-8 32 1-16,-13 12-4 15,-11 43 1-15,-7 23 1 16,-1 31 1-16,5-9-1 16,-1-16 0-16,15-22-2 15,6-9 1-15,15-7-8 16,-1-27 0-16,8-23 0 16,-4-25 1-16</inkml:trace>
  <inkml:trace contextRef="#ctx0" brushRef="#br0" timeOffset="2403.05">14665 646 103 0,'0'-91'51'0,"-11"53"-53"0,4 29 66 15,-10 2-64-15,-1 7 1 16,-3 7-1-16,-11 2 0 16,-3 19-1-16,-7 29 1 0,-1 5 0 15,4 14 0-15,4 5-1 16,10 1 0-16,18 6 1 16,11-7 0-16,17-9 0 15,21-3 0-15,25-25 0 16,8-13 1-16,-1-15-1 15,0-22 1-15,-4-16 0 16,-6-9 0-16,-15-1-1 16,-14-12 0-16,-10-9 0 15,-21-7 0-15,-11-5-4 16,-11 2 1-16,-7-6-14 16,1 12 0-16,-1 13 0 15,4 1 1-15</inkml:trace>
  <inkml:trace contextRef="#ctx0" brushRef="#br0" timeOffset="2775.83">15512 81 107 0,'-64'-72'53'0,"15"63"-69"0,38 9 90 15,8 0-74-15,-1 3 0 0,8 12 0 16,6 11 0-16,22 2 0 16,17 16 0-16,22 9 0 15,14 3 0-15,-1 7 0 16,1 6 1-16,-4 13 0 15,-3 5 0-15,-22 4 0 16,-17-3 1-16,-21 0-1 16,-25-7 0-16,-22 10-8 15,-27 7 0-15,-36-1-1 16,-24-6 1-16</inkml:trace>
  <inkml:trace contextRef="#ctx0" brushRef="#br0" timeOffset="4130.18">13536 2151 68 0,'-7'-35'34'0,"14"-27"-14"0,-7 52 15 16,0-6-34-16,0 7 1 15,4 0 0-15,-11 6 0 16,3 6-3-16,-7 12 1 16,1 4 3-16,3 16 0 15,0 5 1-15,-4 36 1 16,1 15 1-16,-5 18 0 0,1 48 0 16,0 12 1-16,-3 32-2 15,6 19 0-15,0 2-2 16,8 14 0-16,-1-11-2 15,4 23 0-15,4-7 0 16,-1 17 1-16,1-8 0 16,3 11 0-16,-3-14 0 15,-1 11 0-15,1-20 0 16,-1-12 0-16,-3-7-1 16,0-18 1-16,0-7-1 15,0-6 0-15,0-21-1 16,7-11 0-16,-3-11 0 15,-1 2 1-15,-3 4-1 16,-3 5 0-16,-8-8 0 16,1 2 1-16,-1-5-1 15,-3-14 0-15,3-15 0 16,1-19 1-16,6-12-1 0,1-19 0 16,3-10 0-16,-4-5 0 15,4 2 0-15,-3 7 0 16,-1 2 0-16,1 1 0 15,-5 3 0-15,1 0 0 16,-3 3 0-16,3-10 0 16,0-12-3-16,0-9 1 15,0-19-17-15,3-32 1 16,1-34-1-16,-22-66 1 0</inkml:trace>
  <inkml:trace contextRef="#ctx0" brushRef="#br0" timeOffset="6605.23">13430 2141 58 0,'-28'-25'29'0,"17"0"-19"16,15 13 30-16,3-10-36 16,4 0 1-16,6-3 4 15,-6-4 0-15,-1 11-11 16,-3 5 1-16,-7 19 8 16,-10 19 0-16,-15 13-2 15,-17 15 0-15,0 35-3 16,-8 13 1-16,-3-1-1 15,0-6 0-15,0-9-2 0,8 2 1 16,6-11-1-16,7-10 0 16,7-13 0-16,8-9 1 15,6-19-1-15,11-6 1 16,11-26-1-16,6-8 1 16,12-7-1-16,6-19 1 15,4-9-1-15,3-10 1 16,11-12-1-16,0-9 1 15,0 2 0-15,7 7 0 0,-14 9 0 16,-1 4 0-16,-9 12 1 16,-5 9 0-16,-6 4-1 15,-4 5 0-15,-3 7 0 16,-4 10 1-16,0-4-1 16,4 22 1-16,-8 4 0 15,1 12 0-15,0 19 0 16,3 21 1-16,7 17-3 15,0 5 1-15,7 1-13 16,15 6 1-16,6 6-1 16,7-15 0-16</inkml:trace>
  <inkml:trace contextRef="#ctx0" brushRef="#br0" timeOffset="7672.02">12894 15632 106 0,'-14'9'53'0,"3"19"-54"0,11-9 54 16,0 22-53-16,4 28 1 0,-1 28 0 16,4 32 1-16,0 21-2 15,4 19 0-15,7 1 2 16,-8-4 0-16,-3-16-1 16,4-24 1-16,0-19-6 15,-1-35 0-15,-6-32-1 16,-1-30 0-16</inkml:trace>
  <inkml:trace contextRef="#ctx0" brushRef="#br0" timeOffset="7973.89">13656 15860 102 0,'-7'4'51'0,"0"8"-47"0,3-12 54 16,1 3-55-16,-4 4 1 15,0 8 2-15,-4 13 0 16,1 23-8-16,3 21 0 16,7 25 5-16,-4 16 1 15,4 6-3-15,4 3 0 16,-1-6-3-16,4-15 1 15,4-20-6-15,-4-18 0 16,7-25-20-16,0-23 0 16,0-21 0-16,0-25 1 0</inkml:trace>
  <inkml:trace contextRef="#ctx0" brushRef="#br0" timeOffset="8431.33">13889 15509 99 0,'-42'13'49'0,"-11"-13"-63"15,46 0 96 1,-8 0-76-1,8 3 0-15,4 3 0 16,3 7 0-16,14 2-9 0,14 11 0 16,18 5 6-1,18 10 1-15,17 9-4 0,7 0 0 16,11-3 0-16,10 3 0 16,-3-6-1-16,0 0 1 15,-15-6-1-15,-6-1 1 16,-11 4-1-16,-17 3 1 15,-22 0-1-15,-17 9 1 16,-18 10-1-16,-22 3 1 0,-27 22 0 16,-18 6 0-16,-14 0-2 15,-7 3 1-15,-4 0-5 16,-10 0 1-16,6-3-19 16,5-15 0-16,13-13 0 15,22-16 1-15</inkml:trace>
  <inkml:trace contextRef="#ctx0" brushRef="#br0" timeOffset="12973.85">21071 9053 95 0,'7'-19'47'0,"-7"9"-47"16,0 10 48-16,0 0-47 15,4 7 0-15,0-7 3 0,-1 6 0 16,4-3-3-16,7-3 0 15,4 3 3-15,7-9 1 16,-1 0 0-16,1-4 0 16,-4 4-2-16,-3 3 1 15,-4-3-1-15,-4 2 0 16,-6 1-1-16,-4 3 0 16,-4-3-1-16,-3 0 0 0,0-3 0 15,0-4 0-15,0-2 0 16,0-4 0-16,-3-12-1 15,-5 3 1-15,-6-6 0 16,-10-4 0-16,-8 4-1 16,-7-1 1-16,-14 1-1 15,-14-7 1-15,-7 1-1 16,-11-7 1-16,-3 3-1 16,-4-3 0-16,-7-3 0 15,-10-3 0-15,-1-10-1 16,-10-2 1-16,-10-4 0 15,-15-3 1-15,4 0-1 16,-4 0 0 0,-123-32 0-1,35 20 1-15,14 12-1 16,22 3 1-16,10 7-1 16,10-1 0-16,8 10 0 15,-4-10 1-15,-4 4-1 16,-3 6 0-16,-7 6 0 0,4 3 0 15,-8 3 0-15,4-3 0 16,0 13 0-16,-3 0 0 16,6-3 0-16,1 9 0 15,-4 0-1-15,0 0 1 16,3 6 0-16,-3 0 0 16,0 7 0-16,-7 6 0 15,4-3 0-15,-1-1 0 16,8 4 0-16,-8 3 1 0,4-3-2 15,3-3 1-15,-3 0 0 16,7-1 0-16,-10 7 0 16,-4 3 0-16,7 7 0 15,-11 6 0-15,8 2 0 16,6 7 0-16,-10-3 0 16,10 0 0-16,8 3 0 15,-7-3 0-15,3 0-1 16,3 0 1-16,-6 0 0 15,3 3 0-15,3 10 0 16,1-1 0-16,6 7 0 16,5 3 0-16,6 3 0 15,7 0 0-15,7-3 0 16,11 9 0-16,11-9 0 16,-8-3 0-16,11 3 0 15,11 0 0-15,3 3 0 16,-7 0 0-16,0 0 0 0,7-3 0 15,4 6-1 1,-8 6 1-16,-6-2 0 0,10-4 0 16,0 6 0-16,11-2 0 15,6 2 0-15,12-9 0 16,10 0-1-16,10-12 1 16,8 2 0-16,-1-2 0 15,4 2 0-15,7 1 0 16,8 6 0-16,-12 3 0 0,15-3 0 15,3 6 0-15,11 3 0 16,11 7 0-16,2 3-1 16,16-4 1-16,-1-2 0 15,24-7 0-15,5 0 0 16,9 3 0-16,5 1 0 16,-8-7 0-16,4 0 0 15,14 3 0-15,0 0-1 16,14 13 1-16,7 3 0 15,4-1 0-15,-4-5 0 16,7-4 1-16,11 4-1 16,3-7 0-16,4-2 0 15,0-8 0-15,7 1 0 16,3 0 0-16,1 6 0 16,-1-12 0-16,0 6 0 15,8-3 0-15,3 6 0 16,4-3 1-16,10 0-1 0,0-4 0 15,10-5 0-15,5-7 0 16,13-3 0-16,0-6 0 16,-6-3 0-16,-1-7 1 15,7 4-1-15,-10-4 0 16,0-3 0-16,3 4 0 16,4 2 0-16,-11-2 0 15,4 2 0-15,10 4 0 16,-3-1 0-16,3-2 1 0,11 6-1 15,-14-13 0-15,7-3 0 16,3-3 0-16,-17-3 0 16,-4-3 0-16,-3-4 0 15,-7 1 0-15,-18 3 0 16,-15-1 0-16,1 4 0 16,-7 0 0-16,-7 3 0 15,0 0 0-15,-1-3 0 16,1-6 0-16,4-7 0 15,6-3 0-15,7-3 0 16,4-6 0-16,-10 0 0 16,-5 0 1-16,-2-1-1 15,3 4 0-15,3 6 0 16,-3-3 0-16,3 7 0 16,4-1 0-16,11 4 0 15,-1-1 0-15,4 0 0 16,7 1 0-16,7 3 0 15,-3-7 0-15,3 6 0 0,3-8 0 16,5 5 0-16,-12-3 1 16,4 1-1-16,7-1 0 15,-6 10 0-15,-5-4 0 16,8 1 0-16,3-4 0 16,-7 4 0-16,-3-4 0 15,10-2-1-15,-7-7 1 16,0 0 0-16,-7-3 0 15,4 3 0-15,-11 0 0 0,0-3 0 16,-7 0 0 0,0 0 0-16,-7 3 1 0,6-3-2 15,-6 6 1-15,0 0 0 16,-7-3 0-16,0-6 0 16,-7 6 0-16,-1 0 0 15,1-6 0-15,-7 3 0 16,0 0 0-16,-1-1 0 15,-6 4 0-15,-7 1 0 16,-8-1 0-16,-6 3 0 16,-4 0 0-16,-4 0 0 15,1-6 0-15,-1 3 0 16,0 3 0-16,4-6 0 16,0 3 0-16,-7 0 0 15,-3 3 0-15,-4 4 0 16,-15-4 0-16,-2 6 0 15,-8 1 0-15,-7-4 0 16,0 1 0-16,-11-4 0 0,8-3 0 16,-7-3 0-16,3-7 0 15,0 4 0-15,-4-3 0 16,4 3 0-16,-7-1 0 16,-3 4 0-16,-4 0 0 15,0 3 0-15,-4-3 0 16,-3 0-1-16,-7 0 0 15,-7-13-15-15,-4-2 1 16,-11-17-1-16,-17-56 1 0</inkml:trace>
  <inkml:trace contextRef="#ctx0" brushRef="#br0" timeOffset="16199.57">13254 9209 77 0,'-28'-6'38'0,"3"0"-31"15,18 12 39-15,-4 0-45 16,-3 4 0-16,-7-1 2 16,-7 13 1-16,-7 0-3 0,-11 13 0 15,-11-1 2-15,-6 10 1 16,-11 16-1-16,-7 15 0 15,-39 10-1-15,-14 15 1 16,-29 7-2-16,-10 24 0 16,-7 1-1-16,-28 12 1 15,7 13 0-15,0 3 1 16,-21 0-1-16,21 9 0 0,-18-6-1 16,14-9 1-16,4-10-1 15,0-3 0-15,14-12 0 16,18-10 1-16,-14-12-1 15,6-1 0-15,22 1 1 16,0-4 0-16,3 7-1 16,4-6 1-16,17 2-1 15,8 1 1-15,3-1-1 16,-4-5 0-16,19-10 0 16,6-7 0-16,11-8 0 15,10-4 1-15,0-6-1 16,18-10 1-16,0-3-1 15,8 1 0-15,-8-4 0 16,10-3 1-16,4-10-1 16,8-2 1-16,6-4-1 15,4-6 0-15,6-12 0 16,1-4 0-16,7-12 0 16,4-6 0-16,2-10 0 15,5-6 0-15,-1-6 0 16,8-7 1-16,-1-15-1 0,5-7 0 15,2-6 0-15,15-9 1 16,3-7 0-16,0 1 0 16,0 2-1-16,-3 4 1 15,0 3 0-15,-4 16 0 16,0 12-1-16,-14 12 0 16,4 7 0-16,-4 10 1 15,0 8-1-15,-11 10 0 0,-3 10 0 16,-3 18 1-16,-11 16-1 15,-11 22 0-15,-7 16 0 16,0 12 0-16,-7 4 0 16,1 2 0-16,9-9-1 15,12-6 1-15,9-13 0 16,12-15 0-16,14-16 0 16,10-10 0-16,21-6 0 15,18-6 0-15,0-6-1 16,7-13 1-16,11-9-7 15,20-7 0-15,12-15 0 16,-4-13 0-16</inkml:trace>
  <inkml:trace contextRef="#ctx0" brushRef="#br0" timeOffset="17040.83">6784 13916 69 0,'-25'0'34'0,"15"3"-20"0,10-3 17 0,0 0-26 15,-4-6 1-15,4 0 4 16,-7-4 1-16,4 1-13 16,3 3 0-16,-11 0 9 15,0 9 0-15,1 12-3 16,-1 23 1-16,-3 6-3 15,0 28 1-15,-14 13-1 16,7 12 0-16,-4 16-1 16,4-7 1-16,-4 1-2 15,-3 3 1-15,-11-7-1 16,7-12 1-16,-7 0-2 16,1-19 0-16,6-9-6 15,7-13 1-15,4-15-1 16,7-20 1-16</inkml:trace>
  <inkml:trace contextRef="#ctx0" brushRef="#br0" timeOffset="17363.34">5962 13976 91 0,'-53'0'45'0,"32"9"-46"0,21-9 49 0,0 3-47 15,10 4 1-15,1 8 1 16,7 1 1-16,3 3-4 16,7 9 0-16,18 13 3 15,14 15 1-15,28 16-1 16,11 26 1-16,10 8-2 15,8 1 1-15,6 3-4 16,-3-13 1-16,-14-13-13 16,-7-11 1-16,-8-23-1 15,-13-16 0-15</inkml:trace>
  <inkml:trace contextRef="#ctx0" brushRef="#br0" timeOffset="18952.88">13624 9222 82 0,'-46'-25'41'0,"15"3"-38"0,31 13 42 16,3-4-45-16,8 4 1 0,3 2 3 16,11 1 1-16,10 0-5 15,11 3 1-15,24-7 3 16,29 7 0-16,21-13 0 16,28 7 0-16,32-7-2 15,-46 7 1-15,127 6-2 16,32 9 1-16,10-9-1 15,22 9 0-15,17 0-1 16,-109-2 1-16,152-4-1 16,-8-7 0-16,-14 4 0 15,11 3 0-15,7 6 0 16,-3-2 0-16,-15-1 0 16,8 9 1-16,-19-5-1 15,-2 8 0-15,-15 1 0 16,-7 6 1-16,-21 0 0 15,-7 3 1-15,-18-3-1 16,-7 0 1-16,-14-7-1 0,-18-2 0 16,-24-10-1-16,-21-3 0 15,-29-9 0-15,-14-1 0 16,-28 1-1-16,-28 0 1 16,-18-7 0-16,-17 6 1 15,-11 1-1-15,-11 3 1 16,-7 0-1-16,-10 2 1 15,-7-2-1-15,-4 0 1 16,-4-10-1-16,-6 0 1 0,-8-9 0 16,-3-9 1-1,-3-4 0-15,-5-3 1 0,1-2-1 16,-3-1 0-16,-4 9 0 16,3 4 0-16,-3 3-2 15,7 6 1-15,0 9-1 16,6 4 0-16,8 9-1 15,15 6 1-15,9 10-1 16,12 12 1-16,13 13-1 16,-7 15 1-16,-6 19 0 15,-19 1 0-15,-17-1 0 16,-25 3 1-16,-24 4-1 16,-32-7 1-16,-14 7-4 15,-8-13 0-15,5-13-12 16,16-12 1-16,23-6-1 15,27-10 0-15</inkml:trace>
  <inkml:trace contextRef="#ctx0" brushRef="#br0" timeOffset="19295.34">24730 8861 106 0,'-21'-37'53'0,"28"18"-63"16,7 22 76-16,10 0-66 15,12 7 0-15,10 5 1 16,6 10 0-16,16 19-1 16,2 16 1-16,4 6 0 15,4 6 0-15,-1 3-1 16,1 7 1-16,-4-1-7 16,-3-2 1-16,-15-10-2 15,-10-16 1-15</inkml:trace>
  <inkml:trace contextRef="#ctx0" brushRef="#br0" timeOffset="19557.34">26310 9222 111 0,'32'-28'55'0,"-25"6"-64"0,-3 19 69 16,-4 6-62-16,-11 9 1 15,-7 7 0-15,-17 13 1 16,-11 8 1-16,-21 17 1 16,-7 24 0-16,-14 23 1 15,-11 9 1-15,7 12 0 0,-3 19-1 16,0 1 1-16,10-4-6 16,22-41 0-16,6 25-2 15,15-30 1-15</inkml:trace>
  <inkml:trace contextRef="#ctx0" brushRef="#br0" timeOffset="20598.45">11172 718 85 0,'15'-54'42'0,"38"23"-31"15,-29 22 42-15,11-1-52 16,8-2 0-16,3 2-1 16,0 7 1-16,-8 3-1 15,1 3 0-15,-4 13 0 16,-6 9 1-16,-12 6-1 16,-6 10 0-16,-11 3 0 15,-4 0 1-15,-17 3-1 16,-4 0 0-16,-17 3 1 15,-11-3 0-15,-7 13 0 16,4 12 0-16,3-6 0 16,7-3 1-16,11-13-1 15,10-6 0-15,7-10 0 16,15-6 1-16,17-15-1 0,25-4 1 16,14-12-1-16,10-6 1 15,8-16-1-15,17-4 1 16,0 1-1-16,-3 3 0 15,-4-3-2-15,-7 12 1 16,-7 7-9-16,-3-1 0 16,-11 10 0-16,-4-6 0 15</inkml:trace>
  <inkml:trace contextRef="#ctx0" brushRef="#br0" timeOffset="21192.03">10672 893 65 0,'-15'-15'32'0,"15"5"-8"0,7 7 18 0,8-6-39 16,13-4 0-16,11 1 1 15,14-7 1-15,-1-6-7 16,15-4 0-16,8 1 4 15,6 3 1-15,7-3-3 16,0 3 1-16,-3-3-1 16,6-4 1-16,1-5-1 15,3 8 0-15,-6 4-4 16,-8-3 1-16,-7 9-16 16,-11 4 1-16,-20 5-1 15,-19 4 0-15</inkml:trace>
  <inkml:trace contextRef="#ctx0" brushRef="#br0" timeOffset="21414.97">11190 1053 76 0,'-81'38'38'0,"60"-29"-49"0,17-12 70 16,4 3-59-16,0 0 1 16,11 0 0-16,10-6 1 15,11-4-3-15,14 1 1 16,17-16-1-16,11 3 1 16,14-12-8-16,4-7 1 0,14 3-1 15,-4 0 0-15</inkml:trace>
  <inkml:trace contextRef="#ctx0" brushRef="#br0" timeOffset="28119.39">13363 9225 84 0,'-24'35'42'0,"6"-7"-36"0,14-19 43 15,1 10-45-15,-1 3 0 16,1-3 2-16,3 0 1 16,3-10-9-16,4-9 1 0,4-12 5 15,0-10 1-15,3-10-2 16,-4-12 1-16,1-6-1 16,3 0 0-16,-3-3 0 15,3-7 0-15,3-9-1 16,-6-9 1-16,-4-1-1 15,0-12 0-15,-4-12-1 16,-3-7 0-16,-3-6-1 16,-1 3 0-16,-3 3 0 15,4 1 0-15,-4-4 0 16,0 9 1-16,3-5-1 16,-3-1 0-16,4 6 0 15,-1-5 1-15,-6-1-1 16,-5 0 1-16,1-9-1 15,-3 6 1-15,3-6-1 16,-4 3 1-16,4 0-1 16,0-3 1-16,3 3-1 0,1 9 1 15,-1-6-1-15,0 0 0 16,4-3 0-16,4 0 0 16,3 0 0-16,0-6 1 15,0 3-1-15,0 6 0 16,3 0 0-16,-3 9 0 15,0 1 0-15,-3 6 1 16,3 0-1-16,-4 9 0 16,8-13 0-16,3 7 1 0,0 3-1 15,0-9 1 1,4 0-1-16,-4 2 1 0,3 4-1 16,1 3 0-16,-4 10 0 15,-7-13 1-15,3 3-1 16,1 3 0-16,3-6 0 15,-4 0 0-15,1 3 0 16,-1-9 0-16,-3 15 0 16,0 4 0-16,0 8 0 15,-3 8 0-15,-1 2 0 16,4 13 0-16,0 3 0 16,4-7 1-16,3-5-1 15,0 2 0-15,4 7 0 16,-1 6 0-16,-3 7 0 15,0 8 0-15,-3 1 0 16,-1 9 0-16,1 4 0 16,-1 5 0-16,1-5 0 15,3-1 0-15,0 3 0 0,7-5 0 16,-7 8 0-16,4-6 0 16,-4 7 0-16,-4 3 0 15,-3 12 0-15,0 0 1 16,-3 7-1-16,-1 12 0 15,1 0 0-15,-1 13 0 16,1-4 0-16,3-3 0 16,0 10 0-16,0 6 0 15,0 3 0-15,-4 13 0 0,1 22 0 16,-8 9 0-16,1 6 0 16,-1 23 0-16,4 15 0 15,-4 21 1-15,1-2-1 16,3 13 0-16,-7 5 0 15,-1-5 0-15,5 8 0 16,-8 1 0-16,1-13 0 16,-1-6 0-16,7-9 0 15,1-17 0-15,3 4 0 16,3-9 0-16,8 6 0 16,-1 0 0-16,4 3 0 15,0 0 0-15,8 3-1 16,-5-10 1-16,1 1 0 15,-1-6 0-15,1-7 0 16,-4-6 0-16,3-10 0 16,-2-9 0-16,-1 7 0 15,0-7 0-15,0 0 0 0,3 6 0 16,1-6 0-16,3 0 0 16,0 10 0-16,4-4 0 15,-1-6 0-15,-3-3 0 16,4-6-1-16,-4-10 1 15,0-3 0-15,-7 3 0 16,-7-6 0-16,0-3 0 16,0-3 0-16,0-4 0 15,0 4 0-15,4 0 0 0,-1-4 0 16,-3-5 1-16,0-1-1 16,-3 10 0-16,-1-10-1 15,1 0 1-15,-4 1 0 16,3-7 0-16,-3 3 0 15,4 0 0-15,-4-6 0 16,3-6 0-16,1-7 0 16,3-6 1-16,0 0-1 15,0-3 0-15,0-6-1 16,0 0 1-16,0-4 0 16,0 1 0-16,0-1 0 15,0 4 0-15,0-10 0 16,0 0 0-16,0-15 0 15,0-13 0-15,0-12 0 16,-4-10 0-16,1-19 0 16,-1-12 0-16,-3-10 0 15,0-6 0-15,0-6 0 0,0-16 0 16,3-6 0-16,4-13 0 16,0-22 0-16,4 1 0 15,-1-10 0-15,8 0 0 16,-1-4 0-16,-2-2 0 15,-1 3 0-15,-4-7 0 16,4 4 0-16,-3-7 0 16,3 1 0-16,-4 18 0 15,-3 3 0-15,0 1 0 16,-3 5-1-16,-4 4 1 0,-4-3 0 16,-7 3 0-16,1-4 0 15,-1 7 0-15,-3 0 0 16,7 3 0-16,3 13-1 15,1 5 1-15,3 20-1 16,-4 9 1-16,-3-3-1 16,0 9 1-16,0-6-1 15,3 4 1-15,8-7-1 16,-1-4 1-16,4-5 0 16,7 9 0-16,4 3 0 15,3 12 1-15,0-2-1 16,0 6 1-16,-3 12-1 15,-1 0 0-15,-3-3 0 16,0 0 0-16,0-6 0 16,1 0 0-16,-1-6 0 15,0 6 0-15,3 3 0 16,-3 6 0-16,0 10 0 0,-3-1 0 16,-1 14 0-16,1-4 0 15,-4 19 0-15,0-10 0 16,0 7 0-16,3-10 1 15,4 4-1-15,1-7 0 16,-1 10 0-16,-4 6 0 16,1-4 0-16,-4 4 0 15,0 6 0-15,0 4 1 16,-4 2-1-16,4 7 1 16,0-3-1-16,0 2 0 0,-3 4 0 15,3-6 0-15,-4 2 0 16,1 7 0-16,-5 0 0 15,1 0 1-15,-3 0-1 16,-4 7 0-16,-4 2 0 16,-3 1 0-16,0 2 0 15,-4 10 0-15,4 6 0 16,-4 1 0-16,1 8 0 16,2 4 0-16,-6 3 0 15,0 0 0-15,-4-7 0 16,-14 7 0-16,-3 0 0 15,-4-3 0-15,-3 9 0 16,-4 3 0-16,14 1 0 16,3-10 0-16,12 9 0 15,2 0 0-15,8-12-1 16,0 6 1-16,3-9 0 16,4-7 0-16,4 0 0 15,3-2 0-15,0-11 0 0,3-2 0 16,4-7 0-16,0-2 0 15,7-10 0-15,0-1 0 16,4-5 0-16,-4 0 0 16,3-1 0-16,1-2 0 15,3-4 0-15,4 0 0 16,3-12 0-16,7-6 0 16,4-7 0-16,0-9 0 15,10 3 0-15,7 0 0 0,-3 0 0 16,-3-4 0-16,-5 11 0 15,-6 5 0-15,0 1 0 16,-4 5 0-16,0-5 0 16,1-7 0-16,-1 10 0 15,4-10 0-15,-4 3 0 16,0 1 0-16,-3 2 0 16,-4 1 0-16,-7 15 0 15,0 0 1-15,-3 4-1 16,-1 2 0-16,-3 4 0 15,0 2 0-15,-3 1 0 16,3-3 1-16,0 5-1 16,11-2 0-16,-4 3 0 15,0-6 0-15,3 9 0 16,1 0 0-16,3 3 0 16,0 6 0-16,1 7 0 0,-5 0 0 15,1 6 0-15,3 3 0 16,4 0 0-16,-4 3 0 15,4 10 0-15,-1-4 1 16,1-6-1-16,0 7 0 16,-4-1 0-16,-4 4 0 15,1 9 0-15,-4-6 0 16,-3 12 0-16,-1-9 0 16,5 0 0-16,2-3 0 15,-6 9 0-15,3-16 0 0,-4 1 0 16,1-7 0-16,0 0 0 15,-4-3 0-15,0-6 0 16,0 3 0-16,0-6 0 16,-4-7 0-16,1 1 0 15,-1-4 1-15,-3-3-1 16,0-3 0-16,0-3 0 16,0-7 0-16,-3-12 0 15,-1 0 0-15,-3-6 0 16,-3 0 0-16,-4-6 0 15,-4-7 0-15,0 0 0 16,1 0 0-16,-1 4 0 16,4-7 0-16,0 0 0 15,-4 0 0-15,8 6-1 16,-5-6 1 0,1-9 0-16,0 0 1 15,4 9-1 1,-1 6 0-16,4 4 0 0,0 6 0 15,3 2 0-15,1 8 0 16,-1 2 0-16,1 3 0 16,-1 1 0-16,1 6 0 15,3-1 0-15,0 7 0 16,-4-6 0-16,1 3 0 16,-1 3 0-16,-3 3 0 15,0 3 0-15,-3-3 0 0,-1 4 0 16,0-1 0-16,-3 3 0 15,-10 4 0-15,-1 3 0 16,-7 2 0-16,-3 8 0 16,0 2 0-16,-4 6 0 15,-4-6 0-15,-2 7 0 16,2-13 0-16,4 9 0 16,-6 7 0-16,2-4 0 15,-6 10 0-15,3-6 0 16,-3 9 0-16,-1 3 0 15,4-6 0-15,0 0 0 16,1 0 0-16,6-7 0 16,4-2 0-16,6-4 0 15,1 1 0-15,7-14 0 16,0 4 0-16,7 0 0 16,0-9 0-16,6 3 0 15,-2-1 0-15,6-5 0 0,1-7 0 16,10-3 0-16,3-3 0 15,5-13 0-15,2-9 0 16,8 3 0-16,0-13 0 16,6-8 0-16,1-11 0 15,10 1 0-15,4 6 0 16,0-13 0-16,4 4 0 16,-5-13-1-16,1 6 1 0,4 4 0 15,-1 8 0-15,0 1 0 16,-3 13 0-16,-3-4 0 15,-5 10 0-15,5 12 0 16,-11-3 0-16,-1 9 0 16,-2 4 0-16,-1 9 0 15,-4 0 0-15,1 12 0 16,-4 10 0-16,0 16 0 16,1 15 0-16,-1 1 0 15,-7 8 0-15,4 1 0 16,-4 0 0-16,3 9-1 15,4-9 1-15,4-1-7 16,3-5 0-16,-3-13-1 16,-7-4 1-16</inkml:trace>
  <inkml:trace contextRef="#ctx0" brushRef="#br0" timeOffset="30818.86">14115 1856 88 0,'10'-34'44'0,"64"-29"-37"0,-45 53 44 16,16-8-51-16,19 2 0 15,35-3 1-15,7 0 0 16,17-3-2-16,29-6 1 15,13 0-2-15,15-10 1 16,7-12-1-16,4-16 1 16,-8 3-1-16,-10 10 0 0,-25 0 0 15,-24 18 1-15,-25 7 0 16,-22 6 1-16,-20 13 0 16,-19 9 1-16,-23 9-1 15,-23 7 0-15,-23 9 0 16,-22 9 1-16,-21-5-1 15,-11 5 0-15,-14-6 1 16,-24 1 1-16,-8 5-1 16,-3 1 1-16,-14 9 0 15,-4-4 0-15,15 1 0 16,10 3 0-16,0-6-1 16,10 5 0-16,22-8-1 15,18-4 1-15,17-9-2 16,17-12 1-1,50-29 0 1,18-12 0-16,14 9 0 16,14-10 0-16,17 1 0 0,33-4 1 15,9 1-1-15,12-4 1 16,21 4-1-16,10-10 1 16,-4-16-1-16,12 7 0 15,-12 3 0-15,-13 6 1 16,-22 3-1-16,-20 10 0 15,-19-1 0-15,-20 10 1 16,-18 7-1-16,-22 8 0 16,-17 7 0-16,-21 7 0 0,-25 8-1 15,-21 17 1-15,-14 9-1 16,-21 2 0-16,-25-2 0 16,-11 9 0-16,-10-6 0 15,-11 10 1-15,4-1-1 16,7 10 1-16,10-10 0 15,15 0 0-15,10-6 0 16,21-3 0-16,22-9-1 16,17-4 1-16,17-6 0 15,26-6 0-15,20-10-1 16,19-9 1-16,13-12 0 16,21-13 0-16,19-3-3 15,23-7 1-15,8-9 0 16,14 0 0-16</inkml:trace>
  <inkml:trace contextRef="#ctx0" brushRef="#br0" timeOffset="31288.11">22786 1154 114 0,'-60'-19'57'0,"49"53"-57"16,15-15 58-16,3 28-59 15,4 28 1-15,3 38-1 0,0 44 0 16,3 47-5-16,12 6 1 16,-5 3-17-16,8-9 1 15,3-50-1-15,1-38 1 16</inkml:trace>
  <inkml:trace contextRef="#ctx0" brushRef="#br0" timeOffset="31550.99">23964 1072 103 0,'71'-28'51'0,"-71"9"-65"15,0 19 92-15,0 9-77 16,0 10 1-16,0 16 0 16,7 37 0-16,0 25-3 15,3 28 0-15,5 32-1 16,9 3 0-16,4 0-9 16,4-12 0-16,4-20-1 15,-8-31 1-15</inkml:trace>
  <inkml:trace contextRef="#ctx0" brushRef="#br0" timeOffset="31858.72">23368 1295 113 0,'-39'0'56'0,"39"62"-69"0,7-37 82 16,11 7-70-16,10 21 0 16,14 16-2-16,11 3 0 15,0-3 3-15,14-6 0 16,11-10-2-16,10-24 1 16,-7-14 1-16,-3-18 0 0,-4-9 2 15,-18-17 0-15,-6-5 1 16,-15-10 0-16,-7 0-2 15,-10-3 0-15,-11-6-8 16,-7-10 0-16,-11 0-1 16,-6 0 0-16</inkml:trace>
  <inkml:trace contextRef="#ctx0" brushRef="#br0" timeOffset="32113.71">24342 762 113 0,'-29'-10'56'0,"-16"26"-62"16,38-13 73-16,3 13-66 0,8 3 1 16,10 15-1-16,14 13 1 15,14 13-3-15,15 21 0 16,10 16 2-16,0 1 0 15,-4 8-2-15,-10-9 1 16,-7 4-3-16,-11-4 0 16,-10-22-7-16,-14-6 1 15,-11-15 0-15,-11-20 0 16</inkml:trace>
  <inkml:trace contextRef="#ctx0" brushRef="#br0" timeOffset="32355.91">25132 1191 113 0,'60'-9'56'0,"28"-4"-64"16,-56 4 75-16,21-1-68 15,21 1 0-15,18 3-2 16,3-13 1-16,7-9-4 15,11 3 1-15,-7-10-18 16,-4 10 1-16,-17 3-1 16,-18 0 1-16</inkml:trace>
  <inkml:trace contextRef="#ctx0" brushRef="#br0" timeOffset="32506.32">25217 1972 96 0,'-29'22'48'0,"47"-44"-67"16,3 13 87-16,18-23-70 0,28-5 1 15,32-7-14-15,17-3 0 16,18-16 15-16,21 0 1 16</inkml:trace>
  <inkml:trace contextRef="#ctx0" brushRef="#br0" timeOffset="32723.92">27284 793 113 0,'-18'28'56'0,"39"82"-69"16,-10-76 84-16,3 26-76 15,4 12 0-15,-1 19-15 16,1-9 1-16,3-10 21 16,4-10 1-16</inkml:trace>
  <inkml:trace contextRef="#ctx0" brushRef="#br0" timeOffset="33090.87">28198 874 101 0,'-4'-34'50'0,"-24"15"-51"0,21 19 63 16,-4-9-62-16,-3 12 0 0,3 6 0 15,-3 7 0-15,-7 9-1 16,7 3 0-16,7 16-1 15,7 10 1-15,7 2-1 16,11 16 0-16,10-3 0 16,7-6 1-16,8-16 1 15,17-6 1-15,-4-13 1 16,-3-19 0-16,0-9 1 16,-4-19 0-16,-6-18-1 15,-12-7 1-15,-6-19-2 16,-14 0 1-16,-15 1-3 15,-14-1 0-15,-6 0-10 16,-15 10 0-16,-11 0 0 16,1 12 0-16</inkml:trace>
  <inkml:trace contextRef="#ctx0" brushRef="#br0" timeOffset="33420.4">28476 476 111 0,'4'-12'55'0,"-1"15"-66"0,4 3 80 16,4-6-69-16,14 10 0 16,6-1 0-16,19-9 0 15,10 9 0-15,14-2 0 16,7 2-1-16,11 0 1 0,17 13-1 15,-7 22 0-15,-3 16 1 16,-4 3 0-16,-10 9 1 16,-7 9 0-16,-22 23 1 15,-24-1 0-15,-29 13 0 16,-24-3 1-16,-35 3-1 16,-36 16 1-16,-31-16-6 15,-19 0 0-15,-6-22-1 16,-10-9 1-16</inkml:trace>
  <inkml:trace contextRef="#ctx0" brushRef="#br0" timeOffset="35057.57">13610 12797 118 0,'0'0'59'0,"21"307"-58"16,-17-207 59-16,-1 29-61 15,-3 40 1-15,0 16-1 16,0 16 1-16,0 0 0 16,0-16 0-16,0-3 0 15,0-16 0-15,-3-22-1 16,-1-18 1-16,1-20-1 0,-8-21 1 15,-3-19-1-15,-4-16 0 16,-3-13 0-16,-3-18 0 16,-1-12 0-16,0-17 1 15,-3-12 0-15,-4-19 1 16,1-6 0-16,-1-12 0 16,7-7 0-16,-7 0 0 15,4-9 0-15,0 6 0 16,3 3-1-16,0 3 0 15,4-3 0-15,0 4 0 16,4 5 0-16,-1 10 0 0,7 0 0 16,-3 10 1-16,4 8-1 15,-1-2 1-15,4 0 0 16,0 2 0-16,0 11-1 16,0 2 0-16,7 16 0 15,0 6 1-15,7 26-1 16,3 24 0-16,8 13 0 15,3 13 1-15,4 2-1 16,-4 4 0-16,7-19 0 16,4-3 0-16,7-19 0 15,7-6 0-15,7-13 0 16,3-3 1-16,8-6-1 16,-4-7 0-16,0-2-2 15,3-4 1-15,4-9-9 16,-7-16 1-16,7-25-1 15,-25-28 0-15</inkml:trace>
  <inkml:trace contextRef="#ctx0" brushRef="#br0" timeOffset="35507.33">13300 9369 110 0,'-14'-69'55'0,"35"-9"-60"16,-14 65 67-16,0 4-62 16,0 6 0-16,0 9 1 15,0 13 1-15,-3 22-1 16,-1 21 1-16,4 36 1 16,0 24 0-16,0 35 0 15,0 47 1-15,4 34-1 16,0 22 0-16,-1 29-1 0,8 12 0 15,-8 0-1-15,1-22 0 16,-1-19-1-16,-6-25 1 16,-4-28-2-16,0-31 0 15,-4-22-7-15,4-32 0 16,-3-25 0-16,-1-31 1 16</inkml:trace>
  <inkml:trace contextRef="#ctx0" brushRef="#br0" timeOffset="36363.55">24028 10997 121 0,'-71'-25'60'0,"43"-7"-62"0,35 32 61 16,11 7-61-16,-1 15 0 16,4 25 1-16,4 50 1 15,-4 47 1-15,-3 63 0 16,-4 53-2-16,-3 23 1 15,-11-1 0-15,3-22 1 16,-3-34-4-16,7-29 0 16,0-43-21-16,4-44 0 15,-1-41 0-15,-3-47 0 0</inkml:trace>
  <inkml:trace contextRef="#ctx0" brushRef="#br0" timeOffset="36602.35">25171 11436 120 0,'7'-6'60'0,"10"-1"-89"16,-6 4 113-16,0 9-86 16,6 10 0-16,1 12 1 15,-4 19 0-15,-3 29 2 16,-4 24 0-16,-4 22-1 15,-3 26 0-15,-3-1 0 16,-4-6 1-16,3-9-6 16,0-22 1-16,4-19-1 15,-3-26 0-15</inkml:trace>
  <inkml:trace contextRef="#ctx0" brushRef="#br0" timeOffset="36947.08">24649 11367 111 0,'-36'-16'55'0,"22"19"-62"0,14-3 61 16,7-3-55-16,7 6 0 0,4 0 2 15,0 7 0-15,10 9-1 16,0 15 1-16,7 20-1 15,8 21 1-15,3 19 0 16,6-3 1-16,5 0-1 16,6 0 0-16,1-19 0 15,-4-19 0-15,0-12 0 16,-4-19 1-16,-3-19-1 16,-3-16 1-16,-5-15-1 15,1-25 0-15,7-19-3 16,-7-10 1-16,-7 1-9 15,-14 9 0-15,-11-4 0 16,-21 7 1-16</inkml:trace>
  <inkml:trace contextRef="#ctx0" brushRef="#br0" timeOffset="37270.41">25770 10878 121 0,'-3'-7'60'0,"31"23"-74"0,-7-13 88 0,15 13-74 16,13 9 0-16,11 16 0 16,0 21 0-16,0 23 0 15,-11 9 0-15,-13 19 0 16,-19 13 0-16,-20 5 0 15,-19 17 1-15,-20-14-2 16,-11-5 1-16,0-29-9 16,4-15 1-16,3-16-1 15,11-38 1-15</inkml:trace>
  <inkml:trace contextRef="#ctx0" brushRef="#br0" timeOffset="37461.92">26695 11151 126 0,'28'9'63'0,"-10"-12"-77"0,3 6 85 16,10-3-74-1,12 0 1-15,10-6-2 0,7-4 0 16,7-2 2-16,0-4 1 15,3-3-12-15,-3 0 1 16,4 4 1-16,-11 2 0 16</inkml:trace>
  <inkml:trace contextRef="#ctx0" brushRef="#br0" timeOffset="37676.61">26444 11960 119 0,'36'43'59'0,"38"-55"-73"0,-29 3 86 0,26-4-80 15,24-12 0 1,110-50-45 0,-15-1 0-16,-10-5 57 15,-17-4 0-15</inkml:trace>
  <inkml:trace contextRef="#ctx0" brushRef="#br0" timeOffset="37880.96">28427 10542 112 0,'-25'0'56'0,"-17"-6"-81"0,38 9 109 15,1 13-84 1,3 12 0-16,3 22 2 0,4 13 1 15,-3 18-3-15,-1 20 0 16,-3 24 0-16,0 10 0 16,4 9-4-16,3 7 1 15,7-16-11-15,7-13 1 16,0-28-1-16,11-16 1 0</inkml:trace>
  <inkml:trace contextRef="#ctx0" brushRef="#br0" timeOffset="38134.62">29083 10903 122 0,'-25'-16'61'0,"29"10"-80"15,-4 6 95-15,7 0-77 16,3 6 0-16,1 7-2 15,0 5 0-15,-1 20 3 16,-3 22 0-16,-7 27-3 16,0 1 0-16,7 3-1 15,0 10 0-15,4-10-9 16,3-10 0-16,0-12 0 16,4-19 1-16</inkml:trace>
  <inkml:trace contextRef="#ctx0" brushRef="#br0" timeOffset="38466.89">29552 10373 111 0,'-35'-16'55'0,"-4"-9"-68"0,36 22 83 0,-1 3-71 16,15 3 1-16,6 3 0 16,15 7 0-16,21 6 0 15,21 18 0-15,18 14 0 16,3 17 1-16,4 14-1 16,-11 12 1-16,-25 19 1 15,-24 19 0-15,-35 6 0 16,-32 0 0-16,-32 3-2 15,-29-3 0-15,-9-10-12 16,-8-12 1-16,-4-9-3 16,15-4 0-16</inkml:trace>
  <inkml:trace contextRef="#ctx0" brushRef="#br0" timeOffset="42909.16">13328 9062 95 0,'-7'-19'47'0,"-25"-6"-42"0,32 16 48 0,4-1-52 15,3-2 0-15,3-1 1 16,1 1 0-16,-1-1-2 16,-2 4 0-16,-1-4 2 15,-4 7 0-15,-3 6 0 16,0 0 0-16,-3 3 1 16,-4 7 1-16,-1-4-1 15,-2 0 1-15,-1 0-1 16,-3 1 0-16,0-1-1 15,-4-3 0-15,1 0-1 16,-8 3 0-16,-7 4-1 16,-10-4 1-16,-7 7-1 0,-8-4 1 15,-6 0-1-15,-8-2 1 16,8 5 0-16,-1-2 0 16,-6-10 0-16,-8 3 0 15,-3-3 0-15,-4-6 0 16,-3-1-1-16,-4 1 1 15,-3-3-1-15,-7-1 1 0,-8-2-1 16,1 2 0-16,-7-2-1 16,-11-1 1-16,-4 1 0 15,0-1 0-15,1-6 0 16,-11 0 0-16,3 10 0 16,1 0 1-16,3-7-1 15,-11 3 0 1,-84 4 0-1,28 6 0-15,24 3 0 16,4 3 1-16,8 0-1 16,6 0 0-16,7-6 0 15,11 3 0-15,-7 0 0 16,7-3 0-16,10 0 0 16,11 0 0-16,4 0 0 15,-11-1 0-15,7 4 0 16,7 0 0-16,4 4 0 15,10-1 0-15,-10-3 0 16,10 0 0-16,7-3 0 16,0 3 1-16,15-13-2 0,3 10 1 15,7-7 0-15,3 10 0 16,1-6 0-16,-4 9 0 16,3 4 0-16,4 2 0 15,11-9 0-15,-1 6 0 16,15 1 0-16,10-1 0 15,-3-3 0-15,10-6 0 16,15-3 0-16,-4-4 0 16,14 4 0-16,-4-4 0 0,12 4-1 15,6-6 1-15,10 2 0 16,8 1 0-16,11-4 0 16,-4-9 0-16,6-3 0 15,19-9 0-15,0-1 0 16,6-15 0-16,8 6 0 15,-4 0 0-15,-7 7 0 16,-10 2 1-16,-4 10-1 16,-11 0 0-16,-7 9 0 15,-6 4 0-15,-8 2 0 16,-4 1 0-16,-6 3 0 16,-4-1 0-16,0 4 0 15,-3 0 0-15,-11 3 0 16,0 6 0-16,-11 10 0 15,-13 3 0-15,2 9 0 16,-6 4 0-16,-7 2 0 16,-7 0 0-16,-4 1 0 15,-7-4 0-15,-7 1 0 16,-4-1 0-16,1 7 0 0,-8-4 0 16,4 1 0-16,-3-4 0 15,-1-6 0-15,1 0 0 16,-1-3 0-16,8-6 0 15,6-4 0-15,8 1 0 16,13-4 0-16,5-2 0 16,10 2-1-16,10 0 1 0,4 1 0 15,14-1 0-15,14 7-1 16,11 0 1-16,24 6 0 16,4-4 0-16,11-2 0 15,-1-7 0-15,12 4 0 16,9-4 0-16,5 1 0 15,-5 2 0-15,4 1 0 16,-3-1 0-16,0 10 0 16,-4 3 0-16,0 1 0 15,-7-1 0-15,-17 0-1 16,-8 3 1-16,-6-9 0 16,-11 0 0-16,-8-4 0 15,-9 1 0-15,-1-4 0 16,-11-5 0-16,-3-4 0 15,-7-3 0-15,-10 0 0 16,-4 0 0-16,-4-10 0 16,-14 4 1-16,-14-6-1 15,-3-4 0-15,-7 0-1 0,-8-3 1 16,1 4 0-16,-4-13 0 16,-4-1 0-16,-7-8 0 15,1 2-1-15,-4 1 1 16,10 6 0-16,0 2 0 15,4 4 0-15,-3 4 0 16,3 2 0-16,3 0 0 16,11 1 0-16,8-1 0 0,6 0 0 15,11 1 0-15,3-4 0 16,4 0 0-16,10-3-1 16,4 3 1-16,18-3 0 15,6 0 0-15,15-3 0 16,7-9 0-16,10-13-1 15,11-19 1-15,18 6 0 16,17-9 0-16,11 3 0 16,-7 4 0-16,-8 5 0 15,-2 10 0-15,-8 13 0 16,-4 6 0-16,-13 9 0 16,-8 6 0-16,-17 4 0 15,-4 2 0-15,-13 1-1 16,-8 3 1-16,-4 6 0 15,-27 3 1-15,-8 7-1 16,-14 6 0-16,-14 12 0 16,-10 10 1-16,-8 6-1 15,-10 3 0-15,-14 16 0 0,3-3 0 16,11-4 0-16,-7-5 0 16,10-7 0-16,-7 0 0 15,8-7 0-15,6-5 0 16,11-4 0-16,4-6 0 15,13-3 0-15,8 0 0 16,11 3-1-16,6 0 1 16,14 4 0-16,15 2 0 15,14 0 0-15,20 1 0 16,8-4 0-16,7-3 0 0,11-6 0 16,14-3 0-16,13-4 0 15,5-6 0-15,-1 4 0 16,0-4 0-16,-6 3 0 15,9 10 1-15,-9 3-1 16,-8 0 0-16,-11-3-1 16,-13 6 1-16,-8-3 0 15,-10-3 0-15,-3-3 0 16,-12-4 0-16,-2-3 0 16,-8 1 0-16,-4-7 0 15,-13 3 0-15,-8-3 0 16,-6 1 1-16,-11-4-1 15,-15 0 0-15,-17 6 0 16,-14-3 1-16,-7-3-1 16,0-3 0-16,-7-3-1 15,0-7 1-15,-11-3 0 0,8-2 0 16,2-4 0-16,5-7 0 16,6 4 0-16,11-6 0 15,7 6 0-15,-3-10 0 16,14 4 0-16,-4-4 0 15,10-2 0-15,8 2 0 16,18-9-1-16,3-6 1 16,14 0 0-16,7-9 0 15,7-7 0-15,7-10 0 16,18 1 0-16,3 6 0 0,22 0 0 16,-11 6 0-16,14 4 0 15,-11 2 0-15,-3 7-1 16,-7 10 1-16,0 5 0 15,-7 4 0-15,-7 6 0 16,-7 3 0-16,-11 9 0 16,-7-3 0-16,-7 16 0 15,-10 4 0-15,-8 8 0 16,-10 4 0-16,-7 9 0 16,-11 0 0-16,-18 19 0 15,-3-3 0-15,-10 12 0 16,-4 6 0-16,-4 17 0 15,8-4 0-15,-8-3 0 16,-3 0 0-16,10-3 0 16,1-16 0-16,10-6 0 15,0-10 0-15,14-2 0 16,7-7 0-16,14-6 0 0,-3-4 0 16,18 1 0-16,-1 0 0 15,4 6 0-15,14-1 0 16,4 1 0-16,13 7 0 15,15-1 0-15,10-6 0 16,15 0 0-16,-1-13 0 16,15-9 0-16,10-3 0 15,15 0-1-15,-5-3 1 16,-2-1-2-16,-8 14 0 16,-7 8-9-16,-3 14 1 0,10-1-1 15,-25-3 0-15</inkml:trace>
  <inkml:trace contextRef="#ctx0" brushRef="#br0" timeOffset="44451.06">7034 8968 94 0,'-38'-16'47'0,"16"10"-50"0,26 12 48 0,3 13-46 16,11 16 0-16,13 12-2 15,8 6 1-15,11 10 0 16,13 6 1-16,18 3-3 16,14 9 1-16,8 1-1 15,6-1 1-15,22-5 2 16,-4 5 1-16,10 1 2 16,11 9 0-16,11 6 1 15,14-6 0-15,14 0 0 16,3-7 0-16,26-8-2 15,-1-7 0-15,14-10-2 16,11-12 1-16,11-6-1 16,6-6 0-16,8-4 1 15,3 0 0-15,0 1 1 16,4 2 0-16,17-3 1 16,-7-5 0-16,18-5 0 0,0-8 0 15,14-4-2-15,7-15 1 16,3-6-2-16,4-4 0 15,-3-12-1-15,-4 0 1 16,-11 2 0-16,-6 8 0 16,-22-1 2-16,-10 9 1 15,-18 4 1-15,3 6 0 16,-17 3 0-16,0 0 1 16,-4-3-2-16,-3-3 0 0,7-3-1 15,0-10 0-15,0-3-2 16,3-2 1-16,-13-11-1 15,-1 1 1-15,-21-1 0 16,-14 7 1 0,85-12 0-1,-29 5 1-15,-28-5-1 16,-13-4 1-16,-5-9-1 16,-10 0 0-16,-7-4-1 15,-10-5 1-15,-15 2-2 16,-25 4 1-16,-17 6 0 15,-28 3 0-15,-14-6 0 16,-18 3 0-16,-14-3 1 16,-8-4 0-16,-13 1 0 15,-7-10 1-15,-8-6-1 16,-3 4 1-16,-10-8-1 16,-4-2 0-16,-11-3 0 15,-14 6 0-15,-6 6-1 0,-12-3 1 16,-6 9-1-16,-18-6 1 15,-8 10-1-15,-9-10 1 16,-15 3-1-16,-7 4 0 16,-10-4 0-16,-8 3 1 15,-14-2-1-15,-3-4 0 16,-11 0 0-16,-10-3 1 16,0 3 0-16,-8-6 0 0,-10 3-1 15,-7 3 1-15,-10 4 1 16,-1 2 0-16,-10 7-1 15,-14 6 1-15,-8-7-1 16,-6 7 1-16,-11-9-1 16,-7-7 0-16,0-3-1 15,0 0 1-15,3 10-1 16,-6 6 0-16,10 6 0 16,-18 6 0-16,-3 13 0 15,0 3 0-15,-8 16 0 16,12 0 0-16,10 6 0 15,-4 0 1-15,15 3-1 16,-1-3 0-16,15-3 0 16,0 3 0-16,-1 0 0 15,4 6 0-15,-7 6 0 16,8 1 0-16,-1 3 0 16,11 9 0-16,3 3-1 0,-10 3 1 15,17 10 0-15,0-10 0 16,4 1 0-16,14 5 0 15,-7 1 0-15,10-3 0 16,8 2-1-16,-4 13 1 16,0-3 0-16,7 10 1 15,4 6-1-15,6-4 0 16,12 4-1-16,13-7 1 16,7-6-2-16,-3-6 1 15,7 3-3-15,7 0 0 0,11 1-20 16,-11 5 0-16,3 16 1 15,-13-6 0-15</inkml:trace>
  <inkml:trace contextRef="#ctx0" brushRef="#br0" timeOffset="45401.82">22581 14506 102 0,'-21'-32'51'0,"14"7"-52"15,7 25 52-15,0 0-51 16,0 10 1-16,0 18 3 15,0 32 1-15,0 37-5 16,0 44 1-16,0 41 2 16,4 37 0-16,3 7-1 15,0-3 1-15,10-26-6 16,5-37 0-16,-1-25-24 16,3-35 1-16,-2-37-1 15,-5-38 1-15</inkml:trace>
  <inkml:trace contextRef="#ctx0" brushRef="#br0" timeOffset="45655.29">23738 14409 114 0,'-17'-32'57'0,"20"7"-85"0,1 22 114 16,3 3-86-16,0 6 1 0,4 13 1 15,-1 22 1 1,1 31-3-16,-4 31 0 0,-7 35 1 16,-4 16 1-16,-10 19-1 15,0-1 0-15,0-12-6 16,3-22 1-16,1-35-21 16,-1-18 0-16,1-25 0 15,-8-26 1-15</inkml:trace>
  <inkml:trace contextRef="#ctx0" brushRef="#br0" timeOffset="45957.23">23252 14616 109 0,'-25'12'54'0,"-53"4"-77"16,68-19 100-16,-1 9-79 0,4 16 1 15,4 6-1-15,-1 22 1 16,8 13 2-16,3 25 0 16,14-4-1-16,11 4 0 15,6-9 1-15,15-4 0 16,11-9 0-16,-1-19 1 16,1-13-1-16,-4-15 1 15,0-13-1-15,-4-12 0 16,-6-16-3-16,-8-9 1 15,-7-26-10-15,-3-15 1 0,-7-16-1 16,-4 1 0-16</inkml:trace>
  <inkml:trace contextRef="#ctx0" brushRef="#br0" timeOffset="46234.46">24405 13901 114 0,'-53'-13'57'0,"39"19"-70"15,14 1 83-15,7 5-70 16,7 13 0-16,7 16 2 16,8 22 1-16,6 12-3 15,4 19 1-15,-4 28 1 0,-10 7 0 16,-15 9 0-1,-10-6 0-15,-17-1-6 0,-8-12 1 16,-7-18-16-16,-7-26 0 16,8-25 0-16,6-34 0 15</inkml:trace>
  <inkml:trace contextRef="#ctx0" brushRef="#br0" timeOffset="46469.53">25280 14311 124 0,'-18'-3'62'0,"50"3"-86"0,-11-3 106 0,11-6-83 16,10 6 1-16,1-1-2 15,10-2 1-15,0 0-1 16,-4 0 1-16,0-4-5 15,1 4 1-15,-4 3-8 16,-8 3 0-16,-13 12 0 16,-18 13 0-16</inkml:trace>
  <inkml:trace contextRef="#ctx0" brushRef="#br0" timeOffset="46618.64">24825 15017 109 0,'-60'72'54'0,"42"-25"-60"0,25-37 77 15,18-1-72-15,24-3 0 16,26 0-2-16,16-18 0 16,15-10-4-16,21-13 0 15,11-21-2-15,6-19 1 16</inkml:trace>
  <inkml:trace contextRef="#ctx0" brushRef="#br0" timeOffset="46855.67">26427 13781 120 0,'-32'4'60'0,"28"61"-73"0,8-43 85 0,-1 22-72 16,1 16 1-1,-4 106-1 1,0-3 0-16,0 0-4 15,3 0 0-15,4-9-4 16,4-16 0-16,0-19-16 16,-1-22 1-16,4-15-1 15,-3-35 1-15</inkml:trace>
  <inkml:trace contextRef="#ctx0" brushRef="#br0" timeOffset="47191.46">27083 14280 122 0,'-25'-6'61'0,"4"-22"-93"0,21 21 118 16,-4 1-89-16,1 6 1 16,-4 6-1-16,0 7 1 15,-7 12 3-15,3 13 1 16,4 9-3-16,3 9 0 15,12 10 2-15,6 3 0 16,10 0 0-16,19-10 1 16,10-5-2-16,7-13 1 0,0-13-2 15,-1-13 1-15,-6-8-1 16,-10-17 1-16,-12-12 0 16,-9-12 0-16,-12-16-1 15,-17-13 1-15,-7-6-7 16,-11 0 1-16,-13 3-1 15,-8-6 0-15</inkml:trace>
  <inkml:trace contextRef="#ctx0" brushRef="#br0" timeOffset="47506.95">27414 13622 107 0,'50'0'53'0,"-54"-19"-50"15,4 19 61-15,4-3-65 16,6 6 1-16,4 6 3 16,4 4 0-16,10 9-2 0,8 9 0 15,13 13 1-15,7 9 0 16,4 16 0-16,0 6 1 16,-3 10-2-16,-11 6 1 15,-15 6-2-15,-13 13 1 16,-14 6-1-16,-19 0 0 15,-16 3-3-15,-15-6 0 16,-7-6-6-16,-3-10 1 16,6-16-15-16,8-18 1 15,10-13-1-15,21-25 1 0</inkml:trace>
  <inkml:trace contextRef="#ctx0" brushRef="#br0" timeOffset="47698.38">28850 14427 124 0,'50'35'62'0,"-19"-32"-92"16,-6-3 116-16,24-3-88 16,15 0 1-16,14-7-4 15,3 1 0-15,3-7-1 16,-6-6 1-16,7-6-17 15,-11-3 1-15,-7-4 0 16,-14-5 1-16</inkml:trace>
  <inkml:trace contextRef="#ctx0" brushRef="#br0" timeOffset="47943.8">29196 13772 108 0,'-46'-9'54'0,"32"24"-74"0,21-12 97 15,0 13-75-15,4 9 1 16,6 19 3-16,8 22 1 16,7 22-8-16,3 6 0 0,0 12 4 15,1 10 0-15,6-6-5 16,0-3 0-16,11-4-12 16,0-15 1-16,-4-16-1 15,-3-18 0-15</inkml:trace>
  <inkml:trace contextRef="#ctx0" brushRef="#br0" timeOffset="48169.51">30346 13719 122 0,'0'-19'61'0,"25"10"-80"15,-8 12 93-15,4 0-74 16,8 9 0-16,6 10 1 16,-3 16 0-16,-1 21-2 0,-2 29 1 15,-5 10 0-15,-6 11 0 16,-4 7-4-16,-7 7 0 16,0-17-11-16,-7-12 1 15,0-9-1-15,-3-25 1 16</inkml:trace>
  <inkml:trace contextRef="#ctx0" brushRef="#br0" timeOffset="48402.98">31041 13697 122 0,'0'-19'61'0,"7"0"-83"0,0 22 97 0,0 7-77 15,4 2 1-15,-1 10-1 16,4 13 0-16,0 12 2 16,1 22 1-16,-1 15-2 15,0 14 0-15,0 2-3 16,-3 3 0-16,-1 7-13 16,1-16 1-16,3-15-1 15,-4-26 1-15</inkml:trace>
  <inkml:trace contextRef="#ctx0" brushRef="#br0" timeOffset="48746.81">31507 13364 122 0,'-25'-28'61'0,"-14"-13"-86"0,36 35 105 16,-1 0-82-16,1 3 0 16,3 3 1-16,7 6 0 15,7 3 2-15,17 13 0 16,8 10-1-16,14 8 0 0,7 17 1 16,14 6 0-16,-7 15 0 15,-7 7 0-15,-14 21-1 16,-18 1 1-16,-21 3-1 15,-24 6 1-15,-22-7-4 16,-10 4 0-16,-15-12-14 16,-7-13 1-16,-3-7-1 15,-3-21 1-15</inkml:trace>
  <inkml:trace contextRef="#ctx0" brushRef="#br0" timeOffset="51862.95">25926 13455 113 0,'-60'-34'56'0,"42"46"-55"0,14 4 56 0,1 19-55 15,-4 27 0-15,-4 39 0 16,1 55 1-16,-1 58-4 16,8 33 0-16,13 45 1 15,18 3 1-15,36-19-2 16,31-47 0-16,25-44-5 15,39-41 0-15,24-50 0 16,29-44 1-16</inkml:trace>
  <inkml:trace contextRef="#ctx0" brushRef="#br0" timeOffset="52246.69">32099 12690 126 0,'28'-88'63'0,"11"26"-75"0,-25 55 82 0,8 14-71 16,6 8 0-16,7 20 0 16,4 18 0-16,0 32 1 15,-11 28 1-15,-14 28-1 16,-21 28 0-16,-18 19 0 15,-21 26 0-15,-17-1-6 16,-11 0 0-16,-11-15 0 16,-3-20 0-16</inkml:trace>
  <inkml:trace contextRef="#ctx0" brushRef="#br0" timeOffset="52582.69">26271 16136 125 0,'-31'0'62'0,"129"-56"-72"0,-31 34 77 16,53-9-67-16,60-10 0 0,64-3-1 16,52-16 1-1,60-12 0-15,39-12 0 0,25-7 0 16,18-6 0-16,-8-7 0 16,-17 13 0-16,-32 10-2 15,-42 8 0-15,-40 20-11 16,-52 6 0-16,-49 9 0 15,-57 4 0-15</inkml:trace>
  <inkml:trace contextRef="#ctx0" brushRef="#br0" timeOffset="52896.56">27259 16368 114 0,'-10'-12'57'0,"151"-101"-72"0,-81 75 81 16,42-15-66-16,28-16 1 15,33 0 0-15,24-6 1 16,17 3-1-16,15 6 0 15,10 3 1-15,-10 16 0 16,-7 0-1-16,-15 9 1 16,-10 7-5-16,-31 3 1 0,-15 0-19 15,-21-4 0-15,-25 4-1 16,-25-6 1-16</inkml:trace>
  <inkml:trace contextRef="#ctx0" brushRef="#br0" timeOffset="53447.7">28035 16290 111 0,'57'-25'55'0,"38"-22"-76"16,-53 31 96-16,22-6-76 16,13-3 1-16,8-3-1 15,3 3 1-15,-14-6 0 0,-7 9 0 16,-7 3 0-16,-14 3 1 16,-14 7 1-16,-14-4 1 15,-8 7-1-15,-10 0 1 16,-7 3-2-16,-11-1 0 15,-10 4 1-15,-7 0 0 16,-4 0-2-16,0 4 0 16,-3-1 0-16,3 0 1 15,7 3 0-15,4 3 1 0,7-2-2 16,3 2 1-16,11-3-1 16,4 4 1-16,6-1-1 15,8 1 1-15,3 2-1 16,4 4 0-16,-1 15 0 15,1 10 1-15,3 25-1 16,-7 28 1-16,0 31-1 16,-10 26 1-16,-11 31-1 15,-14 6 1-15,-11 3-1 16,-7-6 0-16,-7-19 0 16,-3-18 0-16,3-26-1 15,0-25 1-15,0-18-4 16,0-26 1-16,-3-22-8 15,-7-18 1-15,-1-19 0 16,1-19 0-16</inkml:trace>
  <inkml:trace contextRef="#ctx0" brushRef="#br0" timeOffset="54069.95">29898 16616 114 0,'-18'32'57'0,"-56"-51"-76"0,60 6 75 0,-14 1-58 15,-4-1 1-15,-3-6 2 16,-15 1 1-16,1-1-1 15,0 0 1-15,3 0 2 16,7 0 0-16,7 4 1 16,11-1 1-16,11 3-2 15,13-2 0-15,15 2-1 16,17-6 0-16,21 4-3 16,11-1 0-16,15 0-1 15,-1 10 1-15,3 12-1 16,-6 7 1-16,-7 6-1 15,-11 15 1-15,-15 13-1 16,-23 19 1-16,-22 19-2 16,-25 15 1-16,-21 7-1 15,-25 2 1-15,-10-2-1 16,-14-10 1-16,-4-9-1 0,-7-13 0 16,4-21 0-16,0-11 1 15,17-21-1-15,8-9 0 16,10-10 0-16,14-12 0 15,14-7 1-15,14-3 0 16,22-3 1-16,13 3 1 16,18 7 0-16,18 9 0 15,21 12 0-15,21 13 0 16,25 16 0-16,25 9 1 0,10 0-1 16,11 0 0-16,3-13-4 15,-14-9 0-15,-14-15-14 16,-28-10 0-16,-21-10 0 15,-25-11 0-15</inkml:trace>
  <inkml:trace contextRef="#ctx0" brushRef="#br0" timeOffset="54770.47">28815 16011 103 0,'-18'-6'51'0,"-28"-32"-61"16,39 29 82-16,4-4-72 0,3-6 0 16,14 1 1-16,11-1 0 15,13 6 0-15,19 1 0 16,17 2 1-16,28 4 1 15,15 3 0-15,10 0 0 16,7 0-1-16,3-4 0 16,-3 1-1-16,-17-3 0 15,-15 5-1-15,-17 1 0 16,-22 0-1-16,-20 3 0 16,-22 6 0-16,-21-2 0 0,-28 2-1 15,-22 3 1-15,-24 4-1 16,-28-1 1-16,-11 4 0 15,-14-3 0-15,-4-4 0 16,-10-3 0-16,18-3 0 16,10-3 1-16,14-3 0 15,11 0 0-15,21 3 1 16,10-6 1-16,12 9 0 16,9-3 1-16,8 3-1 15,7-3 0-15,10 6 0 16,1 1 0-16,3 8-2 15,-4 10 1-15,4 10-1 16,0 18 1-16,7 26-1 16,0 15 1-16,0 22-1 15,0 22 0-15,0 9 0 16,0 19 0-16,0 4-1 0,0-10 1 16,-4-19-1-16,1-3 1 15,-1-16 0-15,-3-12 0 16,-3-16-1-16,-1-16 1 15,-6-6-1-15,-5-6 1 16,-6-13-2-16,-11-9 1 16,-14-6 0-16,-3-10 0 15,-8-12-2-15,-6-13 1 16,-1-19-17-16,1-31 1 16,3-34 0-16,0-23 1 15</inkml:trace>
  <inkml:trace contextRef="#ctx0" brushRef="#br0" timeOffset="60414.53">7588 8827 60 0,'-7'-6'30'0,"-14"6"-24"0,14 0 31 0,0 6-33 15,-14 3 1-15,0 1 4 16,-1 2 1-16,1 4-12 16,0 0 1-16,0-1 7 15,7 1 1-15,0 3-3 16,7-7 1-16,10-5-2 16,25-4 0-16,11-6 0 15,18-7 0-15,6-2 0 16,32-1 1-16,25 1-2 15,14 5 1-15,25 4-1 16,14 0 1-16,7 0-2 16,21-3 0-16,-7-4-1 15,28 7 0-15,-10-9 0 0,7-4 0 16,10 0 0-16,-10 4 0 16,10 2 0-16,-14 10 1 15,-3 3-1-15,0 10 1 16,-25 3-1-16,-11 2 1 15,-7 1-1-15,-6-6 0 16,-15-7 0-16,-11-9 1 16,-10-3-1-16,7-7 0 15,-17-3 1-15,-15 4 0 0,-10-4 0 16,-15 4 0-16,-10-1 0 16,-7 4 0-16,-7-10-1 15,-7 9 1-15,-4 1-1 16,-3 0 1-16,-7-1-2 15,-4 7 1-15,-3 3 0 16,-4 0 0-16,0 6 0 16,-3 4 0-16,-4-4 0 15,-3 10 0-15,-4-7 0 16,-7 4 0-16,-4-4 0 16,-6 0 1-16,-12-2 0 15,-13-4 1-15,-4-3 0 16,-14-3 0-16,-21-7 0 15,-21 7 0-15,-14-9-1 16,-18 12 1-16,-18 0-2 16,-3 3 1-16,-14-6-2 15,-22 3 1-15,1 3 0 0,-22 0 0 16,-3-9 0-16,-4 6 0 16,-6 3 0-16,9 12 0 15,-13 7 0-15,11 10 0 16,13 2 0-16,4 7 0 15,7-3 0-15,14-10 0 16,0-3 0-16,4-12 0 16,10-4-1-16,22-12 1 15,-8-3 0-15,0 2 0 16,8 1 0-16,17 6 1 0,10 4-1 16,5 2 0-16,9 4 0 15,5-4 0-15,13 4 0 16,11-7 1-16,11 0-2 15,10-9 1-15,10-6 0 16,12-4 0-16,13-9 0 16,15-3 0-16,13-3-1 15,12 0 1-15,6-1 0 16,11 4 0-16,0 6 0 16,10 4 0-16,15 5 0 15,27 10 0-15,8 0 0 16,25 7 0-16,13 8 0 15,8 7 0-15,17 6 0 16,11 4 0-16,0-4 0 16,11-6 0-16,3 6 0 15,-4 0 0-15,11 1 0 16,0-4 0-16,0 0 0 0,8 0 0 16,-8 0 0-16,-7 0 0 15,0-6 0-15,-11-7 0 16,-10-2 0-16,-4-10 0 15,-3-3 0-15,-14-4 0 16,-11-8 0-16,7-4 0 16,-7 0 0-16,-14 0 1 15,-7 4-1-15,0-4 0 16,-11 6 0-16,-3 4 0 0,-14 3 0 16,-7-7 0-16,-15 4 0 15,-13-7 0-15,-8 7 0 16,-14-4 0-16,-3 0 0 15,-11 4 0-15,-3-3 0 16,-4 2 0-16,-3 1 0 16,-8 2 1-16,-6 1-1 15,-8 3 0-15,-3 3 0 16,-14 0 0-16,-8-6 0 16,-9-4 0-16,-15-5-1 15,-11-4 1-15,0-3 0 16,-6 3 0-16,-18-3 0 15,-11 6 1-15,-4 1-1 16,-13 5 0-16,-8 7 0 16,-10 10 0-16,0-7 0 15,-10 6 0-15,-8-6-1 16,7 0 1-16,-21-6 0 0,4-1 0 16,14-5-2-16,-8 5 1 15,-2 4 1-15,2 13 0 16,8-7 0-16,3 13 0 15,1 2 0-15,-1 1 0 16,11-3 1-16,-4 0 0 16,4-10-1-16,4-6 0 15,6 0 0-15,-3-3 0 16,-4 0 0-16,8-4 0 0,10 14 0 16,7-1 0-16,-18 0 0 15,12 3 0-15,6 1 0 16,10-4 0-16,5-3 0 15,-5-6 0-15,4-3-1 16,4-4 0-16,4-2 1 16,6-4 0-16,7 1 0 15,11 2 0-15,7 0 0 16,4 4 0-16,6 3 1 16,12 6 0-16,2-3-1 15,12 3 0-15,13-7 0 16,8 4 0-16,10-3 0 15,10 0 0-15,4-1 0 16,11 1 0-16,18 3-1 16,17 0 1-16,14 6-1 15,7 6 1-15,11 4 0 16,21 0 0-16,10 2-1 16,-3 1 1-16,18 3-1 15,10 3 1-15,-3-7 0 0,10-2 1 16,4-4-2-16,-4 1 1 15,7-1 0-15,8-3 1 16,-11 1-2-16,3-1 1 16,0-3 0-16,1 3 0 15,-8 1 0-15,-3-4 1 16,-1 3-2-16,-2-6 1 16,-19 0 0-16,1-3 0 15,-1-3 0-15,1-4 0 0,-15 1-1 16,-3-1 1-16,0 1 1 15,7 3 0-15,-10 3-1 16,-8 3 1-16,-3 3-1 16,0 3 0-16,-8 0 1 15,1 4 0-15,-3-1-1 16,-12-6 0-16,1-3 0 16,-8 0 0-16,5-3-1 15,-5 0 1-15,-3 0 0 16,-3 3 0-16,-8 3 0 15,1 0 0-15,-11 6 0 16,-7-5 1-16,-4 2-1 16,-7 0 0-16,-3-3 1 15,-4-3 0-15,0 0-1 16,1 0 1-16,-1-3-1 16,0-3 0-16,-3 0-12 15,-1-10 0-15,-2-12-1 0,-8-13 1 16</inkml:trace>
  <inkml:trace contextRef="#ctx0" brushRef="#br0" timeOffset="65069.8">7077 8764 28 0,'0'13'14'0,"-14"6"4"15,7-16 15-15,3 0-27 16,1 0 0-16,-1-6 4 15,0 3 0-15,1-3-12 16,-4 0 0-16,0 3 8 16,7 0 1-16,-11 0-3 15,11 0 0-15,-10 0-2 16,3 0 0-16,0 0 0 0,3 6 0 16,-3-6 0-16,3 3 0 15,1-3 0-15,-1 0 0 16,4-3-1-16,-3 0 1 15,3-4-1-15,0 7 0 16,3-6-1-16,-3 3 0 16,0 3 0-16,0 0 1 0,4-6-1 15,-4 6 0 1,7-7 0-16,-4 4 0 0,8-3 0 16,-7 3 0-16,3 3 0 15,-7 0 0-15,10 0 0 16,1-3 0-16,-8 3 0 15,-3 0 0-15,7 0 0 16,-7 0 0-16,0 0 0 16,0 3 0-16,-3 0 0 15,-4 0 0-15,7 3 0 16,-11-2 0-16,11-1 0 16,0 3 0-16,-7-6 0 15,4 3 0-15,3 0 0 16,0-3 0-16,0-3 0 15,-7 0 0-15,3 0 0 16,-3 3 0-16,7-3-1 16,0 3 1-16,0-3-4 15,0 3 1-15,0 0-3 16,7 0 0-16,4-7-5 16,-1 1 1-16,4 3-4 0,0 0 0 15,1 0 1-15,-8-7 1 16,3 4 2-16,-3-3 0 15,-3-1 4-15,-4-2 1 16</inkml:trace>
  <inkml:trace contextRef="#ctx0" brushRef="#br0" timeOffset="66570">7073 8921 53 0,'-32'3'26'0,"15"7"-16"16,10-10 26-16,3-7-32 15,-6 4 1-15,-4 0 2 16,-4-3 1-16,11-4-10 15,-4 4 1-15,1-10 6 16,-1 1 0-16,15-10-2 16,3-4 1-16,-4-5-2 15,8-7 0-15,-1-6 0 16,1-3 1-16,0-7-1 16,3 7 0-16,0 3 0 15,3-3 1-15,1-3-1 0,3-4 0 16,0 4-1-16,-3-10 1 15,3-9-1-15,4-3 0 16,3 0 0-16,4-7 1 16,0-9 0-16,-8 22 1 15,22-47 0-15,4 3 0 16,2-3-1-16,1 0 1 16,0-12-2-16,7-7 1 0,11-6-2 15,21-16 1-15,6 3-1 16,5 4 0-16,-5-10 0 15,8-6 1-15,14 6-1 16,4 9 0-16,-8-9 0 16,4 10 0-16,11 5 0 15,-4 20 1-15,-4-10-1 16,4-9 0-16,14 9 0 16,7 13 0-16,-14-4 0 15,11-18 0-15,3 12-1 16,0 7 1-16,-10 9 0 15,-4 3 1-15,14-6-1 16,-10 6 0-16,-4 10 0 16,3 5 1-16,12 1-1 15,-12-6 1-15,4-7-1 16,14 10 0-16,-3-4 0 16,-7 10 1-16,-4 0-1 15,14 6 0-15,-10 3 0 16,-18 7 0-16,0 0 0 0,0 21 1 15,-7-2-1-15,-11 15 0 16,-17 0 0-16,-8 6 0 16,-13 10 0-16,-11-7 0 15,-11 10 0-15,-6 3 1 16,-8-3-2-16,-7 10 1 16,-7 2 0-16,-3 4 0 15,-4-1 0-15,-7 1 0 0,-7 3 0 16,-7-1 0-16,-3 4 0 15,-5-6 0-15,-9-1 0 16,-8 1 0-16,-7 0 0 16,-7 2 0-16,-3 4-1 15,0 3 1-15,-1 10 0 16,4-1 1-16,0 0-2 16,11 10 1-16,7-9 0 15,7 5 0-15,10-5 0 16,11-1 0-16,11 1-1 15,10-1 1-15,18-3 0 16,7 4 1-16,6 8-1 16,-6 1 0-16,-7-3 0 15,-4 6 0-15,-6 3 0 16,-8 13 0-16,-7 6 0 16,-11 6 0-16,-6 0 0 15,-11 16 0-15,-14 6-6 0,-15 0 1 16,-6 16-20-16,-4 22 1 15,-4-4-1-15,-17-15 0 16</inkml:trace>
  <inkml:trace contextRef="#ctx0" brushRef="#br0" timeOffset="68084.36">7246 8959 80 0,'-21'-7'40'0,"0"-11"-32"15,17 18 41-15,1-7-48 16,-1 7 1-16,4 7-1 15,0-1 1-15,0 6-3 16,0 10 0-16,4 10 2 16,-1 5 0-16,1 7-1 15,-1 6 0-15,-3 10 0 16,0 9 0-16,0 9 0 16,4 10 1-16,6 6 0 0,1 13 0 31,60 100 1-16,-8-10 0-15,11-2 0 0,-3-23 0 16,-11 1-1-16,10-1 1 16,1-12-1-16,28 0 0 15,3 3-1-15,-3 10 1 16,10-10 0-16,25 6 0 16,4-3 0-16,6 3 0 15,15-2-1-15,-7-4 1 16,-1-7-1-16,19-18 1 0,-12 0-1 15,-2-9 1-15,-8 0-1 16,21-7 0-16,-7-3 0 16,1 13 1-16,17 3-1 15,0 6 1-15,-11-10-1 16,14 11 1-16,-6-11-1 16,-15-15 1-16,-3-12-1 15,3-13 0-15,-14-13 0 16,-10-3 1-16,-1-12-1 15,8-3 0-15,-7-4 0 16,-15 7 0-16,8-1 0 16,-4-5 0-16,-7-10 0 15,-11-6 0-15,-14-7 0 16,-3-12 0-16,-11 3 0 16,-7-9 0-16,-3-4 0 15,-8 1 0-15,-3-4 0 16,-3 1 0-16,-5 2 0 15,-6-5 0-15,-7-1 0 0,-7-3 0 16,-7 0 0-16,-8-3 0 16,-6-3 0-16,-8-6 1 15,-6-4-1-15,-11-6 0 16,-7 0 0-16,-4-2 0 16,-3-1 0-16,-4 0 0 15,0 0 0-15,0 0 0 16,-6-10 0-16,2 1 0 15,5-3 0-15,-1-4 0 0,-7-3 0 16,4 7 0-16,-1 5 0 16,1-5 0-16,-7 12-1 15,3 0 1-15,0 6 0 16,4 7 0-16,3 3 0 16,7 3 0-16,8-1 0 15,3 4 1-15,0 4-1 16,14 2 0-16,14 6 0 15,7 1 0-15,7 9 0 16,4 3 1-16,7 9-1 16,-1 13 0-16,1 7 0 15,0-1 0-15,-4-3 0 16,-3 0 0-16,-7 7 1 16,-8-4 0-16,-9 13 0 15,-12-3 0-15,-7 6 0 16,-3-7 1-16,-10-2-2 15,-12-10 0-15,-13 0-7 16,-15-12 0-16,-10-13-1 0,0-16 1 16</inkml:trace>
  <inkml:trace contextRef="#ctx0" brushRef="#br0" timeOffset="68891.47">9747 12226 100 0,'7'13'50'0,"18"15"-51"16,-14-22 50-16,3 7-49 15,7 5 0-15,7 14-1 16,7-4 1-16,15 7 0 16,17-1 0-16,-4 1 1 15,1-4 0-15,-11 7 0 16,-7-1 0-16,-11 1 1 15,-18 12 0-15,-9 3-1 16,-12-3 1-16,-24 7-4 0,-11-7 1 16,-10-12-11-16,-4-13 1 15,-7-6-2-15,-4-19 1 16</inkml:trace>
  <inkml:trace contextRef="#ctx0" brushRef="#br0" timeOffset="69316.08">9927 11994 88 0,'14'6'44'0,"18"-6"-45"0,-14 0 59 0,-4 7-57 16,7-7 0-16,0 0 1 15,18-4 0-15,0 1-3 16,0-6 0-16,-1 0 2 15,1-1 0-15,-7-2 0 16,-4 5 0-16,-7 7 0 16,0 10 0-16,-6 15 1 15,-5 19 0-15,-3 15-1 16,-3 7 1-16,3 6-1 16,0-9 1-16,0-10-2 15,0-9 0-15,11-9-1 16,-1-13 1-16,4-10-1 15,4-9 0-15,3-12 0 16,4-10 1-16,3-6 0 16,8-16 1-16,-5 0-1 0,-2-6 1 15,-8-9 0-15,-10-4 0 16,-18 7-1-16,-11 3 1 16,-7 6-3-16,-6 10 1 15,-8 2-9-15,0 20 0 16,0 12-14-16,4 6 1 15,4 3 0-15,9-2 0 16</inkml:trace>
  <inkml:trace contextRef="#ctx0" brushRef="#br0" timeOffset="69537.11">11084 11640 79 0,'78'-10'39'0,"42"-2"-46"0,-92 12 77 0,7-7-66 16,-3 17 1-16,-4-1 1 15,1 7 0-15,-12 6-9 16,-3 6 1-16,-7 13 5 16,0 6 0-16,-3 3-3 15,-8 7 0-15,1 5-6 16,-4 4 0-16,-4-6-11 16,1-10 1-16,-4-9-1 15,-11-10 1-15</inkml:trace>
  <inkml:trace contextRef="#ctx0" brushRef="#br0" timeOffset="69726.92">11084 11991 97 0,'-17'3'48'0,"-5"-25"-65"0,19 16 84 16,3-4-68-16,3 1 0 15,5 0-14-15,2-4 0 16,11-3 15-16,7 1 1 16</inkml:trace>
  <inkml:trace contextRef="#ctx0" brushRef="#br0" timeOffset="69846.22">11709 11897 95 0,'35'41'47'0,"-14"-1"-50"16,-14-33 61-16,0 2-59 15,-3 4 0-15,-1-1-19 16,-3 1 0-16,-3-7 20 16,-4-6 1-16</inkml:trace>
  <inkml:trace contextRef="#ctx0" brushRef="#br0" timeOffset="70709.71">8460 3988 60 0,'-25'-12'30'0,"-21"-10"-14"0,35 12 23 16,1 7-36-16,-1 3 1 0,4 0 1 16,0 3 0-16,7 10-7 15,4 3 0-15,17 2 4 16,4 1 1-16,28 3-3 15,-1-6 1-15,8 6-1 16,0 3 0-16,0 3 0 16,-7 4 0-16,-3 11 1 15,-15 8 0-15,-7-4 0 16,-7 3 0-16,-14 6 0 16,-7-2 1-16,-3-4-3 15,-8-3 1-15,-6-13-11 16,-1-5 1-16,-7-14-1 15,-6-9 0-15</inkml:trace>
  <inkml:trace contextRef="#ctx0" brushRef="#br0" timeOffset="71103.92">8520 3910 83 0,'10'-41'41'0,"50"10"-49"0,-39 18 63 16,8-6-56-16,2-2 1 15,8-8 0-15,0-5 1 16,3-7-1-16,4-3 0 0,-4 3 0 16,-3 1 0-16,-11 11 0 15,-10 11 1-15,-7 11 0 16,-8 17 0-16,-6 15 0 15,-4 16 0-15,0 9 0 16,-4 9 1-16,7 10-1 16,4 3 0-16,8 1-2 15,6-20 1-15,10-9-1 16,5-13 1-16,2-15-1 16,1-16 1-16,0-16 0 15,0-6 0-15,-11-9 2 16,0-4 1-16,-7-5-1 15,-14-4 1-15,-7 3-1 16,-7 3 0-16,-7 7-7 16,-4 0 0-16,4 5-1 15,3 4 0-15</inkml:trace>
  <inkml:trace contextRef="#ctx0" brushRef="#br0" timeOffset="71383.74">9786 3026 95 0,'-11'-22'47'0,"11"19"-48"0,0 6 58 16,-3-3-57-16,-1 12 0 16,-3-9-1-16,0 13 1 0,4-7 0 15,-1 1 0-15,4 6 0 16,0 2 0-1,-3 14-3-15,-1 8 0 0,1 14-6 16,3 9 0-16,10 9-12 16,1-7 1-16,-1-5-1 15,5-10 1-15</inkml:trace>
  <inkml:trace contextRef="#ctx0" brushRef="#br0" timeOffset="71578.94">9603 3320 82 0,'-18'13'41'0,"-7"-22"-61"16,25 9 79-16,0 0-95 0,11 6 1 15,10 3-1-15,0-15 1 16</inkml:trace>
  <inkml:trace contextRef="#ctx0" brushRef="#br0" timeOffset="71691.84">10171 3305 84 0,'-32'-3'42'0,"32"56"-61"0,-7-34 80 0</inkml:trace>
  <inkml:trace contextRef="#ctx0" brushRef="#br0" timeOffset="74649">13250 9043 87 0,'-28'25'43'0,"10"0"-35"16,18-18 43-16,0-1-49 15,0-3 1-15,0-3 0 16,4-3 1-16,3-10-5 16,0 4 1-16,7-16 2 15,11-6 1-15,7-10-2 16,3-6 1-16,18-7-1 16,10 1 0-16,4-6 0 15,7-7 0-15,18-13 1 16,21-8 0-16,7-8 0 15,11-8 1-15,17-16-1 0,7-10 0 16,11-2 0-16,14-11 0 16,0-11-1-16,17-1 1 15,8 4-2-15,-1-13 0 16,12-4 1-16,-8 7 0 16,-4-3-1-16,1 13 0 15,-8-4 0-15,-10 13 0 16,0-6 1-16,-7 12 0 0,-14-3-1 15,0 12 1 1,0 10-1-16,-18-3 0 0,-3 3 0 16,-4 6 0-16,-4 7 0 15,-10 15 1-15,-17 7-1 16,-5 2 0-16,-9 10 0 16,-8 7 0-16,-11 5 0 15,-2 4 0-15,-12 9 0 16,-6 6 1-16,2 7-1 15,-9 0 0-15,-4 2 0 16,-7 4 1-16,-4 0-1 16,-3 0 0-16,-1 0 0 15,-2 3 0-15,-5 3 0 16,-3 4 0-16,-3-1 0 16,0 3 1-16,-4-2-1 15,-4 2 0-15,1 4 0 16,-4 2 0-16,-3 1 0 15,-4 3 0-15,-4-6 0 16,-7 2 0-16,-3 7 0 0,-7-3 0 16,-7 3 0-16,-7 0 0 15,-8 3 0-15,-17 4 0 16,-3 2 0 0,-8-3 0-16,-6 7-1 0,-4 6 1 15,-1 6 0-15,-2-6 0 16,-4 6 0-16,-1-7 0 15,12 4 0-15,3 0 0 16,10-9 0-16,11-1 1 0,7 1-1 16,11-13 0-16,10 0-1 15,11-9 1-15,11-4 0 16,13-3 0-16,15 1 0 16,14-7 0-16,14 0 0 15,14-3 0-15,7 3 0 16,11 3 0-16,3-3 0 15,3 0 0-15,8 3 0 16,-7 0 0-16,-4 4 0 16,-10 5 0-16,-8 4 0 15,-3 3 0-15,-7 6 0 16,-7 6 0-16,-7 4 0 16,-11 3 1-16,-6 6-1 15,-5 0 0-15,-10 9 0 16,-7 0 0-16,-10 10 0 15,-8 3 1-15,-6 9-1 16,-4 4 0-16,-1 2 0 16,-6 4 1-16,-4 0-1 0,4 3 0 15,3-7-1-15,1-12 0 16,3-6-7-16,-1-7 0 16,5-8 0-16,-4-5 0 15</inkml:trace>
  <inkml:trace contextRef="#ctx0" brushRef="#br0" timeOffset="75798.05">19272 4283 96 0,'46'-22'48'0,"-32"25"-46"15,-14-3 47-15,0 0-47 16,0 3 1-16,-7 4 1 16,-3 5 0-16,-8 7-5 15,-3 6 0-15,-11 10 4 16,-7-4 0-16,-17 16-1 15,-15 9 0-15,-13 13 0 16,-19 0 0-16,-17 16 0 0,-14 15 0 16,-3 13-1-1,-22 0 1-15,-7 16-1 0,0-10 1 16,-17 16-1-16,3-13 0 16,4 4-1-16,-15-4 1 15,4 10-1-15,0-4 0 16,-7 1 0-16,7 12 0 15,4 3-1-15,-8 3 1 16,11 4 0-16,4 6 0 16,-1-4 1-16,5-2 0 0,6-4-1 15,4 1 1-15,3-7 0 16,0-10 1-16,14 1-2 16,-3-3 1-16,0-7-1 15,14-12 0-15,14-4 0 16,7-5 0-16,7-7 0 15,8 6 0-15,2-6-1 16,15-6 1-16,11-3 0 16,10-16 0-16,7-13 0 15,3-9 0-15,15-9-1 16,7-7 1-16,7-9 0 16,7-3 0-16,10-16-1 15,4-3 0-15,14-19 1 16,11-6 0-16,14-12 0 15,14-14 0-15,17-14 0 16,8-14 0-16,10-12 1 16,14-12 0-16,15-16-2 15,10-7 0-15,7 1 1 0,21-10 0 16,4-3 0-16,6 0 0 16,15 3-2-16,0-12 1 15,18-4 2-15,-4 7 1 16,3 3-2-16,-3-7 0 15,11-8 0-15,-7 8 0 16,6-5 1-16,-6-4 1 16,3 0-2-16,-4 13 0 0,-17-4 0 15,0 7 0-15,0 6 0 16,-18 16 0 0,-3 0 0-16,-4 9 0 0,-3-3-1 15,-11 13 1-15,0 0 0 16,-3-7 0-16,-8 7-1 15,-10 6 1-15,-10 0-1 16,-15 18 0-16,-14 4 0 16,-10 19 0-16,-11 3 0 15,-11 9 1-15,-7 10-1 16,-6 2 0-16,-8 11 0 16,-7 2 1-16,-3 3-1 15,-4 4 1-15,-7 3-1 16,0-4 1-16,-7 10 0 15,0 0 0-15,-4 3 0 16,1 4 0-16,-1-4 0 16,4 3 0-16,0-6 0 15,0 6 0-15,0-2 0 16,0-1 0-16,-3 0-1 0,-4 0 1 16,-7 3-14-16,-7 4 1 15,-18-10-1-15,-7 0 0 16</inkml:trace>
  <inkml:trace contextRef="#ctx0" brushRef="#br0" timeOffset="76413.91">14771 7961 106 0,'3'4'53'0,"15"-30"-50"0,-7 26 53 0,3 7-56 16,7 5 1-16,7 13 0 15,7 13 1-15,11 18-3 16,-3 23 0-16,6 15 1 16,-3 9 0-16,-14 13-1 15,-15-3 0-15,-10-3-1 16,-7-19 1-16,-10-9-11 16,-4-20 1-16,-4-18 0 15,-3-25 0-15</inkml:trace>
  <inkml:trace contextRef="#ctx0" brushRef="#br0" timeOffset="76707.35">15720 7783 99 0,'28'44'49'0,"-17"-13"-51"0,-4-25 67 15,-4 10-63-15,4 6 0 16,4 19-1-16,-4 6 1 0,0 15-4 16,-4 7 0-16,5 3-3 15,-1 1 1-15,0-11-8 16,0 1 1-16,0-16-14 15,-4-9 1-15,-3-16 0 16,-3-16 1-16</inkml:trace>
  <inkml:trace contextRef="#ctx0" brushRef="#br0" timeOffset="77155.67">15554 7958 95 0,'-14'0'47'0,"7"3"-67"16,3 1 98-16,1-4-78 16,-4 3 1-16,-4 3-1 15,1 3 0-15,-1 7-1 16,4 0 1-16,3 9 0 0,1 0 0 16,3 3 0-16,7 10 0 15,7-1 0-15,11-2 0 16,3-4 1-16,7-6 0 15,8-12 0 1,6-7 0-16,-3-9 0 0,3-13 0 16,4-9-1-16,0-6 1 15,7-10-1-15,0-9 0 16,3-3 0-16,1-7 0 16,-8 10 0-16,-6 9 0 15,-8 16 0-15,-3 12 1 0,-11 13 0 16,0 10 0-16,-6 15 0 15,-1 13 1-15,3-4-1 16,-13 7 0-16,7 12-1 16,-8 0 1-16,-3 1-2 15,-7-1 1-15,-7-3-2 16,-3 7 1-16,-8-13-9 16,-7-7 0-16,1-9 0 15,-12-15 0-15</inkml:trace>
  <inkml:trace contextRef="#ctx0" brushRef="#br0" timeOffset="77543.34">16379 7551 95 0,'32'6'47'0,"39"-9"-51"0,-47 0 60 15,12-1-56-15,3-2 0 16,6-6 0-16,8 2 1 16,-10-2-2-16,-1-4 1 15,-7 3 0-15,-6 7 1 16,-8-3 0-16,-4 12 0 0,-6 9 1 16,-1 17 1-16,-2 11-1 15,-1 11 0-15,0 2-1 16,3-6 1-16,8-13-3 15,-1-8 1-15,8-20-1 16,3-19 0-16,1-18-1 16,2-10 1-16,1-12 1 15,-4-7 0-15,-10 1 1 16,-11 5 0-16,-14 7-5 16,-11 16 1-16,-13 12-1 15,-33 25 0-15</inkml:trace>
  <inkml:trace contextRef="#ctx0" brushRef="#br0" timeOffset="80833.78">19360 4205 96 0,'29'3'48'0,"-12"-16"-47"16,-10 13 48-16,-3-6-50 15,-1 3 0-15,-3 3 0 16,-3 0 0-16,-8-10 1 15,-3 4 1-15,-3-6-1 16,-1-1 0-16,0-6 1 0,-6 4 1 16,-5-17 1-16,1 1 0 15,-4 0 0-15,-3-4 0 16,-11 7-1-16,-7-7 1 16,-7 1-2-16,-3 6 0 15,-15-4-1-15,1 7 0 16,-12 0 0-16,5-6 0 15,-4-1 0-15,-1-2 0 16,-6-26 0-16,0-6 1 0,0 4-1 16,-4-7 1-16,-7 3 0 15,-7 3 0-15,-3 0-1 16,-11 4 1-16,-4 2-1 16,-6 7 0-16,-5 3 0 15,-2-6 1-15,-1 9-2 16,4 3 1-16,-4-6 0 15,4 0 0-15,-3-3 0 16,-4-3 0-16,-1 6 0 16,1-3 0-16,14 12 0 15,-3 0 0-15,3 4 0 16,-1 9 0-16,16 12-1 16,6 4 1-16,3-7 0 15,-6 0 0-15,3 13-1 16,7-6 1-16,0-7 0 15,4 7 0-15,-7-1 0 16,6 1 0-16,5 0 0 16,13-1 0-16,7 1 0 0,15-1 0 15,-1 7 0-15,18 0 1 16,4 3-1-16,7-9 0 16,7 9 0-16,3-7 0 15,7 4 0-15,4 3 0 16,0-6 0-16,3 3 1 15,4-3-1-15,4 2 0 16,3 4 0-16,-4-6 1 16,8 0-1-16,-4 6 0 0,0 0 0 15,0 3 0-15,0 6 0 16,0 1 0-16,0 2 0 16,0 10 0-16,3 7 0 15,8-8 1-15,0 11-1 16,3-4 0-16,3-3 0 15,1-3 0-15,-4 0 0 16,-3-3 0-16,-1-10-1 16,-3 4 1-16,0-4 0 15,-3 1 0-15,-1-4 0 16,1 0 0-16,-4-15-1 16,0 2 1-16,0-2-1 15,-4-10 1-15,-6-6 0 16,-4 6 0-16,-7-18 0 15,-1 2 0-15,-2-9 0 16,-1 10 1-16,7-4-1 16,8-3 1-16,3 4-1 0,7-1 1 15,14-3-1-15,11-6 0 16,6 0 0-16,12-3 0 16,10-3 0-16,6 6 0 15,12-3-1-15,0 9 1 16,-4 6-7-16,-4 7 0 15,-3 12 0-15,-3 7 0 16</inkml:trace>
  <inkml:trace contextRef="#ctx0" brushRef="#br0" timeOffset="82798.45">19290 4437 83 0,'-7'0'41'0,"14"0"-35"16,0-7 42-16,4 7-46 15,3 0 1-15,7 0 2 16,4 0 0-16,-1 0-6 15,4 7 1-15,11 2 4 16,0 10 0-16,3 6-1 16,1 6 1-16,10 7-2 15,3 9 1-15,8 0-1 16,3 13 0-16,7 2 0 0,3 1 0 16,-6 9-1-16,-1 10 0 15,-3 9-1-15,-3 12 1 16,-1 4-1-16,1 25 0 15,-4-4 0-15,7 23 0 16,-4 5 0-16,-3 11 1 16,0 5-1-16,0 10 1 15,-7 3-1-15,-10-6 1 16,-1 6 0-16,-10 3 0 0,-1 3-1 16,-6 4 1-16,-7 2-1 15,-8-2 0-15,1-4 0 16,-8-9 1-16,-3 0-1 15,0-7 1-15,0-5-1 16,0 5 1-16,0 4 0 16,4-7 0-16,-4-2 0 15,-4-4 0-15,1-3-1 16,-8-13 1-16,-3-5-1 16,-3-7 1-16,-8-7-1 15,-7 1 0-15,4-10 0 16,0 16 0-16,-1-6 0 15,1 3 0-15,-11-7 0 16,4 4 1-16,-7-10-1 16,0-6 0-16,-4-12 0 15,0-10 0-15,3-12 0 16,-2-7 0-16,-8 6 0 0,0-5 0 16,-4-4 0-16,-3-3 1 15,-7 0-1-15,-7-7 0 16,-7-2 0-16,-11 0 0 15,-3 5 0-15,-11-2 0 16,4 0 0-16,0-4 0 16,-4-2-1-16,-4 2 1 15,-2-2 0-15,-1-7 0 16,-4 3-1-16,-13 4 0 0,-8 6 0 16,1 9 1-16,-15-3-1 15,0 0 0-15,4 6 0 16,0 3 0-16,-4-6 0 15,0 13 1-15,8-3-1 16,-1-1 1-16,1-9 0 16,-1-6 0-16,4-3 0 15,3 0 0-15,4-4 0 16,0 10 0-16,4 3 0 16,13 4 0-16,1-1 0 15,-1-3 0-15,4-3 0 16,-3 6 1-16,10-9-1 15,-3 0 0-15,-1 0 0 16,1-7 0-16,3 1 0 16,11-10 1-16,0-6-2 15,7 0 1-15,-11-3 0 16,11-1 0-16,3-2 0 16,0 3 0-16,8-10-1 0,3 1 1 15,0-4 0-15,3-3 0 16,4-10 0-16,3-2 0 15,8-4-1-15,0-2 1 16,6-4 0-16,4 0 0 16,7-3 0-16,8 0 0 15,3 3 0-15,10-3 0 16,11-6 0-16,3 3 0 0,8-4-1 16,6-5 1-1,5-7-1-15,2-6 1 0,1-3 0 16,-1-4 0-16,1-5-1 15,3-7 1-15,0-3 0 16,1 3 0-16,2 6 0 16,-3 4 0-16,4-4 0 15,0 10 0-15,-4 3 0 16,0 3 0-16,4 3 0 16,-4 3 0-16,0 1 0 15,-3 2 1-15,-1 4-1 16,-2-1 0-16,-5 7 0 15,-3 3 1-15,-3 7-1 16,-8 5 0-16,-3 4 0 16,-7 9 1-16,-4 12-1 15,-10 1 1-15,-7 3-1 16,-4 0 0-16,-3-10 0 16,-1 0 0-16,1 1 0 0,3-7 0 15,8-3 0-15,2 0 0 16,8 0-1-16,4-10 1 15,13 1 0-15,11-1 0 16,14 1 0-16,11-1 0 16,7 1-1-16,14-1 1 15,7 1 0-15,3-4 0 32,61-5-1-32,-11-11 1 15,-8-8-10-15,-16-14 1 0,-8-18-1 16,-4-34 1-16</inkml:trace>
  <inkml:trace contextRef="#ctx0" brushRef="#br0" timeOffset="87708.38">17014 1812 91 0,'-24'-28'45'0,"17"12"-41"0,14 7 45 0,-4 3-48 16,8-4 0-16,7-2 2 15,10-4 0-15,14 6-3 16,11-8 1-16,7 8 1 16,-4 10 1-16,1 10-1 15,-11 12 1-15,-15 22-2 16,-13 15 0-16,-18 4 0 16,-18 9 0-16,-10 0 0 15,-14 10 0-15,-4-4-1 16,0 4 1-16,-3-10-1 15,3-3 1-15,4-16-1 16,6 0 1-16,8-18-1 16,3 2 1-16,8-12 0 15,10-12 0-15,17-4-1 16,15-9 1-16,17-9-1 0,22-10 1 16,13 0-7-16,8-6 1 15,-7-3-18-15,-4-10 1 16,-7-2-1-16,-11 2 0 15</inkml:trace>
  <inkml:trace contextRef="#ctx0" brushRef="#br0" timeOffset="87974.52">17981 1875 102 0,'4'-44'51'0,"27"6"-72"16,-17 32 95-16,4 6-74 16,3 16 0-16,0 6-1 15,1 18 1-15,-8 4 0 16,-14 13 0-16,0 5 0 16,-7 17 0-16,-4-7 0 15,4-3 0-15,-4-3-4 16,1-13 1-16,-1-9-12 15,-3-9 0-15,0-14-1 16,-4-11 1-16</inkml:trace>
  <inkml:trace contextRef="#ctx0" brushRef="#br0" timeOffset="88146.77">17784 1887 105 0,'21'-53'52'0,"56"-28"-68"0,-48 68 89 16,13-6-75-16,7 3 1 15,1 7-19-15,10-10 1 16,7-3 19-16,10 0 1 16</inkml:trace>
  <inkml:trace contextRef="#ctx0" brushRef="#br0" timeOffset="88354.42">19149 1473 100 0,'0'-9'50'0,"7"0"-55"0,-4 9 66 0,4 9-61 16,0 10 0-16,-3 6-1 15,-8 6 1-15,-3 19 0 16,0 16 0-16,-3 10 0 15,-4-1 0-15,-4-3-1 16,4 0 0-16,-4-3-9 16,1 9 1-16,-1-5-1 15,0-11 0-15</inkml:trace>
  <inkml:trace contextRef="#ctx0" brushRef="#br0" timeOffset="88674.48">18828 2028 94 0,'-25'-37'47'0,"7"-45"-48"0,15 67 62 0,-1-4-61 15,-3 9 1-15,0-8-1 16,0 18 0-16,0 3-2 15,0 12 1-15,7-5-3 16,4 9 0-16,6-1-1 16,8-2 0-16,3-6 1 15,7-1 0-15,0 7 1 16,1-7 1-16,-5 0 1 16,1-5 1-16,-4 5-14 15,-7 0 0-15,-3-2-1 16,-18-10 1-16</inkml:trace>
  <inkml:trace contextRef="#ctx0" brushRef="#br0" timeOffset="88969.57">19297 1947 105 0,'14'-16'52'0,"-14"-28"-75"0,0 44 98 16,0 0-79-16,0 13 0 31,-3 15-5-31,3-3 0 16,7-3 12-16,7-6 0 16,7-4-4-16,7-2 1 15,18-10 3-15,0-6 0 0,-4-7 3 16,-3 0 0-16,-11-5-2 15,-7-4 0-15,-7 0-9 16,-14 12 1-16,-14 4-2 16,-10 6 0-16</inkml:trace>
  <inkml:trace contextRef="#ctx0" brushRef="#br0" timeOffset="89975.26">17074 1890 80 0,'-17'-15'40'16,"3"-23"-35"-16,10 35 41 0,4 0-46 15,0-6 1-15,4-7 1 16,3 3 0-16,3-12 0 16,8 0 0-16,10 0 2 15,11 3 1-15,0-6 0 16,10 6 0-16,-6 9-1 15,-5 7 1-15,-6 3-3 16,-7 12 1-16,-8 10-2 16,-10 25 1-16,-7 19-1 15,-14 9 1-15,0 6-1 16,4 7 0-16,-4 22-1 16,3 9 1-16,4-3 0 15,0 3 1-15,0 12-1 16,0 1 0-16,0-13-1 0,3-7 1 15,1-11-1 1,3-23 0-16,3-12-8 0,4-13 1 16,0-16 0-16,0-21 0 15</inkml:trace>
  <inkml:trace contextRef="#ctx0" brushRef="#br0" timeOffset="90726.43">16944 2794 104 0,'-32'-22'52'16,"29"12"-54"-16,10 7 60 0,7-6-59 15,7 2 0-15,11-5 0 16,-8 2 1-16,33-15 0 15,-15 7 0-15,36-17 0 16,-18 10 0-16,14-9 0 16,-4 2 0-16,-10 7 0 15,-14 0 0-15,-7 6 0 16,-11 7 0-16,-14 5 0 16,-14 7 1-16,-14 7-1 15,-14 2 0-15,-18 10 0 16,-7-7 0-16,-14 7 0 15,0 3 0-15,-7-3 0 16,-3-3 1-16,-5 2-1 0,8-8 0 16,11-1 0-16,6 1 1 15,19-1-1-15,13-6 1 16,14-6 0-16,25-6 0 16,18-1-1-16,10 1 0 15,18-13 0-15,11 0 1 16,14-9-1-16,3-1 0 15,-3 7 0-15,-11-3 0 16,-11 0 0-16,-6 3 0 0,-15 6 0 16,-14 0 0-16,-7 10 0 15,-10 5 0-15,-15 8-1 16,-6 5 1-16,-15 10 0 16,-17 0 0-16,-8-1-1 15,-13 11 1-15,3-1 0 16,-4 6 0-16,4-5-1 15,-3 5 1-15,10-3 0 16,11-2 0-16,10-7 0 16,11 0 0-16,17-13 0 15,15-6 0-15,13-6 0 16,19-16 0-16,10-3 0 16,17 0 0-16,4-3 0 15,4-3 0-15,-7-7 0 16,6 1 0-16,-6-1 0 15,-4 4 1-15,-11-3-1 16,1 9 0-16,-12-1-5 0,-6 8 0 16,-7 5 0-16,-7-6 0 15</inkml:trace>
  <inkml:trace contextRef="#ctx0" brushRef="#br0" timeOffset="91289.98">16965 1636 98 0,'-18'-12'49'0,"33"15"-48"16,-12 3 54-16,8-6-55 15,6 10 0-15,1-10 0 16,3 3 0-16,11-3 0 16,7-10 0-16,3-2 0 15,14 3 1-15,-6-7-1 16,-4 0 1-16,-4 7-1 15,-7 6 1-15,-3-7-1 16,3 10 1-16,-10 0 0 16,-4 3 0-16,-3 13 0 0,-8 3 0 15,1 6 0-15,-7 28 1 16,-8 23-1-16,-7 8 1 16,-10 7-1-16,-7 16 1 15,-4 18-1-15,1 1 0 16,2-1 0-16,8 4 1 15,4-1-1-15,2 1 0 16,5-7-1-16,6-12 1 0,1 3-2 16,3-19 1-16,0-6-4 15,0-10 1-15,0-25-10 16,0-15 0-16,-4-16 0 16,1-22 0-16</inkml:trace>
  <inkml:trace contextRef="#ctx0" brushRef="#br0" timeOffset="91773.71">16633 2797 103 0,'-49'-22'51'0,"31"19"-61"16,18 3 72-16,8-3-63 15,9 3 0-15,11-4-1 16,22-2 1-16,13-13 1 16,15-9 1-16,7-6-2 0,13-1 0 15,5-3 1-15,-5 13 1 16,-2-3 0 0,-26 3 0-16,11 6 0 0,-14 10 1 15,-14-1-1-15,-10 4 0 16,-8 3 0-16,-10 3 0 15,-15-3-1-15,-10 3 0 16,-7 0 0-16,-14-3 1 16,-11 6-1-16,-14 0 0 0,-21 6 0 15,-14 1 0-15,0 9 0 16,3-7 1-16,4 4-1 16,11 0 0-16,13-13 0 15,8 3 0-15,17-6-1 16,15 0 1-16,6-6 0 15,18-4 0-15,11-5 0 16,14-4 0-16,10-3-1 16,-10 6 1-16,35-3-6 15,0-15 1-15,-3 6-1 16,-8-7 1-16</inkml:trace>
  <inkml:trace contextRef="#ctx0" brushRef="#br0" timeOffset="92240.37">16965 1574 89 0,'-3'-19'44'0,"27"-19"-34"0,-6 32 43 0,3-3-53 16,7-1 0-16,4 1 0 16,3-1 1-16,1 4-1 15,-1 12 0-15,0 4 0 16,11 6 0-16,-7 2 0 15,-7 11 0-15,-4 8 1 16,0 23 0-16,-7 6 1 16,0 18 0-16,-10 1 0 15,-4 9 0-15,-11 25 0 16,-3 3 1-16,-14 4-2 16,0-1 1-16,0 4-1 15,3-7 0-15,4-18-1 16,4-13 0-16,6-4-1 15,4-18 0-15,7-12-6 16,4-7 0-16,-1-6-1 16,1-13 1-16</inkml:trace>
  <inkml:trace contextRef="#ctx0" brushRef="#br0" timeOffset="92759.24">18249 1696 99 0,'-3'-38'49'0,"-4"38"-52"15,3 0 57-15,-3 4-55 16,-4 5 0-16,-3 0 0 16,-7 1 0-16,0-1 1 15,0 13 1-15,-4 6 0 16,4-3 0-16,0 7 1 15,3 9 0-15,11 6 0 16,4 6 1-16,3 3-1 16,10 10 1-16,4 19-2 15,7 3 0-15,1-7-1 0,-1 7 1 16,-4-10-1 0,-2-12 0-16,-5-3 0 0,-3-3 0 15,-7-7 1-15,-3-15 0 16,-4 5-1-16,-11-8 1 15,-7-4-2-15,-6-9 1 16,-15 6-5-16,-4-15 1 16,1 0-10-16,-4-4 1 15,7-15 0-15,11-16 0 0</inkml:trace>
  <inkml:trace contextRef="#ctx0" brushRef="#br0" timeOffset="93354.42">18277 1806 99 0,'-24'-57'49'0,"13"32"-56"15,8 19 73-15,3 3-66 16,3-7 0-16,4 4 0 15,7 3 0-15,7-6 0 16,8-1 0-16,13 1 0 16,7-1 0-16,4-2 0 15,-7-1 0-15,0 4 0 0,-7 0 0 16,-7-1 0-16,-11 4 0 16,-11 6-1-16,-10 0 1 15,-10 3-1-15,-11 10 1 16,-15-4-1-16,-2 0 1 15,-1 1-1-15,0-1 1 16,-3 7 0-16,6 3 0 16,1-1 1-16,3 8 0 15,4 5-1-15,3 19 1 16,4-6-1-16,7 9 1 0,0-6-1 16,3 4 1-16,4-1-2 15,11 0 1-15,6-6-1 16,8 3 1-16,3-6-1 15,4-1 1-15,3 11 0 16,-3-8 0-16,-4-5 0 16,11 6 1-16,-25 0-1 15,-4-7 1-15,-6 11-1 16,-4-5 1-16,-11 8-1 16,-7 2 1-16,-6 0-1 15,-1 1 1-15,-7-4-1 16,0-6 1-16,1-1-2 15,-1-2 1-15,-14-6-1 16,0 2 0-16,3 7-7 16,-2-12 1-16,9-7 0 15,8-10 0-15</inkml:trace>
  <inkml:trace contextRef="#ctx0" brushRef="#br0" timeOffset="97814.01">20281 12201 100 0,'-3'3'50'0,"34"-15"-43"15,-20 5 51-15,7-5-57 16,10-13 0-16,7 0 1 15,7 0 0-15,-3-1-3 16,11 8 1-16,-4 5 1 16,-1 7 0-16,-6 12-1 15,-7 13 1-15,-7 12-1 0,-4 16 1 16,-7 16-1-16,-11 6 1 16,-6 0-1-16,-8 0 1 15,-13-3-1-15,-5 0 0 16,-6-7 0-16,-7-2 0 15,-4-1 0-15,4-6 0 16,3 4 0-16,4-10 0 16,-1-10 0-16,15-3 1 15,7-6-1-15,10-9 1 0,15-13-1 16,14-12 1-16,21-13-1 16,14-16 0-16,7-12-5 15,3-9 1-15,4 2-10 16,-7 4 0-16,-3 3-1 15,-11 3 1-15</inkml:trace>
  <inkml:trace contextRef="#ctx0" brushRef="#br0" timeOffset="98084.66">20987 11994 112 0,'-14'31'56'0,"10"-9"-72"16,15-19 88-16,6-3-73 15,12 4 1-15,9-1-1 16,12 0 1-16,-4 9 0 0,-4 7 0 16,-3 3-1-16,-8 16 1 15,-6 3 0-15,-4 9 0 16,-10-6-3-16,-4 0 1 15,-7-13-10-15,-7-3 0 16,-4-18 0-16,-13-20 0 16</inkml:trace>
  <inkml:trace contextRef="#ctx0" brushRef="#br0" timeOffset="98274.47">21117 11677 109 0,'39'7'54'0,"85"-42"-76"0,-89 19 80 0,11-9-78 16,10 0 0-16,11-3-1 16,4-13 1-16</inkml:trace>
  <inkml:trace contextRef="#ctx0" brushRef="#br0" timeOffset="98517.16">22214 11044 108 0,'-31'38'54'0,"6"-10"-69"0,21-16 82 16,-3 13-67-16,0 19 0 15,4 13 1-15,-4 21 1 16,3 7-2-16,4 6 0 16,4 3 1-16,3-3 0 15,3-7-3-15,5-15 0 16,2-9-12-16,1-13 0 0,-4-16-1 16,-4-12 0-16</inkml:trace>
  <inkml:trace contextRef="#ctx0" brushRef="#br0" timeOffset="98848.8">21675 11555 97 0,'-46'28'48'0,"7"-6"-53"16,35-19 71-16,1 10-65 16,-1-7 1-16,4 4-1 15,7 5 0-15,4 7-3 16,7 0 1-16,6 0-1 0,12-3 1 16,2-10-2-16,8-9 0 15,0-6 0-15,0-10 1 16,0-2 0-16,3-8 0 15,-6 1 1-15,-8-3 1 16,-7 0-6-16,-7 3 1 16,-10 0-1-16,-8-3 1 15</inkml:trace>
  <inkml:trace contextRef="#ctx0" brushRef="#br0" timeOffset="99179">22564 11477 100 0,'10'12'50'0,"-24"-15"-62"15,21-3 65-15,-3-4-57 16,-1 4 1-16,-3 6 0 15,7 3 1-15,0 0 5 16,4 4 1-16,3-1-2 16,0 0 0-16,4 7 3 15,-1-4 0-15,1-6 0 16,0 0 0-16,-8-9-2 16,-3-10 1-16,-7-9-6 15,-3-9 1-15,-11-16-16 0,-4-7 0 16,-7-15-1-16,-10 9 1 15</inkml:trace>
  <inkml:trace contextRef="#ctx0" brushRef="#br0" timeOffset="101325.32">19424 4440 79 0,'-7'-50'39'0,"10"34"-39"16,-3 16 55-16,4 0-55 15,-1 6 0-15,1 4 2 16,3 12 1-16,4 18-2 16,10 26 0-16,11 3 2 15,10 7 1-15,7 2 0 16,-10-15 1-16,28 40-2 16,0 7 1-16,0 3-2 15,0-3 1-15,4 12-2 0,-4 3 1 16,-4-2-2-16,1 2 1 15,-1 13-1-15,8 6 1 16,-1 7-1-16,4-4 0 16,-3 4 0-16,-7-7 1 15,-12-12-1-15,-9-4 1 16,-8 1-1-16,-3 2 1 16,-8-5-1-16,-2-7 1 15,-1 3-1-15,0 10 1 0,-10 0-1 16,6-1 0-16,1 11 0 15,0 8 1-15,-1-3-1 16,1 7 0-16,3 3 0 16,0-10 1-16,-3-9-1 15,-4-9 1-15,0-4-1 16,4-2 1-16,-1-11-1 16,1-2 0-16,0 3 0 15,3 0 0-15,-4 12 0 16,1-5 1-16,0 2-1 15,-8 6 0-15,-6 1 0 16,-4-7 0-16,0-21 0 16,-4-10 1-16,1-4-1 15,-1-15 0-15,1-6 0 16,-4 0 0-16,-4 0 0 16,-3 0 0-16,-7 3-1 15,-8 3 1-15,-6 6 0 16,-7 1 0-16,-8-1-1 0,-6-3 1 15,-4 4 0-15,0-1 0 16,0-6 0-16,-7 4 0 16,4-1 0-16,-1 3 0 15,-6 4-1-15,-19 2 1 16,1 7 0-16,-7-3 0 16,3 9 0-16,-3 1 0 15,-14-4 0-15,6-3 1 16,4-4-1-16,1-5 0 0,2-7 0 15,-13 4 1-15,3 2-2 16,-7-2 1-16,-3 2-1 16,3-3 0-16,-14 7 1 15,-3-3 0-15,6 12 1 16,1-3 0-16,3 0 0 16,0-10 0-16,7-6 0 15,7-6 0-15,-3-6-1 16,-1-13 1-16,-3-3-2 15,-7-3 1-15,4 0-1 16,-4-3 1-16,-14 0-1 16,-4-1 0-16,1 1 1 15,3 0 0-15,0 0 0 16,3 3 0-16,4 3 0 16,14-7 0-16,-7 4 0 15,0 0 0-15,-3 3 0 16,10 3 0-16,4 4-1 15,-8-4 1-15,4-3 0 0,8-6 0 16,13 3 0-16,7-7 1 16,4-12-1-16,7 0 1 15,-4 4-1-15,-3-7 1 16,0 0-1-16,3 3 0 16,4-7 0-16,4 1 1 15,-1 0-1-15,4 0 1 16,7-7 0-16,11-5 0 0,-4-4-1 15,7-9 1-15,11-4-1 16,7-6 1-16,6-2-1 16,5-1 0-16,6-6 0 15,8 0 0-15,10-4 0 16,3-5 1-16,11-10-1 16,8-6 1-16,-1-3-1 15,4 2 0-15,-1 4-1 16,1 3 1-16,-4 1 0 15,1 8 0-15,-5 7-1 16,-3 3 1-16,-3 3 0 16,-4 9 0-16,-3-2 0 15,-4 5 0-15,0 1 0 16,-4 6 0-16,1-4-1 16,-4 1 1-16,0 6 1 15,-4-3 0-15,1 12-1 16,-4 4 1-16,0-1-1 15,-4 10 1-15,-3 4-1 0,0 5 1 16,-4 10-1-16,1-4 1 16,-4 1-2-16,3-7 1 15,-3-3 0-15,0-2 0 16,-1-1 0-16,1-3 0 16,0 0 0-16,0 6 0 15,7 3-1-15,7 4 0 16,3 2 1-16,4 1 1 31,36 9-1-31,-1-3 0 0,7-7 0 16,15-8 1-16,10-7-1 15,10-4 1-15,4-2-1 16,-3 0 1-16,3 6-1 16,4-3 0-16,3 6-1 15,4 0 1-15,-8 0-7 16,-6-6 0-16,-15-7-1 15,-10-9 1-15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7:23:03.6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13279 9103 63 0,'0'12'31'0,"7"-43"-31"15,-4 22 31-15,4 2-31 16,-3 1 0-16,3 0 2 15,-4-4 1-15,4 1-2 16,0 0 1-16,-3-1 3 16,3 1 0-16,0-1 1 15,0 1 0-15,4-4-1 16,-1 1 0-16,1-1-2 16,3-2 0-16,0-4-1 15,0 0 1-15,0 0-1 16,0 0 0-16,4 1 1 0,3 2 0 15,-3-3 0-15,3 3 1 16,0 1-1-16,0-4 1 16,4 0-2-16,0 0 1 15,-1-3-2-15,1 0 1 16,0-3-1-16,0-6 1 16,3 6-2-16,0-3 1 15,4-4 0-15,7 1 0 16,-1 0 0-16,12-4 0 15,-1-3 0-15,-7 1 0 0,4-4 0 16,4 7 1 0,-4-4-1-16,-1 0 0 0,5 4 0 15,3-1 0-15,3 1 0 16,8-4 0-16,-1 1-1 16,1-1 1-16,-1 3-1 15,-6 1 1-15,-1-1-1 16,4-2 0-16,4-4 0 15,10 0 1-15,-4 0-1 16,-6 4 1-16,-1 2-1 16,1-5 0-16,-1-1 0 15,4-6 0-15,4 0 0 16,3-3 1-16,-4-4-1 16,1 1 0-16,-4-7 0 15,0 4 1-15,-3 3-1 16,3-7 0-16,3 0 0 0,-6 7 0 15,-1 0 0-15,-3 6 0 16,0 0 0-16,0-3 0 16,-4 3 0-16,1 0 0 15,6-4 0-15,1-5 0 16,-1-7 0-16,8 0 1 16,-1 1-1-16,1 2 0 15,-7 7 1-15,-1 0 0 16,8 2-2-16,-4 8 0 15,3-1 1-15,4 3 0 0,0 0 0 16,0-6 1-16,-3-3-1 16,7-10 0-16,-1-9 1 15,1 0 1-15,6-6-2 16,-2 9 1-16,-8 0-1 16,0 4 0-16,-7 2 0 15,0-3 0-15,-4 10-1 16,1 0 1-16,-8 3 0 15,8 3 0-15,-4-4 0 16,3-2 0-16,1 3 0 16,-8-3 0-16,-3 9 0 15,0 0 0-15,-4 6 0 16,-3-6 0-16,-3 13 0 16,-1-1 0-16,0 7 0 15,4-6 0-15,0 3 0 16,0-4 0-16,0 7 0 15,-4-9 0-15,-3 6 0 16,0 3 0-16,-4-1-2 0,-3 8 1 16,-4 2 1-16,-3 3 0 15,-8 4 0-15,-3 0 0 16,1-7-2-16,-5 7 1 16,-6-1 2-16,-4 1 1 15,-7-1-2-15,-8-5 0 16,-2 5 0-16,-8 7 0 15,-10 3 1-15,-8-3 1 16,-6 6-2-16,-7 3 0 16,-4 7-1-16,-4-4 1 0,4 1 0 15,-3-4 0-15,-1 0 0 16,8 1 0-16,-1-4 0 16,-3-3 0-16,4 0 0 15,-1 3 1-15,8-3-1 16,0 3 0-16,3 0 0 15,7 0 0-15,7 0 0 16,4 4 0-16,7-4 0 16,3 3 0-16,8-6 0 15,6 0 0-15,11-9-2 16,11 2 1-16,10-2 1 16,7 0 0-16,15-1 0 15,10 1 0-15,3-7 0 16,4 4 1-16,4-1-1 15,3 0 0-15,7 4 0 16,-3 0 0-16,-1-1 0 16,-6 1 0-16,-4 3 0 0,-7-1 0 15,-4 7-1-15,-10 3 1 16,-7 1 0-16,-7 2 1 16,-4 0-1-16,-7 0 1 15,-3 1-1-15,-4 2 1 16,-7-6 1-16,-4 3 1 15,-3 10-3-15,-7 6 1 16,-3 3-1-16,-8 10 1 0,0 18-1 16,1 0 1-16,-1 10-2 15,1-7 1-15,-1 4 0 16,0-7 0-16,4 7 0 16,0-7 0-16,0 4 0 15,0-1 1-15,0 16-1 16,-4-3 0-16,0-3 0 15,1-6 0-15,-1-7 0 16,4 7 1-16,0-10-1 16,3-13 0-16,8-12 0 15,-4-9 0-15,7-10 0 16,3-15 0-16,8-7 0 16,-1-9 0-16,5-12 0 15,-1-17 1-15,3-2-1 16,4-4 0-16,1 1 0 15,-1 2 0-15,0-6 0 16,-3 10 0-16,-1-6 0 16,1 2 0-16,0-2 0 15,-4 2 0-15,0 4 0 0,0 3 0 16,0 9 0-16,0 16 0 16,-3-7 0-16,-1 10 1 15,-3 7-1-15,0 2 0 16,-7 13 0-16,0 10 0 15,-7 5 0-15,0 23 1 16,0 9-1-16,-3 6 0 16,-1 7 0-16,-3 6 0 15,0 28 0 1,0-13 0-16,3-9 0 16,1-9 1-16,6-16-1 15,-3-6 0-15,3-10 0 16,-3-15 0-16,4-13 0 15,-1-15 0-15,4-7 0 16,0-19 0-16,7-3 0 16,0-12 0-16,4 3 0 15,0-10 0-15,3-2 0 16,0-4 0-16,0 0 0 16,0 13 1-16,-3 9-2 15,-1 6 1-15,-3 10 0 16,0 9 0-16,-3 13 0 15,-4 9 0-15,-4 25 0 16,1 16 0-16,-8 12 0 16,-6 13 0-16,-1 16 0 15,0 6 1-15,1 0-1 0,-8 0 0 16,4-22-1-16,-4-3 1 16,4-16-1-16,0-6 1 15,0-10-7-15,-1-9 1 16,1-6-1-16,7-25 1 15</inkml:trace>
  <inkml:trace contextRef="#ctx0" brushRef="#br0" timeOffset="9649.75">13737 2223 61 0,'-10'0'30'0,"10"0"-13"16,3 0 30-16,8 0-43 0,-1-6 0 15,4 2 2 1,8-2 0-16,6-3-8 0,0 6 0 15,4 3 6-15,3-7 1 16,11 4-3-16,-4 6 1 16,1 4 0-16,2-4 0 15,8 3 0-15,7-6 0 16,11 3-1-16,17 3 1 16,18-6-1-16,0 0 0 0,10 0-1 15,8 10 1-15,3-1-1 16,-11 4 0-16,4 9 0 15,3 9 0-15,8 19-1 16,-4 4 1-16,4-10 0 16,10 9 0-16,7-9-1 15,3 0 1-15,19-4-1 16,3 1 1-16,-8 0-1 16,1 0 1-16,0 15-1 15,-14-6 0-15,-4 4 0 16,-7-1 1-16,0 10-1 15,-14-10 1-15,-7 3-1 16,0 4 1-16,7 3-1 16,0 9 0-16,-3-16 0 15,-5-6 1-15,-2 4-1 16,-15-7 0-16,-3-6 0 16,-14-1 1-16,-11 4-1 15,-7 3 1-15,-11-3 0 16,1 3 0-16,-4 10-1 0,-4-1 1 15,0 4 0-15,-3-13 1 16,0-3-1-16,-4-10 0 16,-6-6 0-16,-1-6 0 15,4 0 0-15,-15-6 0 16,-6-4-1-16,0-5 0 16,-1 2 0-16,-6-6 1 15,-8 0-1-15,-3 1 0 0,-3-4 0 16,-1-4 1-16,-3-2-2 15,0-10 1-15,-3-6 0 16,-8-9 0-16,-7-3 0 16,-6-4 1-16,-8-3-1 15,0 7 0-15,-7-1 0 16,-3-6 0-16,-8 4 0 16,-6-1 0-16,-4 4 0 15,-7-1 0-15,-11 4 0 16,0-7 0-16,-10-3 0 15,-11-12 0-15,-3 0 0 16,-7 6 1-16,-1-3-1 16,1-1 0-16,-1 4 0 15,1 4 1-15,-8 2-1 16,-3-6 0-16,0 9 0 16,0-6 1-16,0 0-1 15,0-12 0-15,-7-4 0 16,7 4 0-16,-3 6 0 0,10 0 0 15,-4-4 0-15,1 10 0 16,-1 4 0-16,5-1 0 16,-1 6 0-16,0 1 0 15,0-1 0-15,7 1 0 16,3 2 0-16,1-8 0 16,-4 5 0-16,4 4 0 15,10-4 0-15,4 10 0 16,-4 0 0-16,0 3 0 0,4 7 0 15,0 2 0-15,7 4 0 16,3 2 0-16,4 7 0 16,-4-6 0-16,7 3-1 15,1-3 1-15,-1 6 0 16,4-4 0-16,11 4 0 16,-1-6 0-16,1 3-1 15,3 3 1-15,7 3 0 16,0-3 1-16,3 0-1 15,12 0 0-15,2 0 0 16,12 0 0-16,3 0 0 16,6 0 0-16,8-3 0 15,4 3 0-15,13 0 0 16,5-6 0-16,6 12 0 16,10-6 0-16,8 0 0 15,11 0 0-15,13-6 0 16,11 3 0-16,14 3 0 15,11 0 0-15,3 3 0 0,11-6 0 16,11 12 0-16,3-6 0 16,0 3 0-16,7 7 0 15,0 6 0-15,0 3 0 16,0 9 0-16,0 4 0 16,4 15 0-16,3-13 0 15,0 7 0-15,7-6 0 16,0 0 0-16,-7 2 0 15,-3-5 0-15,-8-4 0 0,5 10 0 16,-12-3 0-16,-7 2 0 16,1 7 0-16,-1 10 0 15,-6 6 0-15,-8-4 0 16,4-2 0-16,3 2 0 16,4-6 0-16,0 1 0 15,0-10 0-15,-11 3 0 16,-3-6 0-16,-11 6 0 15,-7-4 1-15,-10 4-1 16,-4 1 0-16,-7 2 0 16,-7-3 0-16,0-3-1 15,7 0 1-15,-8-7 0 16,-2 4 0-16,3-10 0 16,3 1 1-16,-3-4-1 15,-3-3 0-15,-8-9 0 16,-3-1 0-16,-11 1 0 15,0-7 0-15,-3 4 0 0,-8-1 0 16,1 4 0-16,0-6 0 16,-4-1 0-16,-4-3 0 15,1 4 0-15,-4-7 0 16,4 3 0-16,-11-6 0 16,7 3 0-16,-7-3 0 15,3 0-2-15,4 3 1 16,4-3-5-16,-1 7 1 15,1-1 0-15,-4-6 0 16</inkml:trace>
  <inkml:trace contextRef="#ctx0" brushRef="#br0" timeOffset="12100.17">19205 4336 53 0,'14'4'26'0,"-17"-4"-17"0,3 0 27 15,7-4-35-15,0 1 1 16,0-6 4-16,0-4 1 16,4 4-6-16,-4-7 0 0,0 4 5 15,-4 2 1-15,1-2 0 16,-1 9 1-16,-3-10-3 16,4 7 1-16,-4-4-2 15,3 1 0-15,-3-4-2 16,4 1 1-16,-1-4-2 15,1-6 1-15,-4-3-1 16,-4 3 1-16,1-6-1 16,-4 0 1-16,-7 3 0 15,-4 6 0-15,-3 0-1 16,-4 3 1-16,1 4-1 16,-8-7 0-16,0 3-1 15,-3-2 1-15,-4-4-1 16,-3 3 0-16,-8 0 0 15,-6-6 1-15,-4 6-1 16,-4 0 1-16,-10-3-1 16,0 0 0-16,0 4 0 15,0-1 0-15,0-6 0 0,0 0 1 16,3-7-1 0,-3-2 1-16,0-4-1 0,0-6 1 15,-4 3-1-15,1 10 1 16,3-3-1-16,0-1 1 15,-4-3-1-15,0 4 1 16,1-1-2-16,-4 1 1 16,7 3 0-16,7-4 0 15,-4-6 0-15,0-3 1 16,4-3-1-16,0 3 0 0,0 1 0 16,-7 2 0-16,7 9 0 15,0 1 1-15,4 6-1 16,-1-6 0-16,-3 2-1 15,0-2 1-15,-3 6 0 16,6-13 0-16,1 7 0 16,-1-3 0-16,1 2 0 15,-1-2 0-15,-3-7 0 16,-3 10 0-16,-8-1 0 16,0 10 0-16,4-6-1 15,0 12 1-15,0-2 0 16,-4 2 0-16,-3 0 0 15,4-3 0-15,-1 7 0 16,-3 2 0-16,3-2 0 16,1 6 0-16,-4-1 0 15,-8 1 0-15,5 6 0 16,-1 0 0-16,7 6 0 0,8 1 0 16,3-4 0-16,-4 0 0 15,11-3 0-15,4-3 0 16,-1 0 0-16,8-1 0 15,3 1 0-15,0-3 0 16,4 3 0-16,3 3 0 16,4 0 0-16,3 3 0 15,0 3 0-15,8-6 0 0,6 3-1 16,0 1 1-16,4-1 0 16,0-3 0-16,4 0 0 15,-1-3 0-15,4-1 0 16,-4 1 0-16,1 3 0 15,-1 0 0-15,-3 3 0 16,4 1 1-16,-1-1-2 16,0 0 1-16,1 0 0 15,3 0 0-15,3 3-1 16,1-6 0-16,3 0-12 16,0 4 0-16,-4 2-1 15,4-16 1-15</inkml:trace>
  <inkml:trace contextRef="#ctx0" brushRef="#br0" timeOffset="16304.11">19121 4070 84 0,'-60'-94'42'0,"-22"31"-42"16,58 41 42-16,-15-12-43 0,-17-1 1 15,-19 1-1-15,-27-10 0 16,-25-3 1-16,-25-10 1 16,-13-2 0-16,-5-1 0 15,-6-3 2-15,-1-2 0 16,-2-14 0-16,-12-6 0 15,-3-12 0-15,-4 3 0 16,-13 0-1-16,3 16 0 16,-15-4-2-16,8 4 0 0,7-1 0 15,11 4 0-15,10 3 0 16,7 6 0-16,17 0 1 16,8 13 0-16,11-7-1 15,20 20 1-15,8-1-1 16,13 16 1-16,8 3-1 15,-7 6 1-15,14 13-1 16,14 6 0-16,10 3-1 16,11 7 1-16,11 0 0 15,6-1 1-15,12 4-1 16,-1-4 0-16,7-2 1 16,4 2 0-16,0 1 0 15,4 12 0-15,-1 3 0 16,4 19 0-16,3 3 0 15,8 4 0-15,7-7-1 16,6 6 0-16,4-3 0 16,4-6 1-16,14-6-1 0,-4-16 0 15,0 0 0-15,-3-10 1 16,-4-2-1-16,-6-1 1 16,-8-9-1-16,0 6 1 15,-11 0-1-15,-3 4 0 16,-14-10 0-16,-3 9 1 15,-5-18-1-15,1-7 0 16,0-3 0-16,3-21 0 16,-3-1 0-16,4-9 1 0,-5-7-1 15,5 4 0-15,-1 0 0 16,1-1 1-16,6 10-1 16,7 1 0-16,4 5 0 15,11-12 0-15,17 3 0 16,18-7 0-16,14-2-1 15,11-4 1-15,3 13-12 16,0 7 0-16,-7 21 0 16,-14 16 1-16</inkml:trace>
  <inkml:trace contextRef="#ctx0" brushRef="#br0" timeOffset="24515.54">13628 8934 65 0,'-21'3'32'0,"-11"3"-16"16,21-6 32-16,-6 0-45 0,-1 3 1 15,-7 0 0-15,-3 3 1 16,0 1-7-16,-4 2 1 15,7 1 3-15,1-1 0 16,-1 0-2-16,0 4 1 16,1-1-1-16,3 4 1 15,-4 3 1-15,4 0 0 16,-4-4 1-16,4 1 1 0,-4-3 1 16,7-4 0-1,4 4 0-15,11-4 0 16,3-3-1-16,7 4 0 0,7-4-2 15,0 0 1-15,7 1-2 16,4-4 1-16,3 0-2 16,4-3 1-16,7 0 0 15,7 0 1-15,10 0-1 16,11-3 1-16,0-4-1 16,4-5 1-16,13-1-1 15,8-2 1-15,3 2-1 16,1-3 0-16,-5 1-1 15,5 2 0-15,-5 7 0 16,12-4 0-16,2 1 0 16,-9-3 0-16,9-1 0 15,8 0 0-15,7 1 0 16,0 2 1-16,0 4-1 16,7 3 0-16,4 3-1 15,-1 6 1-15,-3 7 0 0,7-7 0 16,11 10 0-16,-11-10 0 15,4 4-1-15,3-4 1 16,7 6 0-16,-11-2 0 16,5 5 0-16,-5 1 0 15,4 3 0-15,-10 0 0 16,-8 0 0-16,1-4 0 16,10 1 0-16,-7-4 0 0,-4-5 0 15,4-4 0-15,7 0 0 16,-7 0 0-16,0-3 0 15,0 0 0-15,0 0 0 16,0 0 0-16,-3 0 0 16,-1-3 0-16,-3 3-1 15,7 0 1-15,-3-3 0 16,-4 0 0-16,-4 0 0 16,0-4 0-16,4 4 0 15,-7-6 0 1,46-4 0-1,-21-2 0-15,-15 2 0 16,-10 4 0-16,-14-1 0 16,-11-2 0-16,-7 2 0 15,0 1 1-15,-3-1-1 16,-4-2 0-16,-7 6 0 16,-7-1 0-16,-4-2 0 15,-6-4 0-15,-8 1-1 0,-3-1 1 16,-7 1-5-16,-1 2 1 15,-6-2-1-15,-4-13 0 16</inkml:trace>
  <inkml:trace contextRef="#ctx0" brushRef="#br0" timeOffset="26118.64">13219 8096 97 0,'-15'25'48'0,"19"-25"-46"0,-4 0 49 15,7-6-51-15,4 0 0 16,6 0 1-16,4-4 0 0,8-6-1 15,6 7 0-15,11-10 1 16,7 4 1-16,-7 5-1 16,-1 1 1-16,1 2-1 15,-3 4 1-15,-5 0-1 16,-6-3 1-16,3 6-1 16,1-3 0-16,-1 0-1 15,0-4 1-15,1 4-1 16,-5-3 1-16,-2 3 0 15,-1 6 1-15,-7 6-1 16,-3-2 1-16,3 5-1 16,-7 4 1-16,0 6 0 15,-3 3 0-15,-1 0-1 16,-10 9 1-16,0 4-1 16,-3 3 0-16,-1 9 0 15,1 6 0-15,-4 10-1 0,-1-3 1 16,5 0 0-16,-1-4 0 15,4 4-1-15,0 0 1 16,4-7-1-16,3-2 0 16,0-7 0-16,-3-4 0 15,-1 5 0-15,1-14 0 16,-4 4 0-16,0-4 0 16,-4-9 0-16,1-6 0 15,-1-3 0-15,1-4 1 16,-1-5-2-16,4-17 1 15,0-9 0-15,0-9 0 0,0-6 0 16,-4-10 0-16,1-3-1 16,-4-7 1-16,0 7 0 15,3-3 0-15,1-3 0 16,-1-4 0-16,4-5 0 16,0-1 0-16,0 0 0 15,4-3 0-15,-4 7-1 16,0-1 1-16,-4 7 0 15,1 6 0-15,-4 6 0 16,-7 3 0-16,-4 10 0 16,-7 3 0-16,-3 6 0 15,0-3 0-15,3 7 0 16,-3-1 0-16,-7-6 0 16,-4 3 0-16,-4 7 0 15,-6 5 0-15,-7 11 0 16,-4 2 1-16,0 13-1 0,3 3 0 15,4 3 0-15,7 0 0 16,8-3 0-16,2-7 0 16,12-2 0-16,6 0 0 15,7-4 0-15,8-6 0 16,6 0 0-16,4-6 0 16,8-3 0-16,6-10 0 15,11 0 0-15,3-2 0 16,4 5 0-16,3 1 0 15,7 8 0-15,-6-5 0 0,-1 6 0 16,0 0 0-16,-3 3 0 16,-7-3 0-16,0-4 0 15,-4 4 0-15,-3 3 0 16,-1-3 1-16,-3 9-1 16,-3 4 0-16,-4 5 0 15,-3 10 1-15,-4 4-1 16,-7 8 0-16,0 4 0 15,-4 6 0-15,1 3 0 16,3 4 0-16,0 8 0 16,0-2 1-16,3-4-1 15,-3 4 1-15,0 0-1 16,-3-1 0-16,3-2 0 16,-4-4 1-16,4-9-1 15,-3-3 0-15,3-10 0 16,0-3 0-16,3 0 0 0,4-9 0 15,0 0-1 1,0-7 1-16,4-2 0 0,0-4 0 16,-1-3-2-16,1-6 0 15,-1-3-2-15,1-4 1 16,-1-5-6-16,-2-4 1 16,-1-6-12-16,-7-10 1 15,0-5 1-15,0-7 0 16</inkml:trace>
  <inkml:trace contextRef="#ctx0" brushRef="#br0" timeOffset="27107.65">13314 8005 95 0,'-21'-3'47'0,"35"-16"-59"16,-7 16 75-16,3-6-63 15,5 6 0-15,2-4 0 16,4 1 0-16,8-3 0 15,9-1 0-15,1-2 1 0,4-1 0 16,-5 1 1-16,5-1 0 16,-5 4 0-16,-2 2 0 15,-1 1 0-15,0 3 1 16,-3 6-2-16,-7 3 1 16,-4 4-1-16,-3 2 0 15,-1 10-1-15,-3 3 1 16,0 7 0-16,4 2 0 15,3 10 0-15,-3 13 0 16,-1 2 0-16,5 7 0 0,2 6 0 16,1 0 0-16,-4 0-1 15,0-6 1-15,-3-3-1 16,-4 3 1-16,0-3-1 16,0-4 0-16,-3 4 0 15,-4-4 0-15,0-2 0 16,0-7 0-16,-3-6 0 15,-4-10 0-15,0 1 0 16,0-13 0-16,0-10-1 16,0-5 1-16,0-10 0 15,3-19 0-15,1-10-1 16,-1-12 1-16,1-6 0 16,-1-3 0-16,1-4-1 15,-4 1 1-15,0 0 0 16,0-7 0-16,-4 0 0 15,4-3 0-15,4 0 0 16,-1 1 0-16,1-1 0 16,-1 6 0-16,-3 10 0 0,-3 6 0 15,-4 10 0-15,-4 2 1 16,-3 7-1-16,-14 0 0 16,-4 3 0-16,0-3 0 15,-3 3 0-15,0-6 1 16,-4 6-1-16,0-3 0 15,0 6 0-15,1 3 0 16,-8 4 0-16,0 6 0 16,-7 9 0-16,4 3 0 0,3 3 0 15,3-2 0-15,8-1 0 16,10 0 0-16,8-3 0 16,6 0 0-16,8-9 0 15,10 0 0-15,7-4 0 16,7 1 0-16,7-3 0 15,4-4 0-15,0 0-1 16,-1-3 1-16,1 4 0 16,3-1 0-16,-3 3-3 15,4 4 0-15,-5 0-18 16,1 2 0-16,-4-2-1 16,-14-4 1-16</inkml:trace>
  <inkml:trace contextRef="#ctx0" brushRef="#br0" timeOffset="27806.05">18168 5221 27 0,'78'-60'13'0</inkml:trace>
  <inkml:trace contextRef="#ctx0" brushRef="#br0" timeOffset="37938.42">13370 9093 56 0,'-7'-28'28'0,"-14"-9"-15"16,18 27 29-16,-1-2-35 16,0 2 1-16,4 1 5 15,0-1 1-15,4 4-17 16,3 3 0-16,4 3 11 16,3 0 0-16,0 0-4 15,0 3 0-15,4-3-2 16,6 3 1-16,1-3-1 15,7 0 0-15,3 0 1 0,11-3 0 16,3-3 0-16,11 3 0 16,11 3-1-16,13 0 0 15,12 3-1-15,-1 0 0 16,11 0-1-16,10 0 1 16,8 0-1-16,-1 1 0 15,11-4 0-15,11-7 0 16,3-2 0-16,4-4 0 0,6 4 0 15,1 3 0-15,0-7 0 16,0 7 0-16,3 6 0 16,-3 0 0-16,0 3 0 15,10 3 0-15,0 7 0 16,-3-7 0-16,10 0 0 16,-3-3 0-16,0-3 0 15,3 0 0-15,1 0 0 16,-8-3 0-16,1 0 0 15,-1 3 0-15,-10-3 0 16,-1 3 1-16,5 3-1 16,-8 7 0-16,-7-1 0 15,4 4 0-15,-4 8 0 16,-3-2 0-16,-4 0 0 16,-4-6 1-16,-3 5-1 15,-3-2 0-15,-4-3 0 16,-11-10 1-16,-3 0-1 15,0 0 1-15,-7-3-1 0,-4 0 0 16,-10 0 0-16,-7-3 0 16,-4-3 0-16,-7-1 0 15,-7 11 0-15,-4-4 0 16,-3 0 0-16,-10 0 1 16,-4-4-1-16,-4 1 1 15,-7 0-1-15,-3 0 1 16,-4 0-1-16,-3-7 0 15,-8 10 0-15,-2 4 1 16,-5-4-1-16,-6-7 1 0,-1 10-1 16,4-3 0-16,-7 0 0 15,0-9 0-15,4 3 0 16,-1-7 0-16,-3 7-1 16,0-3 1-16,4 2 0 15,-4 1 0-15,3 0 0 16,-3-1 0-16,0 1 0 15,0 0 0-15,0 0 0 16,-3-1 1-16,-4-2-1 16,0-7 0-16,-7 1 0 15,-4-7 0 1,-17 3 1 0,-1 6 0-16,1 1-1 15,-4 2 1-15,1 1-1 16,-1 3 1-16,3-4-1 15,1-2 1-15,3-1-1 0,4 1 0 16,0 5 0-16,3-5 1 16,4 2-1-16,3 4 0 15,4 0 0-15,4 0 1 16,3-1-1-16,3 7 0 16,4 0 0-16,0 0 0 15,0 0 0-15,11-3 0 16,3 3-1-16,0 3 1 15,7 7 0-15,4 2 0 0,10 10 0 16,0 3 0-16,1 7 0 16,-1 5 0-16,4 7 0 15,-4 3 1-15,4 0-1 16,-7-6 0-16,3-3 0 16,0-7 0-16,-3-3 0 15,-4-3 0-15,-7-3 0 16,-3 0 0-16,-7-3 0 15,-11 3 1-15,-8 3-1 16,-9 6 0-16,-4 1 0 16,-11-4 0-16,0 0 0 15,0-6 0-15,1 0 0 16,-1-3 0-16,0-3 0 16,4-4 0-16,3-2 0 15,1-1 0-15,2 4-1 16,1-4 1-16,4 0 0 15,-5-2 0-15,8-1-1 16,0 3 1-16,4-6-5 0,3-3 1 16,3-9-25-16,4-7 1 15,11-21-1-15,-1-10 1 16</inkml:trace>
  <inkml:trace contextRef="#ctx0" brushRef="#br0" timeOffset="44984.52">13307 8886 73 0,'-11'-3'36'0,"18"-12"-34"15,-7 15 37-15,7-7-39 16,4 1 0-16,-1 3 0 15,5-3 1-15,2-4-1 16,4 4 1-16,18-7 1 16,-4-5 1-16,8-7 0 15,3-4 1-15,0-5-1 16,3-10 1-16,7-9-1 16,8-4 0-16,13-2-2 15,8-4 0-15,-4 0-1 16,0-12 1-16,1-3-1 15,6-4 1-15,18-3 0 16,3-15 1-16,-3 6 0 16,3-6 0-16,11-10 0 15,4 6 1-15,-8-2-1 0,0 12 0 16,1-4-2-16,10 8 1 16,3-11-1-16,-6 7 1 15,6 0-1-15,15-3 0 16,-7 3 1-16,-4-3 0 15,7-7 0-15,-32 29 0 16,43-26 0-16,-4 7 1 16,-7 7-1-16,4-4 0 0,-11 3-1 15,-4 3 1-15,4 7-1 16,0 6 0-16,-7-7 0 16,-7 10 0-16,4-9-1 15,3 6 1-15,-11-7 0 16,-6 10 1-16,-8 7-1 15,-7 8 1-15,-10 4-1 16,-8 0 1-16,-6 9-1 16,3 4 1-16,-7-1-1 15,4 3 0-15,-8 4 0 16,-3-7 1-16,0 1-1 16,0-10 0-16,0 9 0 15,-7 7 1-15,-7-1-1 16,-7 7 1-16,-11 10-1 15,-7-4 1-15,0 3-1 16,-7 1 0-16,-3 2 0 16,-4-12 1-16,-4 6-1 15,-3 0 0-15,-7-3 0 0,-7 10 0 16,-3-7-1-16,-15 3 1 16,0 7 0-16,-7 3 0 15,-3 6 0-15,-4 3 0 16,-14-3 0-16,-3 3 0 15,-1-3 0-15,-3-3 0 16,4 0 0-16,-11 3 0 16,-1-4 0-16,-9 8 0 0,-4 5 0 15,-1-3 1-15,8 10 0 16,4-4 0-16,10 4 0 16,7 0 0-16,7-4 0 15,10 4 0-15,8-10 0 16,7 1 0-16,10-4-1 15,8-6 0-15,6-4 0 16,15-5 0-16,10-4 0 16,7-3 1-16,18-3-1 15,10 0 0-15,15 0-1 16,3 4 1-16,14-7 0 16,-3 6 0-16,3 0 0 15,11 0 0-15,-11 7-1 16,0-1 1-16,0 4 0 15,-13-1 0-15,-5 4 0 16,-6 6 0-16,-11 3 0 16,-8 0 0-16,-6 7 0 0,-11-1 1 15,-6 7-1-15,-5 6 0 16,-3 6 1-16,-7-3 0 16,0 6-1-16,-3 7 1 15,-4 12 0-15,0 3 1 16,0 4-1-16,0 9 1 15,-4 3-1-15,1 3 1 16,-4-3-1-16,-4 0 0 16,4 6-1-16,0 0 1 15,0-15-3-15,0-7 1 16,0-15-7-16,0-4 0 0,0-5-1 16,3-11 1-16</inkml:trace>
  <inkml:trace contextRef="#ctx0" brushRef="#br0" timeOffset="46946.8">19057 4173 90 0,'18'13'45'0,"17"-13"-38"16,-24 0 46-16,-1-6-53 16,1 6 1-16,-1-4 1 0,1 1 1 15,-4-3-3-15,0-3 0 16,-14-13 2-16,-11-16 0 15,-17-6 0-15,-21 0 0 16,-19-9 0-16,-20 0 1 16,-32-10-1-16,-17 7 1 15,-33-4 0-15,-20-3 0 16,3 7-1-16,-22-7 1 16,8 3-2-16,-17 4 0 0,2-4-1 15,-10-2 0-15,-6 5-1 16,9-5 0-16,-17 8 0 15,18 4 0-15,-11 3 1 16,18 3 0-16,21 7 0 16,10 2 1-16,22 7 0 15,21 6 0-15,31 0 0 16,22 3 0-16,14 7 0 16,17-1 0-16,5-3 0 15,13 7 0-15,7 3 0 16,4-1 0-16,6 4-1 15,-2-6 0-15,6 6 0 16,4-7 1-16,3 4-1 16,8-7 0-16,2-2 0 15,-2-1 0-15,3 4 0 16,0-4 0-16,0 6 0 16,0 4 0-16,3 6 0 15,-6 13 0-15,6 9 0 0,4 12 0 16,14 20 0-16,11 8 0 15,7 10 0-15,-1 7 0 16,5-4-1-16,-1-9 1 16,0-7-1-16,-7-8 1 31,-3-14 0-31,-11-24 0 16,-3-16 0-16,-4-16 1 15,-4-6-1-15,-6-13 1 0,-4-18-1 16,0-13 1-16,3-3-1 15,8-10 0-15,6 10-1 16,11-13 1-16,11 10 0 16,7-7 0-16,21 4-4 15,14 15 0-15,18 4-1 16,35 2 1-16</inkml:trace>
  <inkml:trace contextRef="#ctx0" brushRef="#br0" timeOffset="52757.89">23192 3672 98 0,'10'-25'49'0,"4"18"-43"0,-14 7 50 16,7 19-55 0,-10 12 1-16,-4 20 0 15,-11 27 0-15,-10 25-3 0,-11 7 0 16,-10 9 2-16,-8 16 0 15,-10-19-1-15,-7-6 0 16,4-13 0-16,-8-18 1 16,-7-7-1-16,-6-19 1 15,-8-9-1-15,-3-10 0 16,10-18 0-16,7-3 0 16,11-13-1-16,11-10 1 15,20-9-1-15,15-6 1 0,17-19-1 16,18-25 1-1,22 0 0-15,20-3 0 0,18 3 1 16,11 7 0-16,3 18 0 16,-4 12 1-16,1 26 0 15,7 12 1-15,-8 26 0 16,8 24 0-16,0 19-1 16,-4 7 1-16,-7-4-2 15,0 13 1-15,-7-6-9 16,-7-3 0-16,-11-17-1 15,-13-11 1-15</inkml:trace>
  <inkml:trace contextRef="#ctx0" brushRef="#br0" timeOffset="53057.59">23523 4227 111 0,'4'22'55'0,"10"-19"-57"0,-4 3 64 15,8-6-62-15,7 0 1 0,7-6-2 16,6-4 1-16,5-2-4 15,6-7 0-15,11-6-8 16,4-13 1-16,-1 1-1 16,1 15 0-16</inkml:trace>
  <inkml:trace contextRef="#ctx0" brushRef="#br0" timeOffset="53257.92">23499 4732 120 0,'45'43'60'0,"82"-65"-82"16,-77 10 93-16,20-4-85 15,19-21 0-15,-1-7 0 16,0-3 1-16</inkml:trace>
  <inkml:trace contextRef="#ctx0" brushRef="#br0" timeOffset="54272.99">21876 5600 86 0,'0'16'43'0,"10"0"-39"0,-3-16 43 0,8 0-42 16,6-10 1-16,17-12 5 16,26-19 0-16,35-6-13 15,24-12 1-15,29-13 8 16,17 0 0-16,1 9-4 16,-8 13 1-16,-7 12-5 15,-24 10 1-15,-26 6-8 16,-23 6 0-16,-26 7-15 15,-21 6 1-15,-31 3 0 16,-36 15 1-16</inkml:trace>
  <inkml:trace contextRef="#ctx0" brushRef="#br0" timeOffset="54538.78">21664 5970 108 0,'-74'38'54'0,"46"-38"-74"0,31-3 101 16,15-4-82 0,14-8 1-16,24-10-1 0,15-10 0 15,17-12 1-15,21-9 1 16,15 2-2-16,6-2 1 16,4 3 0-16,7-1 0 15,-17 10 0-15,-22 13 1 16,-17 3-1-16,-15 3 1 15,-17 3-11-15,-24 6 0 16,-19 0-1-16,-17-2 1 16</inkml:trace>
  <inkml:trace contextRef="#ctx0" brushRef="#br0" timeOffset="60655.17">19329 4302 83 0,'-4'12'41'0,"15"-2"-29"0,-8-13 42 15,-3-7-53-15,-3-12 0 16,-4-6 0-16,-7-9 1 16,-11-11-3-16,-7-5 1 15,-21-6 1-15,-10 2 1 16,-18-2-1-16,-15 2 1 15,-20-15 0-15,-18 0 0 16,-11-13 0-16,-14-6 0 0,-6-12-1 16,-8 2 0-16,-14-8 0 15,-4 2 0-15,-3 13-1 16,-14 19 0-16,0 3 0 16,-18 9 1-16,11 13-1 15,0 3 0-15,-14 3 0 16,17 6 0-16,0-3 0 15,11 1 1-15,18 8-2 16,3-5 1-16,3 2 0 16,5 7 0-16,16 12 0 15,1 4 0-15,3 2 0 16,15 7 0-16,20 0 0 16,12-6 1-16,13-10-1 15,7-6 1-15,15 0 0 16,10 3 0-16,10-3 0 15,8 6 0-15,10 9 0 16,7-5 0-16,18 5-1 0,7 4 1 16,15 6-1-16,9 6 0 15,12-6 0-15,16 3 0 16,23 4 0-16,23 2 0 16,19 1 0-16,17 5 0 15,17 13 0-15,12 7 0 16,13 9 0-16,11 9 0 15,7 0-1-15,11 10 1 16,-1-6-1-16,15 2 1 0,0 13 0 16,3 0 0-16,-7 1-1 15,-3 5 1-15,-11 3-1 16,-3-2 1-16,-11 6 0 16,-4 9 0-16,4-3 0 15,-11-16 0-15,-3 0 0 16,7-3 1-16,-11-6-1 15,-6-6 0-15,-5-7-1 16,-2 3 1-16,-15 4 0 16,-18-13 0-16,-3 3 0 15,-14-12 0-15,-14 6 0 16,-4-10 1-16,-10 1-1 16,-8-4 0-16,-13-3 0 15,-12-6 0-15,-2-3-1 16,-11-10 1-16,-8-2-1 15,-3-4 1-15,-7 0 0 16,1 0 0-16,-8-9 0 16,-4 6 1-16,4-6-1 0,-3-1 0 15,-4 7-1-15,0-6 0 16,0-3 0-16,-4-4 0 16,1 7 0-16,-1 3 1 15,1-4-1-15,-1 1 0 16,4-3 1-16,-3 2 0 15,-1-2-21-15,-3-4 1 16,0-5-1-16,-4-4 1 16</inkml:trace>
  <inkml:trace contextRef="#ctx0" brushRef="#br0" timeOffset="64285.79">13282 5804 88 0,'-21'-9'44'0,"24"9"-34"0,8 3 44 16,10-3-53-16,22 6 1 15,17-6-1-15,17 3 1 16,11-3-3-16,36 13 1 0,17-1 1 15,18 13 0-15,21 10-1 16,-4 9 1-16,0 18-1 16,-3 4 1-16,-18 10 0 15,-10 2 0-15,-21 0 1 16,-15 1 0-16,-14-4-1 16,-14 0 1-16,-10 10-1 15,-11-4 1-15,-14-8-5 16,-11-4 1-16,-21-7-23 15,-7-8 0-15,-14-17 0 16,-7-18 1-16</inkml:trace>
  <inkml:trace contextRef="#ctx0" brushRef="#br0" timeOffset="64846.65">15191 4713 103 0,'-74'-44'51'0,"3"59"-73"0,50-5 99 15,-7 9-77-15,-1 15 1 16,-9 23 0-16,-5 30 0 0,11 1-2 15,11 16 1-15,18 9 0 16,13 15 0-16,22-2 0 16,21-17 0-16,21-18 0 15,4-22 1-15,3-28 0 16,4-22 0-16,3-19 0 16,0-28 1-16,0-16 0 15,-7-13 0-15,-14-5-1 16,-14-17 0-16,-18-9 0 15,-10-9 0-15,-4-6-1 16,-21 12 0-16,-7-3 0 16,-17 6 0-16,-12 13 0 15,-13 15 1-15,-4 22-1 16,-3 10 1-16,-8 22-1 16,-17 6 0-16,0 19 0 15,-4 9 1-15,4 13-2 16,7 6 1-16,7 12 0 15,10 7 0-15,15 3-1 0,10-6 1 16,15-7 1-16,17-15 1 16,17-6-1-16,26-7 1 15,27-19-3-15,22-15 0 16,35-32-19-16,42-21 1 16,15-23-2-16,-1-12 0 15</inkml:trace>
  <inkml:trace contextRef="#ctx0" brushRef="#br0" timeOffset="66793.96">25291 3167 104 0,'-46'3'52'0,"-32"56"-48"0,46-30 52 0,-17 24-55 16,-7 32 0-16,-4 28-1 15,-7 46 1-15,7 20-2 16,7 22 0-16,21 0 0 15,18-29 1-15,17-31-2 16,19-34 1-16,16-32 0 16,15-28 0-16,14-34 1 15,4-29 1-15,-1-22-1 16,-6-18 1-16,-4-13 0 16,-4-3 0-16,-10-7 0 15,-11 4 0-15,-10 16 0 16,-14 12 0-16,-11 15 1 15,-7 20 0-15,-7 21 0 16,-8 19 1-16,-2 16-1 16,3 19 0-16,10 15-2 15,11-6 1-15,18-15-2 0,10-13 0 16,14-25-1-16,11-13 1 16,11-25 0-16,-4-22 1 15,-8-9 1-15,-13-10 0 16,-14-2 1-16,-18-10 0 15,-14-10-2-15,-11 4 1 16,-10 9-8-16,-4 12 1 16,-3 13-2-16,3 10 1 0</inkml:trace>
  <inkml:trace contextRef="#ctx0" brushRef="#br0" timeOffset="67064.28">26021 3866 112 0,'3'-25'56'0,"1"41"-55"15,-1-16 68-15,8 0-70 16,7 3 1-16,-1 12-2 16,12 11 0-16,6 17 2 15,0 11 0-15,-3 2-2 16,-4 4 1-16,-7 6 1 15,-14-7 0-15,-10-2 1 16,-15-4 0-16,-10 0-3 16,-11-15 0-16,-10-4-8 15,-1-18 0-15,8-10-1 16,7-9 0-16</inkml:trace>
  <inkml:trace contextRef="#ctx0" brushRef="#br0" timeOffset="67545.42">27143 3374 112 0,'17'-38'56'0,"5"22"-58"16,-19 7 77-16,-6 12-75 15,-5 3 0-15,-13 23 0 16,-10 27 0-16,-5 19-1 16,-3 32 1-16,4 28-1 15,11 9 1-15,13-9-1 16,11-3 1-16,18-16-1 16,17-22 1-16,14-28 0 15,15-38 0-15,10-28 0 16,3-32 1-16,1-21-1 15,0-32 0-15,-4-18 0 16,-11-13 1-16,-13-6-2 16,-8-7 0-16,-14 22-1 15,-14 17 0-15,-17 17-1 0,-18 26 1 16,-15 13-1 0,-17 18 0-16,-7 22 1 0,-7 10 1 15,-7 12 0-15,4 7 0 16,6 2 0-16,11-5 0 15,18 2-2-15,17-2 1 16,18-4-10-16,22-9 1 16,23 0 0-16,26-13 0 15</inkml:trace>
  <inkml:trace contextRef="#ctx0" brushRef="#br0" timeOffset="68026.62">22998 5726 104 0,'-78'50'52'0,"-14"25"-63"0,82-66 75 16,3 4-64-16,28 0 0 15,18-7 0-15,42-16 0 16,49-15 0-16,47-22 1 16,55-15 0-16,44-11 0 0,34-11 0 15,18-7 1-15,25 9 0 16,-4-18 0-16,-10 15-6 15,-22 7 0-15,-34 15-1 16,-47 7 1-16</inkml:trace>
  <inkml:trace contextRef="#ctx0" brushRef="#br0" timeOffset="68325.7">22902 6089 105 0,'-95'25'52'0,"74"-34"-56"0,31 9 58 16,29-16-54-16,35-12 0 15,43-6 2-15,35-13 1 16,45-19-3-16,39-6 1 15,43-4 2-15,32-5 0 16,20-1 0-16,4 13 1 16,-14 0-2-16,-14 7 1 15,-32-7-6-15,-24 9 1 16,-43 7-2-16,-39-7 1 16</inkml:trace>
  <inkml:trace contextRef="#ctx0" brushRef="#br0" timeOffset="72285.67">28762 2985 83 0,'-99'-41'41'0,"-45"25"-43"0,94 1 42 16,-31-4-42-16,-11 0 0 15,-21-6 1-15,-14-6 0 16,-10-16 4-16,-4-4 0 15,-11-21 0-15,-7 3 1 16,-14-3 2-16,-21 3 0 16,-17 16 0-16,-26 9 1 0,-13 13-3 15,-36 9 0-15,-21 19-3 16,-3 12 1-16,-25 7-2 16,-4 21 1-16,4 10-1 15,-11 7 0-15,4-1 0 16,10 16 0-16,8 16 0 15,17 31 1-15,10 22 0 16,15 15 0-16,35 20-1 16,14 18 1-16,39 19 0 15,39-9 0-15,46-4-1 16,45-2 1-16,43-20-1 16,53-12 0-16,31-9 0 15,61-6 0-15,31-17 0 16,50 7 0-16,42-12 0 15,31 5 0-15,36 7-2 16,4-12 1-16,10-13 0 16,18-22 0-16,6-29 2 15,5-30 0-15,20-45 2 0,4-46 0 16,0-42 1-16,-3-27 0 16,-11-26-1-16,-25 0 0 15,-32 1-2-15,-24-10 0 16,-43 9-2-16,-24 0 0 15,-35 1 0-15,-33-14 0 16,-38 11 2-16,-35-20 0 16,-36 4 0-16,-38-7 1 0,-36 19-1 15,-39 0 1-15,-24 28-1 16,-28 22 1-16,-8 23-3 16,-3 21 1-16,-4 22-3 15,11 13 1-15,11 18-3 16,14 13 1-16,14 0-12 15,10 0 1-15,7 0 1 16,8 0 0-16</inkml:trace>
  <inkml:trace contextRef="#ctx0" brushRef="#br0" timeOffset="72746.39">28889 3615 114 0,'-4'-6'57'0,"47"-3"-74"16,-19-4 89-16,19-3-73 15,6-12 1-15,18 0-1 16,7 3 1-16,4-3-3 16,0 12 1-16,-4-9-10 15,0 6 0-15,-11 3 0 16,-6 4 0-16</inkml:trace>
  <inkml:trace contextRef="#ctx0" brushRef="#br0" timeOffset="72950.39">28967 3922 118 0,'7'54'59'0,"35"-45"-75"0,-21-12 91 16,11-6-80-16,14-10 0 16,17-6-14-16,11-10 1 15,7-9 20-15,15-12 1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7:24:47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114 130 4352,'-1'-4'167,"0"0"-1,1-1 1,0 1 0,0 0-1,0-1 1,0 1-1,1-1 1,-1 1 0,1 0-1,0 0 1,1-1 0,-1 1-1,1 0 1,0 0 0,3-6-1,-4 9-43,0 1-1,-1-1 0,1 0 0,-1 0 0,1 1 1,-1-1-1,1 0 0,-1 0 0,0 0 0,1 0 0,-1 0 1,0 0-1,0 0 0,1 0 0,-1 0 0,0 1 0,0-1 1,0 0-1,0 0 0,0 0 0,-1 0 0,1 0 1,0 0-1,0 0 0,0 0 0,-1 0 0,1 0 0,-1 0 1,1 1-1,-1-2 0,-1 0 143,0 0 1,0 0-1,0 1 1,0-1-1,-1 1 0,1 0 1,0 0-1,-4-1 1,-4-4 192,-1-1 2470,15 15-1,-1-4-2612,0 0-1,0 0 1,0-1 0,1 1 0,4 3 0,-6-6-275,0 1 0,0 0 1,0-1-1,0 1 1,0 0-1,0 0 0,0 0 1,-1 0-1,1 0 1,-1 1-1,0-1 0,0 1 1,1-1-1,-1 0 0,-1 1 1,1 0-1,0-1 1,-1 1-1,1-1 0,-1 1 1,0 0-1,0 2 1,0 8 105,-1 0 0,0-1 1,-5 21-1,-2 5 87,-55 306 1454,55-280-1378,-15 182 809,21-200-930,2 0-1,2 0 0,11 59 0,10 6 53,-5-25 35,12 147-1,-33 79 142,-22-1-114,4-59-38,9-35-35,10-1 0,8 1 1,36 215-1,-3-205-37,-9-58-21,9 189-1,-36 100 20,-4-259-124,-5 434 169,-13-193-107,-39-152-60,3-20-8,33-11-60,10-84 0,5-89-4,-9 76 29,10-117 29,0 56-1,2-76-74,4-10-86,0-13 107,0 0 0,0 0 0,0 0 0,0 0 0,1 1 0,-1-1 0,0 0 0,0 0 0,0 0 0,0 0 0,0 0 0,0 0 0,0 0 0,1 0 0,-1 1 0,0-1 0,0 0 0,0 0 0,0 0 0,0 0 0,0 0 0,1 0 0,-1 0 0,0 0 0,0 0 0,0 0 0,0 0 0,1 0 0,-1 0 0,0 0 0,0 0 0,0 0 0,0 0 0,0 0 0,1 0 0,-1 0 0,0 0 0,0 0 0,0 0 0,0-1 0,0 1 0,0 0 0,1 0 0,-1 0 0,0 0 0,0 0 0,0 0 0,0 0 0,0 0 0,0-1 0,0 1 0,0 0 0,1 0 0,-1 0 0,3-6 0,0 0 16,-1-1 0,0 0 1,0 0-1,0 0 0,0-9 0,2-10 15,28-161-31,-29 169 0,54-469 0,11-191 0,-50 537 64,-2-275 0,-21 294-64,-1-178 0,7 258 2,17-304 103,38-157-212,-48 113 107,-10 260 0,20-187 0,24 56 0,3-24 0,-25 0 0,-20 209 0,-3-243 0,-3 217 0,-20-109 0,-46-115 107,61 278-125,2-1 0,2-1 1,0-87-1,-1-2-18,5 97 10,-2 0 1,-2 0-1,-1 0 1,-21-57-1,26 91 24,-11-27-222,1-1-1,-16-70 1,27 96 144,0 1 1,1-1-1,1 0 1,-1 0-1,1 0 1,1 0-1,0 1 1,0-1-1,1 0 1,1 1-1,-1-1 1,1 1-1,1 0 1,0 0-1,0 0 1,9-14-1,-9 19-214,-1 0 0,0 0-1,1 1 1,0-1-1,0 0 1,0 1 0,0 0-1,1 0 1,7-3 0,20-12-1136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7:24:49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2086 703 10240,'-13'-42'3819,"-9"-9"-2197,12 27-834,1-9 2535,10-4-2610,0 33-715,-1 0-1,1 1 0,-1-1 0,0 0 0,0 0 0,-1 1 0,1-1 0,-2-5 0,-3-2 125,1-4 140,4 15-242,0-1 0,0 1 0,0-1 0,0 1 0,0-1 0,0 1 0,0-1 0,0 1 0,0 0-1,-1-1 1,1 1 0,0-1 0,0 1 0,0-1 0,-1 1 0,1 0 0,0-1 0,-1 1 0,1 0 0,0-1 0,0 1-1,-1 0 1,1-1 0,-1 1 0,1 0 0,0 0 0,-1-1 0,1 1 0,-1 0 0,1 0 0,-1 0 0,-16-1 999,9 2-500,11-5 100,18-13-256,0-1-1,-2 0 1,33-40 0,81-99-137,-101 123-394,2 2 0,54-41 0,-82 69 142,1-1-1,-1 1 0,0 1 1,1-1-1,7-2 1,-12 6 22,-1-1 0,1 1 1,0-1-1,0 1 0,-1 0 0,1 0 1,0-1-1,0 2 0,0-1 1,0 0-1,-1 0 0,1 0 0,0 1 1,0-1-1,-1 1 0,1-1 1,0 1-1,0 0 0,-1 0 1,1 0-1,-1 0 0,1 0 0,-1 0 1,1 0-1,0 2 0,4 4 44,0 1 0,-1 0 0,0 0 0,0 1 0,-1-1 0,0 1 0,0 0 0,-1 0 0,0 0 0,-1 1 0,0-1 0,-1 1 0,0-1 0,0 1 0,-1 13 0,-1-17-9,-1 0-1,0 1 0,0-1 1,0 0-1,-1 0 1,0-1-1,0 1 1,-1-1-1,1 1 0,-1-1 1,0 0-1,-1 0 1,-7 6-1,-8 7 41,-1-2 0,-24 14-1,45-29-68,-93 58 128,-236 168 487,196-118-421,-90 67 141,-176 73-94,320-202-230,-376 273-12,317-215 20,-47 43-18,24-16-28,156-128 36,-1 0 0,1 0-1,-1 0 1,1-1-1,-1 0 1,0 0 0,0 0-1,-1-1 1,1 0 0,0 0-1,-9 1 1,15-3-11,-1 0 0,1 0 0,0 0 0,-1 0 0,1 0 0,0-1 0,-1 1 0,1 0 0,0 0 0,0 0 0,-1 0 0,1-1 0,0 1 0,0 0 0,-1 0 0,1 0 0,0-1 0,0 1 0,0 0 0,0-1 0,-1 1 0,1 0 0,0 0 0,0-1 0,0 1 0,0 0 0,0-1 0,0 1 0,0 0 0,0-1 0,0 1 0,-1 0 0,1 0 0,1-1 0,-1 1 0,0 0 0,0-1 0,0 1 0,0 0 0,0-1 0,0 1 0,0 0 0,0-1 0,6-16 0,3 0 17,0 0-1,2 0 1,0 1-1,1 0 1,18-19-1,14-17 13,58-96-29,-50 74 30,-4-3 0,-4-2 0,-2-2 0,51-146-1,-73 172 34,29-91 109,-48 141-169,1 0-1,-1-1 1,-1 1 0,1 0-1,-1 0 1,0 0 0,0-6-1,0 11 0,0-1-1,0 1 0,0 0 0,0-1 0,0 1 0,0 0 0,0-1 0,0 1 0,0 0 0,0 0 0,0-1 0,0 1 0,0 0 0,0-1 0,0 1 0,0 0 0,-1-1 0,1 1 0,0 0 0,0 0 0,0-1 0,-1 1 0,1 0 0,0 0 0,0-1 0,0 1 0,-1 0 0,1 0 0,0 0 0,0 0 0,-1-1 0,1 1 1,0 0-1,-1 0 0,1 0 0,0 0 0,-1 0 0,1 0 0,0 0 0,0 0 0,-1 0 0,1 0 0,0 0 0,-1 0 0,1 0 0,0 0 0,-1 0 0,1 0 0,0 0 0,-1 0 0,1 0 0,0 0 0,0 0 0,-1 1 0,1-1 0,0 0 0,-1 0 0,1 0 0,0 1 0,0-1 0,0 0 0,-1 0 0,1 1 0,0-1 1,0 0-1,-1 1 0,-15 19 36,16-20-37,-20 36 35,0 0 0,3 2 1,-20 60-1,-15 33 59,28-78-76,3-5 19,-3-1-1,-45 70 1,30-63-19,4-8-17,2 2-1,2 1 1,-29 63 0,57-106 6,1 0 0,0 0 0,0 0 1,1 0-1,0 1 0,0-1 0,1 1 0,-1 9 0,2-12-3,-1-1-1,0 0 0,1 0 1,0 0-1,-1 0 0,1 0 1,1 0-1,-1 0 0,0-1 1,1 1-1,-1 0 1,1 0-1,0-1 0,0 1 1,0-1-1,0 0 0,0 0 1,4 3-1,3 2-9,1 0 0,0-1 1,0-1-1,0 0 0,1 0 0,0-1 0,0 0 1,0-1-1,0 0 0,1 0 0,-1-2 0,1 1 0,0-2 1,-1 1-1,1-2 0,-1 1 0,1-2 0,-1 1 1,1-2-1,-1 1 0,12-6 0,407-151 6,-106 33 0,-229 95 0,143-30 0,-199 56 39,-1 1 1,74 2-1,-64 2-29,-64 1 2,-1 0-1,1 1 0,0 1 1,-18 6-1,-68 25 78,38-12-107,-7 1 60,-445 156 44,367-126-150,-210 45 0,303-84 64,1 2 0,1 3 0,0 2 0,-93 52 0,103-48 0,43-25 0,1 1-1,-1-1 0,1 0 1,0 0-1,-1 1 1,1-1-1,-1 0 1,1 0-1,-1 0 0,1 0 1,-1 1-1,1-1 1,0 0-1,-1 0 1,1 0-1,-1 0 1,1 0-1,-1 0 0,1 0 1,-1 0-1,1 0 1,-1-1-1,1 1 1,-1 0-1,1 0 0,-1 0 1,1 0-1,-1-1 1,1 1-1,0 0 1,-1 0-1,1-1 0,0 1 1,-1 0-1,1-1 1,0 1-1,-1-1 1,1 1-1,0 0 1,-1-1-1,1 1 0,0-1 1,0 1-1,0 0 1,-1-1-1,1 0 1,1-24-81,6-8 71,19-49 0,-14 46 9,50-137 1,-45 122 13,48-94 0,2-5 89,1-56-102,-39 126 0,-21 63 0,-1 0 0,-1 0 0,-1 0 0,0-1 0,-2 0 0,3-27 0,-5 45 0,-1 0 0,0 0 0,0 0 0,0 1 0,0-1 0,0 0 0,1 0 0,-1 0 0,0 0 0,0 1 0,0-1 0,0 0 0,1 0 0,-1 0 0,0 0 0,0 0 0,0 0 0,1 0 0,-1 0 0,0 1 0,0-1 0,1 0 0,-1 0 0,0 0 0,0 0 0,1 0 0,-1 0 0,0 0 0,0 0 0,0-1 0,1 1 0,-1 0 0,0 0 0,0 0 0,1 0 0,-1 0 0,0 0 0,0 0 0,0 0 0,1-1 0,-1 1 0,0 0 0,0 0 0,0 0 0,0 0 0,1-1 0,-1 1 0,0 0 0,0 0 0,0 0 0,0-1 0,0 1 0,0 0 0,0 0 0,0 0 0,0-1 0,0 1 0,1 0 0,-1 0 0,0-1 0,0 1 0,0 0 0,0 0 0,3 7 0,0 0 0,0 0 0,0 1 0,-1-1 0,0 1 0,0-1 0,0 11 0,2 2 0,-1-4 0,0-1 0,-1 1 0,0 0 0,-1 0 0,-1 0 0,-1 0 0,0 0 0,-4 20 0,-5-3 0,-1 0 0,-2-2 0,-28 55 0,-9 17 0,-48 165-99,83-214 86,2 1 1,2 1-1,-4 58 1,14-100 0,1 0 1,0-1-1,0 1 1,2 0-1,3 21 0,-4-32 11,0 1-1,0-1 1,1 1-1,-1-1 1,1 1-1,-1-1 1,1 0 0,0 0-1,1 0 1,-1 0-1,0 0 1,1-1-1,-1 1 1,1 0-1,0-1 1,0 0-1,0 0 1,0 0-1,0 0 1,1 0-1,-1-1 1,0 0-1,1 1 1,5 0-1,-3-1 2,0 0 0,0-1 0,0 0 0,-1 0 0,1 0 0,0 0 0,0-1 0,0 0 0,0-1 0,-1 1 0,7-3 0,7-5 0,34-18 0,-16 7 0,317-148 0,-232 118-213,147-38-1,-231 78-336,-13 4-201,1-1 0,-1-1 0,0-1 0,0-2 1,42-24-1,-43 16-92,24-23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7:24:51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1301 3883 12544,'0'0'147,"0"-1"1,0 0-1,0 1 0,0-1 1,0 1-1,0-1 1,0 1-1,0-1 1,1 1-1,-1-1 1,0 1-1,0-1 1,0 1-1,1-1 1,-1 1-1,0-1 0,1 1 1,-1 0-1,1-1 1,2-2 113,1 1 1,-1 0-1,0 0 0,1 0 0,0 0 1,4-1-1,192-59 228,-143 46 878,-18 5-1132,77-21-406,142-22 0,254 6 124,-318 33 201,186-15 48,324-28 834,-1-34 329,566-189 1024,-1254 277-2364,726-210 1139,-519 140-724,268-132 0,-2-68 267,-395 212-395,-4-5 0,158-152 0,-203 173-170,-3-2 1,-1-1 0,-3-2-1,44-81 1,-64 101-89,-2-1 1,-1 0-1,-2-1 1,-1 0 0,-1-1-1,-3-1 1,0 1-1,-2-1 1,0-56-1,-6 57-49,-1 1 0,-3 0 0,0 0 0,-2 1 0,-1 0 0,-2 0 0,-1 0 0,-28-53 0,18 47-5,-2 2-1,-2 0 0,-1 2 0,-2 0 0,-1 2 1,-36-31-1,10 16 6,-3 3 1,-124-73 0,-139-37 108,144 87-18,-3 7 1,-200-38-1,149 55 13,-304-17 1,196 48-73,0 15 0,-527 72 0,434-3-144,-53 50 0,-156 101 86,51 1 42,90-7 86,90-9 0,208-95-59,-296 220-1,404-257-2,-121 125-1,157-138-56,2 4 1,-81 125-1,105-138-41,2 2 0,3 0 0,2 2 0,2 1 0,-17 76 0,29-88 0,2 1-1,2 1 1,3-1-1,1 1 0,3 0 1,2 0-1,11 65 0,-5-68 6,2 0-1,3-1 1,1-1 0,2 0-1,2-1 1,2 0-1,2-2 1,1-1-1,3 0 1,56 66-1,-33-54 32,2-3 0,2-2 0,2-3 1,2-1-1,2-4 0,2-2 0,116 52 0,-46-36-16,3-5 0,271 58-1,-196-69 23,358 18 0,218-60-95,-378-21 160,-1-19-1,-3-17 0,494-141 1,-539 92-33,443-203 0,-580 211 51,-5-10-1,240-167 0,-330 187-7,190-182 0,-243 205-22,-3-3 1,114-155 0,-127 143-16,-3-3-1,-4-1 1,-4-3 0,41-118 0,-70 155 19,-1-1 1,-4-1-1,10-85 1,-19 99-12,-2 1 1,-2-1-1,-2 1 1,-1-1 0,-14-58-1,8 66-9,-1 1 0,-1 0 0,-2 1 0,-2 0 0,-1 1 1,-1 1-1,-1 1 0,-2 1 0,-1 0 0,-44-43 0,20 30 8,-1 2 0,-2 2 0,-2 2 0,-1 3 0,-77-37 0,5 11 4,-226-71 0,-150 6-200,-126 45-61,-11 68 62,363 23 156,1 12 0,1 13-1,-327 86 1,-369 178 133,497-119-21,-378 242-107,487-207-107,52 1-21,62-2 0,194-163 70,2 3 0,-83 116 0,113-138 28,1 1 0,1 1 0,3 1 0,1 1 0,1 0 0,-16 72 0,27-87 8,0-1 0,2 1 0,0 0 0,2 0 0,0 0 0,2 0 0,0-1 0,2 1 0,0-1 0,14 40 0,-7-34-89,2-1 0,0 0 0,2-1 0,1-1 0,1 0 0,1-1 0,36 37-1,-16-25-82,1-2-1,1-1 1,2-3-1,1-1 0,1-2 1,1-2-1,76 29 0,83 18-363,-125-47 348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7:24:52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39 432 15744,'0'1'267,"-1"0"1,0 0 0,1 0-1,-1 0 1,0 0 0,0 0-1,0-1 1,0 1 0,1 0-1,-1-1 1,0 1 0,0 0-1,-1-1 1,1 1 0,0-1-1,0 0 1,0 1 0,0-1-1,0 0 1,0 0 0,-1 1-1,1-1 1,-2 0 0,2-1-194,0 1 0,1-1 0,-1 1 0,0-1 0,0 1 0,1-1 0,-1 1 1,0-1-1,1 0 0,-1 1 0,0-1 0,1 0 0,-1 0 0,1 1 0,-1-1 1,1 0-1,0 0 0,-1 0 0,1 0 0,0 0 0,-1 1 0,1-1 0,0 0 0,0-2 1,0 2 133,0 1-1,0-1 1,0 1 0,0-1 0,1 0 0,-1 1 0,0-1 0,0 0 0,1 1 0,-1-1 0,0 1 0,1-1 0,-1 1 0,0-1 0,1 1-1,-1-1 1,1 1 0,-1-1 0,1 1 0,-1 0 0,1-1 0,-1 1 0,1 0 0,-1-1 0,1 1 0,0-1 0,21-7 1510,-13 5-1947,24-8-110,42-7-1,-39 10 232,49-17-1,93-49-39,31-12-109,-49 31-1674,266-53 1,-342 95 287,-16 10-21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7:24:52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313 163 13696,'-149'56'6783,"30"24"-7935,96-69 9472,5-1-8192,14 10 0,15-9 0,23-22 0,35-9-256,16-1 0,23-14 0,13-10 128,17 0-1024,4-1 0,5-10 0,9-15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7:24:52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84 14976,'-18'-15'2593,"1"0"-445,-34-21 0,17 19 3826,33 17-5919,-1 0-1,1-1 1,0 1 0,0 0 0,-1 0-1,1 0 1,0 0 0,0 1-1,0-1 1,-1 0 0,1 0-1,0 1 1,0-1 0,0 0-1,0 1 1,0 0 0,-1-1-1,1 1 1,0-1 0,0 1-1,0 0 1,1 0 0,-1 0-1,0-1 1,0 1 0,-1 2-1,-2 1-59,1 1 0,0 0 0,-1 0 0,-3 10 0,-1 5 40,2 1 1,0 0-1,2 0 0,0 0 1,1 1-1,1 39 1,0-31 14,-9 756-1578,11-569-1978,2-86 989,7-13 63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7:24:53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164 718 14208,'-17'-3'2565,"-32"-9"0,34 7-1698,1 0-1,0-1 1,-20-12 0,17 6 4146,17 11-4986,0 1 0,-1 0-1,1-1 1,0 1 0,-1-1 0,1 1 0,0 0 0,0-1 0,-1 1 0,1-1 0,0 1-1,0-1 1,0 1 0,0-1 0,0 1 0,-1-1 0,1 1 0,0-1 0,0 1 0,0-1-1,1 1 1,-1-1 0,0 1 0,0-1 0,0 1 0,0-1 0,0 1 0,0-1 0,1 1-1,-1 0 1,0-1 0,0 1 0,1-1 0,-1 1 0,0-1 0,1 1 0,-1 0 0,0-1-1,1 1 1,-1 0 0,1 0 0,-1-1 0,0 1 0,1 0 0,-1 0 0,1-1 0,-1 1-1,1 0 1,-1 0 0,1 0 0,0-1 95,17-7-35,1 1 0,0 0 0,0 2 0,36-7 0,-25 6-10,24-6-7,217-52 372,-201 47-645,58-19-832,-112 31 836,0-2 0,0 0 0,-1-1 0,0 0 0,20-15 0,-30 20 9,-1 0 0,0-1 0,0 0 0,0 1 0,-1-1 0,1 0-1,-1-1 1,0 1 0,3-6 0,-5 8 85,-1 0 0,1 0 0,-1 0 0,1 0 1,-1 0-1,0 0 0,0 0 0,0 0 0,0 0 0,0 0 0,0 0 0,0 0 0,-1 0 0,1 0 0,-1 0 0,0 0 0,1 0 0,-1 0 0,0 0 1,0 0-1,0 1 0,0-1 0,-1 0 0,1 1 0,-3-3 0,-6-7-481,0 1 1,-1 0-1,-1 0 0,1 1 1,-21-11-1,-71-32-446,27 16 1375,-7-12 979,54 30 52,0 1 0,-2 2 0,1 1 0,-64-20 0,91 33-1297,1 0 0,0 1-1,-1-1 1,1 1 0,-1 0 0,1 0-1,0 0 1,-1 0 0,1 0 0,-1 0-1,1 1 1,0-1 0,-1 1 0,1 0-1,0 0 1,-1 0 0,1 0 0,0 0-1,0 0 1,0 0 0,0 1 0,0-1-1,0 1 1,1-1 0,-1 1 0,0 0 0,1 0-1,-1 0 1,1 0 0,-2 4 0,-2 3 21,1 1 1,1 0 0,0 0 0,0 0 0,1 0 0,-1 11 0,-16 150 264,6 249-1,16-295-1018,5-1 0,6 0 0,41 167 0,-32-184-133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7:24:54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321 318 15360,'-57'-90'5305,"-13"-34"-1907,68 121-3225,0 0 1,1-1-1,-1 0 0,1 1 0,0-1 1,0 0-1,0 0 0,1 1 0,0-1 1,-1 0-1,1 0 0,1-6 0,-1 8-38,1 0 0,-1 0 0,1 0-1,0 0 1,0 0 0,0 0 0,0 0 0,0 0 0,0 1-1,1-1 1,-1 0 0,0 1 0,1-1 0,-1 1-1,1-1 1,3-1 0,0 0 73,1 1 0,-1-1 0,1 1 0,0 0 0,0 1 0,-1-1 0,1 1 0,0 0 0,1 1 0,-1-1 0,9 2 0,4 1-205,0 0 0,0 2 1,0 0-1,0 2 0,-1 0 0,1 1 0,-2 0 1,1 2-1,17 10 0,4 7 29,0 0 0,54 51 0,-65-52 32,-2 2 0,33 41 1,-45-49-33,0 1-1,-2 0 1,-1 1 0,0 1 0,7 22 0,-8-16 1,-2 0-1,-1 1 1,-1 0 0,-2 0-1,0 1 1,-2 0-1,-2-1 1,0 1 0,-2-1-1,-1 1 1,-2-1 0,-1 0-1,-1 0 1,-1 0-1,-2-1 1,-14 31 0,3-19-160,0-1-1,-3-2 1,-1 0 0,-33 36 0,-130 124-2971,113-127 1008,-3-3-1,-95 61 1,11-28-1004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7:25:06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40 13184,'-20'-39'7637,"18"40"-7260,1 0 1,0 0-1,0 0 1,0 0-1,0 0 1,0 0-1,0 0 1,1 1-1,-1-1 1,0 0-1,1 1 1,-1-1-1,0 3 1,0-3-245,-21 50 2,3 1 0,-25 101 1,-16 103 532,11 4 0,-25 407 1,70-615-1025,1-20-289,2 0-1,2 45 1,0-70 254,0 0-1,0 0 1,0 0-1,1 0 1,0 0 0,0 0-1,1 0 1,0 0-1,0-1 1,0 0-1,1 1 1,0-1 0,0-1-1,1 1 1,10 9-1,-13-13 156,0 0 0,1 0 0,-1-1 0,1 1-1,-1-1 1,1 0 0,0 0 0,0 0 0,0 0 0,0 0-1,-1-1 1,1 1 0,4-1 0,2 0-569,0-1-1,0 0 1,14-3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7:25:07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24 230 12928,'-5'-5'1763,"3"5"-1502,1-1 1,-1 0 0,1 0 0,0 0 0,0 0-1,0 0 1,-1 0 0,1-1 0,0 1 0,0 0-1,0-1 1,1 1 0,-1 0 0,0-1 0,0-1-1,14-3 7739,11 0-8018,0 0 0,1 2 1,-1 1-1,39-1 0,28-3-21,111-34-505,-166 31 232,-1-2 0,-1-2 0,51-26 0,-29 9-3677,-45 24 1834,-13-6-21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7:25:07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46 10368,'-6'1'734,"-1"0"0,1-1 0,-1 0 0,1-1 0,-1 1 0,0-1 0,1-1 0,-1 1 1,1-1-1,0 0 0,0 0 0,0-1 0,0 0 0,0 0 0,0 0 0,-8-8 0,10 9-598,-1 0 0,1 0 0,0 1 0,-1-1 0,0 1 0,1 0 0,-1 0 0,0 0 0,-8 1 0,12-1-108,0 1 0,0 0-1,0 0 1,0 1 0,0-1 0,0 0 0,0 0 0,0 0-1,0 1 1,0-1 0,0 0 0,1 1 0,-1-1 0,0 1 0,0-1-1,0 1 1,1-1 0,-1 1 0,0 0 0,1-1 0,-2 2-1,2-1 13,0 0-1,-1 1 0,1-1 1,0 0-1,0 0 0,0 1 1,0-1-1,0 0 0,1 0 1,-1 1-1,0-1 0,1 0 1,-1 0-1,0 0 0,1 0 1,0 0-1,-1 1 0,1-1 1,0 0-1,-1 0 0,3 1 1,35 50 353,-25-36-356,0 0-1,-2 1 1,0 1-1,16 35 1,57 143 197,-80-184-236,-2-5-7,1 1 1,0-1-1,1 1 1,5 9-1,-8-16 7,0 0 0,0 0 0,-1 0 0,1 0 0,0 0 1,0 0-1,0 0 0,0 0 0,0 0 0,1-1 0,-1 1 0,0 0 0,0-1 0,0 1 0,1 0 0,-1-1 0,0 0 0,1 1 1,-1-1-1,0 0 0,1 0 0,-1 0 0,0 1 0,1-1 0,-1-1 0,1 1 0,-1 0 0,0 0 0,1 0 0,-1-1 0,2 0 1,4-2-27,1-1 1,-1 0-1,-1-1 1,1 0-1,0 0 1,6-6-1,-6 4-73,0 1 0,1 0-1,15-9 1,-15 11-691,0 0 0,0-1 0,0 0 0,-1-1 0,0 0 0,0 0 0,8-8 0,9-5-1000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7:25:09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9984,'1'1'152,"-1"-1"1,1 1 0,-1-1 0,1 1-1,0 0 1,-1-1 0,1 1 0,0-1-1,-1 0 1,1 1 0,0-1 0,-1 0-1,1 1 1,0-1 0,0 0 0,-1 0-1,1 1 1,0-1 0,0 0 0,0 0-1,-1 0 1,1 0 0,0 0 0,0 0-1,1-1 1,9-14 3982,-10 13-3802,0 0 0,1-1 1,-1 1-1,1 0 1,-1-1-1,1 1 0,2-2 1,41-28 690,-42 31-924,0 0 1,0 0 0,0 1-1,0-1 1,0 1-1,0 0 1,0-1 0,0 2-1,0-1 1,0 0-1,1 0 1,-1 1 0,-1 0-1,1 0 1,0 0 0,0 0-1,0 0 1,4 3-1,21 5 378,226 62 701,-206-54-957,-1 2 1,-1 2 0,53 32-1,-86-45-222,0 1-1,-1 0 1,0 1-1,-1 1 1,0 0-1,0 0 1,-1 1-1,-1 0 1,0 0-1,10 21 1,-14-23 1,-1-1 1,0 1 0,0 0-1,-1 1 1,-1-1-1,0 0 1,0 1-1,-1-1 1,0 1 0,-1 0-1,0-1 1,-1 1-1,0-1 1,-1 1-1,0-1 1,-5 14 0,1-8 19,0-1 1,-2 0 0,0-1 0,0 1 0,-1-2-1,-1 1 1,-14 14 0,-88 81 60,79-80-109,-314 276-2250,303-266 410,-55 64 0,45-41-53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7:25:12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59 197 9344,'-49'10'3989,"40"-6"-1807,9 0 535,10 1 296,2-2-3473,-7-1 489,-1-1 1,1 0 0,0 0-1,-1 0 1,1 0 0,0-1-1,0 0 1,0 0 0,-1 0-1,1-1 1,8-1 0,50-16 524,70-29 1,-116 40-526,241-111 70,-245 111-561,1 1 0,18-6-1,24 1-1201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7:25:12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10 10112,'-18'-5'2391,"-13"0"1319,28 11 1428,0 19-4815,3 14-5,1-1 0,2 1 1,2-1-1,13 53 0,-6-32 203,-2-8-145,22 70 1,-27-106-615,1 0 0,0 0 1,1-1-1,1 1 0,1-1 0,0-1 1,0 0-1,23 23 0,-27-31-60,2 0-1,-1 0 0,0-1 1,1 1-1,0-2 0,0 1 1,0-1-1,1 0 0,-1 0 1,1-1-1,14 2 0,39 2-1493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07:25:12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10880,'-5'1'957,"-1"-1"-451,-1 1-1,1 0 0,0 0 1,-10 4-1,14-4-243,1 0 0,-1-1 0,1 1 0,0 0 0,0-1 0,-1 1 0,1 0 0,0 0 0,0 0 1,0 0-1,0 0 0,0 0 0,0 1 0,0-1 0,1 0 0,-1 0 0,0 1 0,1-1 0,-1 0 0,0 1 0,1-1 0,0 0 0,-1 1 0,1-1 0,0 1 0,0 2 0,0-3-204,1 0-1,0 0 1,0 0-1,-1 0 1,1 0-1,0 0 1,0-1-1,0 1 0,0 0 1,0 0-1,0-1 1,0 1-1,0-1 1,0 1-1,1-1 1,-1 1-1,0-1 1,0 0-1,0 1 0,1-1 1,-1 0-1,2 0 1,31 4-142,151 16 927,-149-14-611,-1 2 0,0 2 0,38 15-1,-58-19-140,-1 1-1,0 1 1,0 0-1,-1 0 1,0 2-1,-1-1 1,0 2-1,17 18 1,-21-20-39,-1 0 0,-1 0 0,1 1 1,-2-1-1,1 2 0,-1-1 0,-1 0 1,0 1-1,0 0 0,-1 0 0,-1 0 0,3 20 1,-5-13-78,0 0 0,-1-1 1,-1 1-1,0-1 1,-1 1-1,-1-1 1,-1 0-1,0 0 1,-11 21-1,0-6-681,-1 0-1,-2 0 0,-31 40 1,33-52-222,-32 33 0,-10-6-886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7:25:24.7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6286 599 118 0,'-17'-101'59'0,"52"101"-58"0,-14 10 60 0,0 43-61 16,4 38 0-16,-7 53-1 15,3 60 1-15,-7 72-2 16,-3 63 0-16,-8 81 0 16,4 78 0-16,-17 79-1 15,-1 113 1-15,-3 53-1 16,0 54 1-16,-11-7 1 15,4 10 1-15,0-7 0 16,3 0 0-16,-3 4 1 16,0-7 0-16,0 4 1 15,0-7 0-15,3 6 0 16,7-18 1-16,4-23-1 16,7-40 0-16,11-63-3 15,14-66 1-15,3-78-13 0,18-78 1 16,7-79-1-16,17-79 1 15</inkml:trace>
  <inkml:trace contextRef="#ctx0" brushRef="#br0" timeOffset="765.11">910 1034 95 0,'-32'-22'47'0,"54"63"-39"15,-12-31 48-15,1 15-53 16,6 28 0-16,12 32 1 16,-5 31 1-16,5 50-7 15,-1 6 1-15,0 32 3 16,-7 0 1-16,-7-16-4 0,4-9 1 15,0-19-6-15,-4-32 1 16,-4-21-14-16,-3-19 0 16,0-29-1-16,4-27 1 15</inkml:trace>
  <inkml:trace contextRef="#ctx0" brushRef="#br0" timeOffset="1079.55">1873 1768 109 0,'25'-53'54'0,"-50"37"-72"0,18 16 96 0,-14 6-78 16,-7 4 1-16,0 9-1 16,-4 15 0-16,0 20-1 15,4 8 0-15,-4 1 0 16,14 6 1-16,18 3-1 15,11-16 0-15,24-5 0 16,11-11 1-16,21-8 0 16,-7-23 1-16,7-9 0 15,-7-19 0-15,-10-12 0 16,-19-7 0-16,-2-15-3 16,-19-13 0-16,-17-12-13 15,-14-1 0-15,-21 4 0 16,-8 6 1-16</inkml:trace>
  <inkml:trace contextRef="#ctx0" brushRef="#br0" timeOffset="1335.3">2036 1141 108 0,'10'-34'54'0,"82"34"-66"0,-64 0 84 15,21 9-72-15,18 25 1 0,8 20-1 16,9 8 1-16,-10 20-2 16,-14 15 1-16,-21 29 0 15,-18-7 1-15,-24 3-2 16,-25-22 1-16,-15 1-4 16,-24-7 1-16,4-16-11 15,-4-15 0-15,0-22 0 16,7-19 1-16</inkml:trace>
  <inkml:trace contextRef="#ctx0" brushRef="#br0" timeOffset="1517.5">2900 1840 118 0,'21'10'59'0,"60"27"-77"15,-49-24 95-15,7-1-80 0,10 4 1 16,8-6-18-16,2-10 1 16,5-10 20-16,7-18 0 15</inkml:trace>
  <inkml:trace contextRef="#ctx0" brushRef="#br0" timeOffset="1756.85">3895 1279 105 0,'-14'-22'52'0,"28"60"-53"0,-4-23 64 0,11 14-62 16,1 5 0-16,6 23 1 16,-7 21 0-16,-3 16-3 15,-8 9 1-15,-6 14 1 16,-4-20 0-16,-4 3-5 15,4 4 0-15,-7-20-13 16,7-15 0-16,0-25-1 16,7-16 1-16</inkml:trace>
  <inkml:trace contextRef="#ctx0" brushRef="#br0" timeOffset="2159.84">4921 1370 101 0,'-35'-3'50'0,"3"9"-58"0,25-6 80 0,-3 9-70 15,-1 1 0-15,0 9 2 16,-3 18 0-16,0 23-5 15,0 12 0-15,3 16 3 16,4 3 0-16,7-3-5 16,7-13 0-16,-3-16-11 15,7-12 1-15,6-18-1 16,4-23 1-16</inkml:trace>
  <inkml:trace contextRef="#ctx0" brushRef="#br0" timeOffset="2428.53">5369 1063 94 0,'25'-19'47'0,"-29"0"-47"0,4 19 62 16,-7-6-59-16,4 6 0 16,3 6 2-16,0 3 0 15,10 10-6-15,8 25 1 16,14 28 4-16,0 19 0 15,10 16-1-15,4 25 1 16,-4-4-4-16,-10 4 0 16,-18-13-2-16,-35 3 1 0,-25 1-26 15,-35-14 0-15,-39-18-1 16,-35-22 1-16</inkml:trace>
  <inkml:trace contextRef="#ctx0" brushRef="#br0" timeOffset="2791.95">480 4581 114 0,'0'38'57'0,"32"65"-52"0,-22-59 58 16,-3 28-64-16,4 22 1 16,-1 16-10-16,-10 6 0 0,4-3-1 15,3-10 0-15,-7-15-6 16,7-16 1-16</inkml:trace>
  <inkml:trace contextRef="#ctx0" brushRef="#br0" timeOffset="3107.57">1178 4681 119 0,'-31'-18'59'0,"6"-1"-76"15,21 28 97-15,-3 7-81 16,-3 9 1-16,-1 13-1 15,-10 15 1-15,0 6-2 16,3 20 1-16,8 9-1 16,10-4 1-16,17-18-1 0,4-6 1 15,11-16 1-15,17-7 0 16,-3-21 2-16,-3-13 0 16,-1-6-1-16,-14-19 1 15,-21-13-3-15,-14-15 1 16,-14-3-11-16,-7-7 1 15,-4-5-1-15,4 8 1 16</inkml:trace>
  <inkml:trace contextRef="#ctx0" brushRef="#br0" timeOffset="3361.96">1894 4327 114 0,'-38'-3'57'0,"45"25"-63"16,3-10 77-16,11 10-71 15,8 16 0-15,2 18 0 16,8 13 0-16,-14 10 0 16,-11 15 0-16,-21 22 0 15,-14-3 1-15,-25-7-3 16,-7-2 1-16,-7-19-12 15,4-23 1-15,13-27-1 16,4-23 1-16</inkml:trace>
  <inkml:trace contextRef="#ctx0" brushRef="#br0" timeOffset="3568.56">2745 4807 125 0,'56'12'62'0,"64"7"-77"0,-81-13 94 16,21 1-88-16,3-4 0 15,4-9 0-15,-7-4 1 0</inkml:trace>
  <inkml:trace contextRef="#ctx0" brushRef="#br0" timeOffset="3741.25">2910 4421 123 0,'-38'19'61'0,"69"88"-63"16,-13-76 68-16,10 16-66 16,4 19 0-16,0 9-2 15,3 7 1-15,-3 15-3 16,-11-9 0-16,-10-4-13 15,-4-5 0-15,-4-10-1 16,4-10 1-16</inkml:trace>
  <inkml:trace contextRef="#ctx0" brushRef="#br0" timeOffset="3984.86">4286 4396 112 0,'39'-9'56'0,"-35"15"-64"0,3 0 87 16,-7 0-78-16,0 10 0 15,-7 12 0-15,-8 16 0 0,5 10-2 16,-18 5 1-16,-1 4 0 16,1 9 1-16,4 19-5 15,2 0 1-15,5 3-9 16,6-9 0-16,11-16 0 15,14-16 1-15</inkml:trace>
  <inkml:trace contextRef="#ctx0" brushRef="#br0" timeOffset="4208.55">4971 4556 108 0,'-7'-3'54'0,"-15"18"-56"15,22-5 72-15,-10 9-68 16,3 3 0-16,-4 3 0 16,8 3 1-16,-15 3-5 15,7 10 1-15,1 6 2 16,-1 6 0-16,4 10-5 0,4 12 1 16,3-6-8-16,3-3 0 15,8-16 0-15,10-15 1 16</inkml:trace>
  <inkml:trace contextRef="#ctx0" brushRef="#br0" timeOffset="4505.6">5390 4321 110 0,'-28'-10'55'0,"39"10"-61"16,-4 0 74-16,14 10-68 15,7 5 0-15,4 14 0 16,10 18 1-16,4 31-1 16,-3 7 0-16,-12 12 1 15,-17 16 1-15,-17 12-1 16,-22-6 1-16,-14 1-1 15,-21-14 1-15,-7-15-11 16,-7-9 0-16,-3-20-1 16,-1-15 1-16</inkml:trace>
  <inkml:trace contextRef="#ctx0" brushRef="#br0" timeOffset="5082.32">1199 2678 101 0,'-3'-22'50'0,"116"44"-49"0,-46-22 51 15,35-10-53-15,57 4 1 16,38-10-1-16,47 7 1 16,42-13 0-16,10-6 1 15,25-4-1-15,0 4 0 16,-14-10-1-16,-35-2 1 0,-18 2-7 16,-46 10 0-1,-35 0-1-15,-46 15 1 0</inkml:trace>
  <inkml:trace contextRef="#ctx0" brushRef="#br0" timeOffset="5335.94">2113 2812 105 0,'4'-18'52'0,"123"-1"-59"16,-67 9 70-16,31-2-64 16,36-1 1-16,22-6 0 15,9 1 0-15,5-4-1 16,13 9 1-16,-7-12-6 16,-6 6 1-16,-15 10-10 15,-18-1 1-15,-27-2-1 16,-29 6 1-16</inkml:trace>
  <inkml:trace contextRef="#ctx0" brushRef="#br0" timeOffset="5616">2642 2838 106 0,'-60'-16'53'0,"60"22"-70"0,11-3 89 0,7 13-73 15,13 3 0-15,8-4 0 16,10 14 0-16,1 8 1 16,-1 10 1-16,1 3-2 15,-19-2 1-15,-9 2 0 16,-22-6 0-16,-11-1 0 16,-21 5 0-16,-14-5 0 15,4-5 0-15,-29-13-7 16,4-15 1-16,-3-4-1 15,-1-6 1-15</inkml:trace>
  <inkml:trace contextRef="#ctx0" brushRef="#br0" timeOffset="6064.65">3796 2825 96 0,'-11'13'48'0,"-87"77"-58"0,69-74 55 15,-9 3-48-15,-1 0 1 16,0-16 0-16,4-3 0 16,10-10 4-16,11-8 0 0,14-1-1 15,10 0 1 1,22-9 2-16,18 6 0 0,10 0 0 15,7 0 0-15,7 9-1 16,-4-5 1-16,-6 8-3 16,-15 10 1-16,-14 10-2 15,-17 15 0-15,-29 6-2 16,-10 19 1-16,-25-6 0 16,-14 9 0-16,-14-6 0 15,-3 7 1-15,-1-7 0 16,15 3 1-16,3-9-1 15,21 6 1-15,11-16 0 16,21-3 0-16,21-12 0 16,28 0 0-16,18-7-1 15,0 1 0-15,18-7-5 16,3 6 0-16,7 13-16 16,11 6 0-16,-18 7-1 15,-7 12 1-15</inkml:trace>
  <inkml:trace contextRef="#ctx0" brushRef="#br0" timeOffset="6530.52">748 5976 73 0,'-39'7'36'0,"7"-1"-42"16,32-3 62-16,4 3-53 15,13-6 1-15,22-6 4 16,25 3 0-16,35-6-9 16,42-4 1-16,46-9 6 15,53 10 1-15,31-14-2 0,33 5 0 16,17 5-2-16,17-9 0 15,-17 0-2-15,-7 0 0 16,-24-4-4-16,-29 14 1 16,-25-10-14-16,-35 3 0 15,-49 3 0-15,-36 6 0 16</inkml:trace>
  <inkml:trace contextRef="#ctx0" brushRef="#br0" timeOffset="6785.55">2014 6042 102 0,'-28'-12'51'0,"78"2"-67"15,-22 4 83-15,21-10-68 16,43-2 1-16,17-4-1 15,29-7 0-15,14-2 0 16,-1 9 0-16,4-6-6 16,-17 9 0-16,-18 10-7 15,-11 2 0-15,-28 14 1 16,-10-7 0-16</inkml:trace>
  <inkml:trace contextRef="#ctx0" brushRef="#br0" timeOffset="7144.89">2332 6118 99 0,'-18'-4'49'0,"36"-5"-65"0,-4 3 83 15,11 3-69-15,6-7 0 0,1 10-1 16,7-3 1-16,3 3 3 15,4 0 0-15,-7 6-2 16,3 4 0-16,-10 5 2 16,3 17 1-16,-14 5 1 15,-17 17 0-15,-15 5 1 16,-17 7 0-16,-25 3 0 16,-17 3 0-16,-11 4-2 15,-8-7 1-15,1-7-4 16,7-15 1-16,3-9-4 15,19-7 1-15,6-6-10 16,14-15 1-16,11 2 0 16,6-5 0-16</inkml:trace>
  <inkml:trace contextRef="#ctx0" brushRef="#br0" timeOffset="7580.82">3094 6353 102 0,'14'12'51'0,"-53"-18"-62"0,32 0 73 16,-3-10-64-16,-1-9 0 16,4-6-2-16,3-7 1 15,4 3 3-15,4 4 0 16,10-6-2-16,7 11 1 15,0 1 1-15,8 3 1 0,2 7 1 16,1 12 1-16,3 9 0 16,-3 10 1-16,-4 9-1 15,-3 6 0-15,-7 10-3 16,-1-10 1-16,-24 22-2 16,-3-2 1-16,-22-1-1 15,-7-3 0-15,-21 0-1 16,-10 0 0-16,-1-6 0 15,4-1 1-15,7-5 1 16,4-7 0-16,20 3 1 16,19-2 1-16,17-4 0 15,17 0 1-15,26 3 0 16,27 3 0-16,18 1-1 16,4 2 1-16,24-2-8 15,4 5 0-15,0 1-2 16,0 0 1-16</inkml:trace>
  <inkml:trace contextRef="#ctx0" brushRef="#br0" timeOffset="8036.38">473 8780 119 0,'-11'-13'59'0,"-17"4"-68"16,28 15 79-16,7 16-71 16,11 22 0-16,-4 22-2 15,7 25 1-15,7 19 2 16,-10 12 0-16,-4 19-3 15,-7-3 0-15,0 0-3 16,-3-16 0-16,-4-15-9 16,0-26 0-16,10-21-1 0,8-38 1 15</inkml:trace>
  <inkml:trace contextRef="#ctx0" brushRef="#br0" timeOffset="8331.2">1298 8981 119 0,'-60'18'59'0,"0"36"-81"0,50-39 100 0,-1 10-82 16,1 4 1-16,10 8-3 15,-8 7 0-15,8 9 7 16,8 1 1-16,2 2-6 15,11 1 1-15,18-10 2 16,3-10 0-16,8-12 2 16,6-15 1-16,-3-13 0 15,-3-19 0-15,-12-10 0 16,-6-5 0-16,-14-20-4 16,-15-12 1-16,-17-9-16 15,-14-4 0-15,-11-2-1 16,-3 8 1-16</inkml:trace>
  <inkml:trace contextRef="#ctx0" brushRef="#br0" timeOffset="8586.76">1655 8642 112 0,'10'0'56'0,"54"6"-74"0,-29 4 94 15,18 8-77-15,7 17 0 16,7 15-1-16,-7 19 0 16,-11 19 2-16,-17 12 1 15,-21 7-2-15,-22 6 0 0,-21-4 0 16,-14-8 1-16,-7-13-5 16,-3-16 1-16,3-13-21 15,14-15 0-15,0-12 0 16,18-20 1-16</inkml:trace>
  <inkml:trace contextRef="#ctx0" brushRef="#br0" timeOffset="8805.36">2533 9288 119 0,'-11'6'59'0,"54"16"-91"15,-15-16 121-15,14-6-94 16,25-3 1-16,25-9-14 16,3-1 0-16,-10-6 3 0,0-3 1 15,-25-3-12-15,-8 10 1 32</inkml:trace>
  <inkml:trace contextRef="#ctx0" brushRef="#br0" timeOffset="9007.14">2621 8959 114 0,'-39'-10'57'0,"50"23"-86"16,-4-1 115-16,14 16-87 15,0 13 0-15,8 13-1 16,-8 18 0-16,-11 22 1 15,-3 19 1-15,-14 3-10 16,-3 0 0-16,-1-10 0 16,4-12 0-16</inkml:trace>
  <inkml:trace contextRef="#ctx0" brushRef="#br0" timeOffset="9382.7">3849 8814 119 0,'7'10'59'0,"-7"31"-72"0,0-23 86 16,-7 26-75-16,3 16 0 0,4 3-6 16,-7 2 0-16,0 1 3 15,4 0 1-15,-8-9-10 16,0-7 1-16,1-10-11 15,-1-11 1-15,4-7 3 16,-3-13 0-16</inkml:trace>
  <inkml:trace contextRef="#ctx0" brushRef="#br0" timeOffset="9547.62">3856 8253 110 0,'-57'-22'55'0,"5"19"-94"16,41 3 111-16,-7 3-104 15,8 0 1-15,-8 0-1 16,15 0 1-16</inkml:trace>
  <inkml:trace contextRef="#ctx0" brushRef="#br0" timeOffset="9747.26">4346 8695 109 0,'0'16'54'0,"18"25"-72"0,-8-23 93 0,-10 17-76 16,0 15 1-16,0 16-2 15,-10 9 0-15,-11-9 0 16,3 3 1-16,-10-3-7 15,7-7 0-15,10-11 0 16,0-17 0-16</inkml:trace>
  <inkml:trace contextRef="#ctx0" brushRef="#br0" timeOffset="9973.4">5084 8601 121 0,'17'35'60'0,"-34"-20"-72"16,17 1 87-16,-4 9-77 15,4 13 1-15,0 6-5 16,0 9 1-16,-11 13 4 0,8-13 0 16,-11 25-10-16,-7-2 1 15,-4-4-18-15,4-9 1 16,7-16 1-16,-4-19 1 15</inkml:trace>
  <inkml:trace contextRef="#ctx0" brushRef="#br0" timeOffset="10248.45">5390 8272 114 0,'-7'-6'57'0,"-31"-10"-84"15,27 19 119-15,7 3-93 16,-3 10 1-16,14 12 0 16,8 16 0-16,9 9 0 15,8 7 0-15,7 12 0 16,-14 10 0-16,-1 15 0 16,-10 6 0-16,-7-5-1 15,-24 2 1-15,-19-9-6 16,-20-3 0-16,-25-1 0 15,-7-5 0-15</inkml:trace>
  <inkml:trace contextRef="#ctx0" brushRef="#br0" timeOffset="10538.45">797 10426 111 0,'-176'10'55'0,"148"-10"-61"0,38-4 64 16,29-8-58-16,42-10 0 0,43-6 1 15,59-10 0-15,46-9-1 16,40 0 0-16,41 3 1 15,29 3 0-15,17-3-1 16,-7 13 1-16,-21-3-2 16,-21 2 1-16,-46 1-9 15,-42 6 0-15,-43 3-1 16,-45 6 1-16</inkml:trace>
  <inkml:trace contextRef="#ctx0" brushRef="#br0" timeOffset="10749.42">2064 10367 112 0,'3'6'56'0,"96"-38"-68"15,-43 17 77-15,43-10-66 0,32-13 0 16,38-3-7-16,0 1 0 15,4-1 0-15,-7 6 1 16,-25 1-5-16,-31 15 1 16</inkml:trace>
  <inkml:trace contextRef="#ctx0" brushRef="#br0" timeOffset="11056.61">2254 10373 117 0,'-7'12'58'0,"35"32"-77"16,-10-28 92-16,10 9-76 16,-3 13 1-16,3 12-2 15,-7 19 0-15,-10 6 5 16,-11 13 0-16,-11 3-3 15,-13 6 1-15,-5-3 1 16,-9-15 0-16,-1-10 1 16,-4-16 0-16,5-12-9 15,-12-13 1-15,1-19-1 16,7-12 1-16</inkml:trace>
  <inkml:trace contextRef="#ctx0" brushRef="#br0" timeOffset="11528.93">3609 10517 112 0,'-32'44'56'0,"-84"-10"-69"0,88-27 74 15,-8-4-65-15,-3-3 0 0,-10-10-6 16,0-5 1-16,-1-7 10 15,8-3 0-15,7-7-6 16,14 7 1-16,17-3 4 16,15 9 0-16,10 0 4 15,18 10 0-15,-1 3 1 16,15 6 1-16,-3 6-1 16,3 10 0-16,3 9-4 15,-17 3 0-15,-18 10-3 16,-14 12 1-16,-21 6-1 15,-11 4 1-15,-24 3-1 16,-22-1 1-16,-13 1 0 16,-8 0 1-16,11-7 0 15,10-6 1-15,11-9 0 16,21-3 1-16,22-7 0 16,34-3 1-16,26 1-1 15,27-7 0-15,26-1-1 0,13 5 1 16,11-5-5-16,10-2 0 15,-10 3-17-15,0-3 1 16,-10-3-1-16,-12-1 0 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7:31:38.8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13614 3217 108 0,'0'0'54'0,"-526"34"-55"16,343-15 54-16,-71 6-54 15,-67 29 1-15,-39 15 0 16,-35 12 1-16,-15 16-2 16,1 19 1-16,0 29 0 15,3 15 0-15,11 18 0 16,18 10 0-16,13 16-1 15,26 31 1-15,17 13 0 16,35 9 0-16,21 16-1 0,22 13 1 16,42 27-1-16,24 19 1 15,15 7-1-15,46 12 1 16,6 16-1-16,40 10 1 16,24 8-1-16,46-2 1 15,28-19 0-15,29-7 0 16,31 10 0-16,35-3 0 15,33-13 0-15,34-3 0 16,15-12 0-16,49 5 1 16,-4-24-1-16,36 3 0 15,17-25 0-15,11-13 1 0,18-19-1 16,17-2 1-16,11-20-1 16,17-21 1-16,11-35 0 15,15-7 0-15,-5-30 0 16,19-23 0-16,2-18 0 15,5-23 0-15,6-15-1 16,-7-18 1-16,-10-23-1 16,0-19 1-16,-4-21 0 15,-10-29 0-15,-4-38 0 16,0-24 0-16,-11-32-1 16,-3-34 1-16,-10-19 0 15,-18-35 0-15,-15-3-1 16,-20-22 1-16,-29-9 0 15,-21-12 1-15,-31-4-1 16,-19-12 1-16,-31-23-1 16,-24-2 0-16,-15-20 0 0,-21-8 1 15,-21-1-2-15,-22-12 1 16,-20 3-1-16,-18 3 0 16,-25-6 0-16,-25 9 1 15,-17 10-1-15,-25-4 0 16,-10 7 0-16,-22-1 0 15,-14 11-1-15,-13 8 1 16,-8 10 0-16,-14 10 0 16,-14 11 0-16,-11 4 0 15,-14 16 0-15,-10 6 1 0,-4 16-1 16,-14 12 1-16,-11 7-1 16,-7 12 0-16,-3 22 0 15,-14 0 1-15,-7 12-1 16,-1 19 0-16,-10 17 0 15,0 20 1-15,-14 14-1 16,4 6 1-16,-22 18-1 16,-3 23 1-16,-14 12-1 15,-8 19 0-15,-3 12-5 16,-24 13 1-16,-5 10 0 16,-2-1 0-16</inkml:trace>
  <inkml:trace contextRef="#ctx0" brushRef="#br0" timeOffset="1960.2">13758 1455 101 0,'-14'0'50'0,"-25"81"-46"0,32-46 51 16,0 21-55-16,4 32 0 16,-4 37 0-16,0 42 0 15,0 30 0-15,7 45 0 0,-4 46 1 16,8 26 0-16,-8 43 1 15,1 32 1-15,-1 25-1 16,1 12 1-16,3 1 0 16,7-16 0-16,7-1-1 15,-4-30 0-15,8-20-1 16,-8-15 1-16,1-15 0 16,-4-20 0-16,0-18 0 15,-7-19 1-15,-3-19-1 16,3-26 1-16,0-21-2 15,0-22 1-15,3-15-2 16,4-17 0-16,4-21-2 16,-4-16 0-16,0-28-15 15,0-35 0-15,-7-50 0 16,-18-53 0-16</inkml:trace>
  <inkml:trace contextRef="#ctx0" brushRef="#br0" timeOffset="2626.42">11539 981 109 0,'-60'-34'54'0,"36"43"-52"16,20-15 54-16,1 3-56 16,3-7 0-16,10 1 0 15,8-10 0-15,10-3 0 16,14-9 0-16,15-1 2 0,13 1 0 15,8 6 0-15,-4 6 1 16,-7 19-1-16,-7 19 1 16,-10 9-1-16,-19 22 0 15,-13 13-2-15,-18 19 1 16,-18 15-1-16,-24 6 0 16,-15 4-1-16,-13 6 1 15,6 6-1-15,8-16 1 0,14-21 0 16,10-4 0-16,14-24 0 15,15-14 1-15,13-5 0 16,19-10 0-16,20-16 0 16,11-12 0-16,7-3-1 15,7-19 0-15,0-13-7 16,-3-9 1-16,-4 3-1 16,-4-9 1-16</inkml:trace>
  <inkml:trace contextRef="#ctx0" brushRef="#br0" timeOffset="2843.63">11430 1696 112 0,'-60'-28'56'0,"85"22"-60"0,-4-1 63 15,11-5-67-15,17-13 1 16,18-4-16-16,18 1 1 16,3-6 25-16,-3-7 1 15</inkml:trace>
  <inkml:trace contextRef="#ctx0" brushRef="#br0" timeOffset="3314.17">13501 2286 106 0,'-32'12'53'0,"32"1"-64"15,0-13 77-15,7-13-66 16,11-6 0-16,3-9 0 0,4-16 0 15,3-3-1-15,0-16 1 16,0-18 0-16,1 6 0 16,-1 9 0-16,-4 3 1 15,5 4 0-15,-1 5 1 16,4 7-1-16,6 3 1 16,5 10 1-16,6 6 0 15,-3 12-1-15,-7 16 0 16,-7 22 0-16,-8 15 1 15,-3 32-3-15,-3 13 0 0,-4 9-13 16,4-3 1-16,3 0-1 16,7 2 0-16</inkml:trace>
  <inkml:trace contextRef="#ctx0" brushRef="#br0" timeOffset="4409.22">13790 9617 105 0,'-28'6'52'0,"-36"16"-57"0,43-9 53 15,-32 12-51-15,-21 6 0 16,-28 16-3-16,-46 16 1 16,-25 25 7-16,-49 18 0 15,-25 20-5-15,-43 18 1 16,-34 29 2-16,-32 21 0 15,-18 29 2-15,-22 18 1 16,-13 29-1-16,14 15 0 0,7 7 0 16,4 9 1-16,41-31-2 15,8-10 1-15,53-25-2 16,28-37 1-16,18-26-1 16,45-25 1-16,25-27-1 15,11-17 0-15,18-15 0 16,20-13 0-16,15-12 0 15,21-4 1-15,3-15-1 16,22-9 1-16,6-10-1 16,15-16 0-16,10-18 0 15,11-26 1-15,14-24-1 16,14-26 1-16,11-6-1 16,0-9 0-16,13-7 0 15,8 4 1-15,-10 9-1 16,2 15 0-16,-13 10 1 15,-11 19 0-15,-3 13 0 16,-11 21 0-16,-4 16 0 16,-17 28 1-16,3 32 0 0,1 31 0 15,6 25-1-15,18 18 1 16,25 8-1-16,14-8 0 16,14-14-1-16,25-23 1 15,20-28-4-15,15-35 1 16,4-27-2-16,6-26 1 15</inkml:trace>
  <inkml:trace contextRef="#ctx0" brushRef="#br0" timeOffset="4738.35">6128 14324 117 0,'-43'34'58'0,"29"13"-63"15,11-18 69-15,-4 24-66 16,-7 22 1-16,-18 44-2 16,4 23 0-16,-29 17 0 15,-3 8 1-15,7-7-8 0,-7-26 1 16,11-24-11-16,0-25 0 16,3-22 1-16,3-32 1 15</inkml:trace>
  <inkml:trace contextRef="#ctx0" brushRef="#br0" timeOffset="4946.53">5140 14750 95 0,'-18'-47'47'0,"47"44"-57"0,-8 6 82 0,7 7-69 16,21 2 1-16,15 13 2 16,13 16 0-16,33 12-8 15,13 13 1-15,22 6 4 16,35 4 0-16,10-4-7 15,29-6 1-15,17-13-2 16,25-18 0-16</inkml:trace>
  <inkml:trace contextRef="#ctx0" brushRef="#br0" timeOffset="5770.47">13843 9645 102 0,'-25'13'51'0,"92"6"-54"16,-24-19 52-16,13-7-51 16,18 4 1-16,21-6-1 15,29 3 0-15,24 2 3 16,39 8 1-16,28 2-1 15,50 3 1-15,38 4 1 16,50 9 0-16,32 6 1 16,34 3 0-16,19 1-2 15,24 5 1-15,14-8-1 0,22-11 0 16,6-18-2 0,-7-9 1-16,-10-4-1 0,-14-5 1 15,-32 2-1-15,-35 7 1 16,-39 5-1-16,-50 1 0 15,-35 3-1-15,-45-3 1 16,-36-3-1-16,-35-10 1 16,-36-3-1-16,-24-3 1 15,-36-9 0-15,-27-7 0 16,-33-2 0-16,-24-1 1 0,-28-3-1 16,-22-3 1-16,-13 12-1 15,-8 7 1-15,15 6-1 16,13 7 1-16,22 11-1 15,17 11 1-15,32 15-1 16,29 18 1-16,24 23-1 16,17 12 1-16,8 10-1 15,-14 9 0-15,-22 10-1 16,-24-4 0-16,-21-9-3 16,-22-13 0-16,-21-15 0 15,-7-16 0-15</inkml:trace>
  <inkml:trace contextRef="#ctx0" brushRef="#br0" timeOffset="6012.84">23717 9256 123 0,'7'13'61'0,"29"28"-70"0,-8-19 78 16,7 9-70-16,18 10 1 15,11 15-1-15,10 1 0 0,7 9 1 16,3-4 0-16,8-2-5 16,-4-7 1-16,-10-6-16 15,-15-6 0-15,-10-19 0 16,-24-6 1-16</inkml:trace>
  <inkml:trace contextRef="#ctx0" brushRef="#br0" timeOffset="6253.84">24476 9269 122 0,'14'6'61'0,"7"-6"-84"16,-7 7 107-16,0 8-85 15,0 13 1-15,-7 20 0 16,-10 27 0-16,-18 31 0 16,-18 29 1-16,-14 38-1 15,-7 21 1-15,-7 16 0 0,3-6 0 16,8-10-1 0,7-24 0-16,3-26-20 15,7-34 0-15,4-51 0 0,-1-59 0 16</inkml:trace>
  <inkml:trace contextRef="#ctx0" brushRef="#br0" timeOffset="11788.26">13741 9633 79 0,'10'25'39'0,"-6"-6"-35"16,-1-19 40-16,4 6-42 15,-3 0 0-15,3 1 0 16,-3-4 1-16,-1 0-2 0,4 0 0 15,-3 0 4-15,-4-3 0 16,0 3 0-16,0 0 0 16,0 0 1-16,0 1 1 15,0-1-2-15,0-3 0 16,0-13-1-16,-4-9 1 16,4-6-3-16,-3-10 1 15,-1 1-2-15,-3-7 1 0,0 0-1 16,-4 6 0-16,1 1 0 15,-1 8 0-15,-3-2 0 16,0-3 1-16,0-4-1 16,-4-9 0-16,8-13 0 15,-4 1 1-15,10-4-2 16,-3-3 1-16,3 4-1 16,1 2 0-16,-1 10 0 15,-6-7 1-15,6 4-1 16,-3 3 1-16,0-10-1 15,0 1 1-15,4-7-1 16,3 0 1-16,3 0-1 16,1-9 1-16,3 0-1 15,0-1 0-15,7 4 0 16,-7-3 0-16,3 6 0 16,-2 6 0-16,2-6 0 15,-3-6 0-15,4-7 0 16,3-5 0-16,-4-4 0 0,1 0 0 15,3-10 0-15,0-5 0 16,0 2 0-16,0 7 0 16,4 6 0-16,-4 3 0 15,-3 10 0-15,-4-10 0 16,0 4 0-16,-4-4 0 16,1 3 0-16,3 0 0 15,-3-6 0-15,-4 1 0 0,3-5 0 16,1 1 0-16,-1 3 0 15,1 10 1-15,-4 6-1 16,0-1 0-16,-4 4 0 16,1-9 0-16,-1-10 0 15,4 3 0-15,4-6 0 16,-4-16 0-16,3 7 0 16,4-1 0-1,4-21 0 1,-1 18 0-16,1 13 0 15,-4-6 0-15,4 3 0 16,3-1 0-16,-4 1 0 16,-3 6 0-16,0-3 0 15,0-3 0-15,-3 6 0 16,-1 6 0-16,-3 13 0 16,-7 6 0-16,-3 4-1 15,-1 15 1-15,-3 0 0 16,0 12 0-16,3 1 0 15,-3-1 0-15,4 13 0 0,-1 0 0 16,4 6 0-16,0 4 1 16,4 2-1-16,-1 1 0 15,0 9 0-15,-3 0 0 16,0 9 0-16,-3 1 0 16,-1 6 0-16,-3 2 0 15,0-2 0-15,0 6 0 16,0 6 0-16,-11-6 0 15,4 6 0-15,-4 4 0 0,-3 9 0 16,-4 2 0-16,-3 4 0 16,0 4 0-16,-1 5 0 15,1 4 0-15,0-1 0 16,-4 7 0-16,7 9 0 16,-3 1 0-16,10-4 0 15,1 0 0-15,2-16 0 16,1 7 0-16,4-10 0 15,3-9 0-15,3-6 0 16,-3-7 0-16,10-6 0 16,4-6 0-16,0 0-1 15,4-16 1-15,-1 3 0 16,1-15 0-16,6-10 0 16,5-12 0-16,2-7 0 15,4-21 0-15,11-7 0 16,7-6 1-16,7-10-1 15,7 13 0-15,-4-3 0 0,-3-13 0 16,0 13 0-16,-7-3 0 16,-4 6-1-16,-3 3 1 15,-1 6 0-15,1 4 0 16,0 3 0-16,0 9 0 16,-1 6 0-16,1 4 0 15,-4 9 0-15,4 9 1 16,3 13-2-16,-3 3 1 15,0 3 0-15,-7 13 0 16,6 9 0-16,-2 6 0 16,6 10 0-16,-3 3 0 0,3 0 0 15,4 3 0-15,3 3 0 16,-3 9 0-16,0-2 0 16,-4-1 0-16,0 7 0 15,-3 0 0-15,-4 15 0 16,-7-3 1-16,8-9-1 15,-5-6 0-15,-3-10 0 16,-10-6 0-16,3-6-1 16,-3-10 1-16,-1-3 0 15,-3 0 0-15,0-13 0 16,-7-5 0-16,-3-4 0 16,-8-6 0-16,-6-13 0 15,-1-6 1-15,-7-3-2 16,-3-9 1-16,-4-4 0 0,-3-12 0 15,3 3 0-15,-3 3 0 16,7-6 0-16,0-4 0 16,-1 4 0-16,5-9 1 15,-8 2-1-15,-3-2 0 16,3 2 0-16,-3 4 0 16,-1-1 0-16,5 11 0 15,2 5 0-15,1 3 0 16,3 10 0-16,1 7 0 15,3-11 0-15,-1 7 0 0,5 10 0 16,-1 2 0-16,1-5 0 16,6 5 0-16,0 4 0 15,1 9 0-15,-1 3 0 16,1 7 0-16,3 9 0 16,-4 9 0-16,4 13 0 15,0 6 0-15,3 7-1 16,-3 15 1-16,0-9 0 15,-3 9 0-15,3 12 0 16,0 11 0-16,-4-1 0 16,4 3 0-16,-4 9 0 15,4 7 1-15,-3 3-1 16,3 0 0-16,0-6 0 16,-1 6 0-16,5 0 0 15,3-3 0-15,0 0 0 16,0-10 0-16,0 13 0 15,0 0 0-15,3-3 0 16,5 10 0-16,-1-7 0 0,0 9 0 16,7 7 0-16,-7 6 0 15,3-6 0-15,1 2 0 16,3 4 0-16,-7 3 0 16,0-9 0-16,-3-6 0 15,3 5 0-15,-7-5 0 16,0-4 0-16,-7 7 0 15,7-1 0-15,-7 4 0 16,3 0 0-16,-3-1 0 0,4 10 0 16,-4-15 0-1,-1 6 0-15,1-13 0 0,0-10 0 16,4-21 0-16,-8-6 0 16,4-10 0-16,0-3 0 15,-3-3 0-15,2-7 0 16,-2 4 0-16,-1-3 0 15,1 5 0-15,-1-5 0 16,-3-4 0-16,7-5 0 16,0-7 0-16,7-7 0 15,-4-2 0-15,4-13 0 16,0-7 0-16,0 1 0 16,0-7 0-16,0 1-1 15,4-7 1-15,-4 0 0 16,0-12 0-16,0-7 0 15,-4-6 0-15,4-16 0 16,0-12 0-16,4-12 0 16,-4-23 0-16,0-16 0 0,0-15 0 15,0-6 0-15,0-13 1 16,0-6-1-16,-4-9 0 16,1-10 0-16,-1-10 0 15,4-2 0-15,-7-10 0 16,0 0-1-16,7 10 1 15,-3-4 0-15,-4 7 0 16,7-7 0-16,-7 10 0 0,0 0 0 16,-1 0 0-1,8 9 0-15,0-13 0 0,0 4 0 16,0 6 0-16,0 13 0 16,0 0 0-16,0 2 0 15,-3 4 0-15,3 16-1 16,0-7 1-16,0 0 0 15,3 4 0-15,8 2 0 16,3-5 0-16,-3-1 0 16,6 16 0-16,-2 0 0 15,-5 6 1-15,8 13-1 16,-4-3 0-16,0 6 0 16,-7 9 0-16,4 13 0 15,-1-7 0-15,4 10 0 16,0 7 0-16,-3 5 0 15,-4 7 0-15,0 9 0 16,-7 7 0-16,0 2 0 16,-7 10 0-16,0 4 0 15,0 11 0-15,0 4 0 0,0 3 0 16,-4 3 0-16,-3 4 0 16,7-4 0-16,0 3 0 15,3 3 0-15,1 1 0 16,-4 6 0-16,-4 2 0 15,1 4 0-15,-11 3 0 16,-8 13-1-16,-2 3 1 16,-8 6 0-16,-4 6 0 0,1 7 0 15,-4 2 0-15,0 1 0 16,4 3 0-16,0 6 0 16,-4 3 1-16,7 7-1 15,-3-10 0-15,3-3 0 16,-7 3 0-16,0-6 0 15,0-6 0-15,-3 2 0 16,0-5 0-16,6 2 0 16,4-2 0-16,11-7 0 15,4-6 0-15,9-13 0 16,5-6 0-16,10-15 0 16,10-13 0-16,15-13 0 15,7-12 0-15,10-13 0 16,4-12 0-16,7-1 0 15,0-12 0-15,-4-15 0 16,1-10 0-16,10 3 0 16,3-3 0-16,11 7 0 0,-7 2 0 15,7 4 0-15,-7-1 0 16,-3 7 0-16,-8 3 0 16,4 10 0-16,-3 5 0 15,-8 7 0-15,-3 6 0 16,0 7 0-16,-4 3 0 15,-3 6 0-15,-4 9 0 16,4 13 0-16,-7 12 1 16,3 7-1-16,0 6 0 15,1 6 0-15,-5 6 0 0,1 17 0 16,3-7 0-16,4 9 0 16,0 6 0-16,0-2 0 15,3-1 0-15,4 4 0 16,-4-1 0-16,1 10 0 15,-5 0 0-15,-2-6 0 16,-1-16 0-16,-7 7-1 16,0-11 1-16,-6-5 0 15,-8-7 0-15,0-9 0 16,-4-6 0-16,-6 0 0 16,-4-4 0-16,0-2 0 15,-4-4 1-15,-3-3-1 16,-3-12 0-16,-1-1 0 15,-10-2 0-15,-11-13 0 16,1-10 0-16,-5-15 0 16,-3-10 0-16,-3 4 0 0,0-7 0 15,3 0 0 1,0 1 0-16,-3 5 0 0,3 1 0 16,4 3 0-16,-8-1 0 15,8 10 0-15,-4-6 0 16,1 13 0-16,6-4 0 15,0 9 0-15,0 4 0 16,1 13 0-16,-1-4 0 16,-3 9 0-16,-4-5 0 15,0 15 0-15,4 9 0 16,-4 10 0-16,-7 12 0 0,-3 19 0 16,-8 1 0-16,1 11 0 15,-4 1 0-15,-4 12 0 16,4 10 0-16,4 3 0 15,6-13 0 1,-10 22 0 0,15-15 0-16,2-10 0 15,4-13 0-15,11-5 0 16,4-10 0-16,13-10 0 16,4-3 0-16,10-12 0 15,4-3 0-15,11-13 0 16,0-15 0-16,6-14 0 15,5-11 0-15,2-4 0 16,5-18 0-16,-1-7 0 16,4-13 0-16,3 10 0 15,4-9 0-15,7 3 0 16,-11 6 0-16,4 6 0 0,0-9 0 16,-4 3 0-16,-6 6 0 15,-1 7 0-15,-7 5 0 16,-3 17 0-16,-4 6 0 15,-3 3 0-15,3 12 0 16,0-3 0-16,0 13 0 16,0 6 0-16,7 16 0 15,4 6 0-15,-4 13 0 16,8 12 0-16,-1-6 0 0,0 9-1 16,-3-12 1-16,3 0-5 15,4-10 1-15,0-15-1 16,7-16 0-16</inkml:trace>
  <inkml:trace contextRef="#ctx0" brushRef="#br0" timeOffset="13746.04">12965 1900 101 0,'-18'-41'50'16,"46"38"-48"-16,-21 3 51 0,-3 9-53 15,3 4 0-15,-7 3-1 16,0 9 1-16,-7 3 0 16,7 6 0-16,-4 10 0 15,15-3 1-15,3 12 0 16,11 7 0-16,6 0 1 15,5-1 1-15,13 1-1 16,7-1 1-16,12-5-1 16,9-4 0-16,4 0-1 15,-3-6 0-15,10-16-1 16,7-3 0-16,15 3 0 16,6-21 0-16,11-1 0 15,14-9 1-15,0-7-1 16,0-8 0-16,-3-14 0 0,10 10 0 15,-10-6 0-15,-8-3 1 16,-3-7 0-16,0-18 0 16,0-1 0-16,-3-6 1 15,-15 1-1-15,-14-4 0 16,-13 3 0-16,-15-15 1 16,-7 3-2-16,-22 6 1 0,-13 6-1 15,-14 0 0-15,-8-6 0 16,-10 6 1-16,-7 7-1 15,-4-7 1-15,-6-6-1 16,-8 0 1-16,0 7-1 16,-7-1 1-16,1 16-1 15,-1 0 1-15,-4-3-1 16,5 12 0-16,-1 0 0 16,3 7 0-16,5 9 0 15,-1-3 1-15,7 6-1 16,1 3 1-16,-1 13-1 15,4 0 0-15,3 9 0 16,4 10 1-16,-7 12-1 16,10 7 0-16,-3 18-1 15,7 0 1-15,0 13 0 16,7-6 0-16,-4 3 0 16,4-7 0-16,0 4 0 15,8-7 0-15,-5 0 0 0,4-6 1 16,0 3-2-16,0-3 1 15,0-9 0-15,0-7 0 16,0 7 0-16,-3-19 0 16,3-16 0-16,-7-3 0 15,0-3 0-15,-7-16 1 16,3-6-1-16,1-9 0 16,-1-4 0-16,1 0 0 15,-1-6 0-15,1 0 1 16,-1-6-1-16,-3-3 0 0,4-10 0 15,-1 7 0-15,-3 9 0 16,0-3 0-16,0 3 0 16,3-4 0-16,1 7 0 15,3 4 0-15,3 5 0 16,8 7 0-16,7 3 0 16,3-10 0-16,14 10 0 15,4 3 0-15,10-3 0 16,8 0 0-16,3 13 0 15,7-4 0-15,3-9 0 16,15 3 0-16,3 6 0 16,-3-3 0-16,3 13 0 15,-3 3 0-15,-8 3 0 16,-3-6 0-16,-3 12 0 16,-11-3 0-16,-11 7 0 15,-6-4 0-15,-12-3 0 16,-6-3 0-16,-7 0 0 0,-11-3 0 15,-11 3 0-15,-10-6 0 16,-11 2 0-16,-10 14 0 16,-14-1 0-16,-15-9 0 15,-13 10-1-15,-4-4 1 16,3 3 0-16,4-9 0 16,3 0 0-16,1 0 0 15,3-9 0-15,0 3 1 0,10-1-1 16,4 4 0-16,7 3 0 15,1 0 0-15,6 10 0 16,3-4 0-16,8 3 0 16,7 1 0-16,3 9 0 15,8-1 0-15,-1 11 0 16,1 15 0-16,-1-4 0 16,-3 10 0-16,3 13 0 15,-3 6 0-15,4 3-1 16,-1-12 1-16,-3 6 0 15,0 3 0-15,0-7 0 16,3 1 0-16,1 0 0 16,3-10 0-16,0 0 0 15,3-9 0-15,0 0 0 16,4-6 0-16,-3-13 0 16,3-6 0-16,0-7 0 15,0-34 0 1,0-12 1-16,0-13-1 0,7-6 0 15,-3-1 0-15,3-5 0 16,0 5 0-16,0-2 0 16,3-4 0-16,-3 4 0 15,4 3 0-15,3-7 0 16,4 16 0-16,-1-3 0 16,4-6 0-16,-3 9 1 15,0 6-1-15,-1 4 0 16,1 6 0-16,3-1 0 0,4 14-1 15,3-1 1-15,4 7 0 16,7-1 0-16,3 7 0 16,4-3 0-16,3 6-1 15,4-7 1-15,7 14-3 16,-7-7 0-16,4 6-15 16,-5 3 0-16,8 1 0 15,-17-20 1-15</inkml:trace>
  <inkml:trace contextRef="#ctx0" brushRef="#br0" timeOffset="18881.13">19720 9617 74 0,'4'-12'37'0,"17"27"-28"0,-14-18 37 16,4 6-45-16,-1-3 1 16,4 0 0-16,-3 0 0 15,-1-6-2-15,1-3 0 16,0-1 4-16,-1 1 0 0,1-4 0 16,-1 1 0-16,1-1 0 15,0 4 1-15,-1-4-2 16,4 7 1-16,0 0-2 15,-3-1 0-15,3 4-2 16,-7 0 1-16,-3 3-1 16,-8-3 0-16,-3 0 0 15,-11 0 0-15,1-4 0 16,-4 1 0-16,-4 0 1 16,-7-4 0-16,0-2 0 15,-6-1 0-15,-12-5 0 16,-6-1 0-16,-8-3 0 15,-13-6 1-15,-15-4-1 16,-10-12 1-16,-22-9 0 16,-13-7 1-16,-26-5 0 15,-10-1 0-15,-17-6-1 16,-15-1 0-16,4 8 0 16,-10-11 0-16,-1 4-2 0,-7 0 1 15,-10 6-1-15,3 13 0 16,-17 0 0-16,-1 2 0 15,-17 1 0-15,-3 6 0 16,-12 7 0-16,5-1 0 16,-18 13 0-16,-4-3 0 15,-4 12 0-15,-2-3 0 16,2 19-1-16,1 0 1 16,10 10 0-16,7-7 0 0,4 6 0 15,4-2 0-15,10 5 0 16,3 1 0-16,4-4 0 15,11 7 1-15,-15-1-1 16,8 7 0-16,-15 0 0 16,11 0 0-16,-11 3 0 15,19 7 0-15,-8-4-1 16,14 0 1-16,17 0 0 16,8-3 0-16,11 4 0 15,20-1 0-15,-13 6 0 16,6 4 0-16,15 3 0 15,-1 3 0-15,4 0-1 16,22 3 1-16,-1 6 0 16,-3 3 1-16,17 10-2 15,11 3 1-15,25-6 0 16,10 3 0-16,15 0 0 16,6 3 0-16,8 0 0 0,6 6 0 15,15 0-1-15,7 0 1 16,10-9 0-16,7-6 0 15,15-1 0-15,6-5 0 16,15 2-1-16,-1-6 1 16,15-3 0-16,7 4 0 15,10 2 0-15,25 3 0 16,8 1 0-16,6-7 0 16,11 0 0-16,10 3 0 0,18 1 0 15,-7-10 0-15,21 3 0 16,14-3 0-16,0 3 0 15,18-4 0-15,11 8 0 16,6-7 0-16,25 6 0 16,-10-3 0-16,21-6 0 15,0 2 0-15,-4-2-1 16,18-3 1-16,-4-1-1 16,11 7 1-16,-7-6 0 15,14 3 0-15,-18 0-1 16,11 2 1-16,0 1 0 15,7-6 1-15,0-7-1 16,7-2 0-16,7-20 0 16,-3-3 0-16,10-12 0 15,-7-7 1-15,4 4-1 16,-11-13 0-16,0 0 0 16,-18 0 0-16,8 0 0 15,-22-3 0-15,8 3 0 16,-1-6 0-16,0 0 0 0,1-13 0 15,-1 6 0-15,4 1 0 16,-11-4 0-16,-3 4 0 16,-11 6 0-16,-14-4 0 15,-10 1 0-15,-8 3 0 16,-3-4 0-16,-11-2 0 16,1-4 0-16,-11-3 0 15,-4-2 0-15,-7-1 0 0,-3 0 0 16,-8 0 1-16,-17 0-1 15,-11-3 0-15,-6 9-1 16,-15-6 1-16,-7 4 0 16,-7-1 1-16,-7 3-1 15,-7-3 0-15,4 4 0 16,-11-10 1-16,-8 3-1 16,-6-3 1-16,-11-3-1 15,-6-4 1-15,-5 1-1 16,-6-10 1-16,-1 7-1 15,5 3 1-15,-5-1-1 16,8 4 0-16,3-3 0 16,0 3 0-16,4 6-1 15,-4 3 1-15,-3 6-8 16,-8 4 0-16,-10 0-1 16,-25-7 1-16</inkml:trace>
  <inkml:trace contextRef="#ctx0" brushRef="#br0" timeOffset="36850.41">3669 2812 80 0,'-109'-40'40'0,"66"-1"-34"0,43 25 41 0,0 7-43 16,4 3 1-16,17 6 2 16,14 12 1-16,-3 16-9 15,0 44 1-15,6 35 6 16,1 34 0-16,-10 32-2 15,-5 40 0-15,-6 0-1 16,-1-15 0-16,5-4-4 16,-5-18 0-16,8-29-11 15,3-31 1-15,0-28-1 16,-6-29 1-16</inkml:trace>
  <inkml:trace contextRef="#ctx0" brushRef="#br0" timeOffset="37147.49">3926 3916 102 0,'-10'-56'51'0,"70"-45"-60"0,-39 73 70 16,21-22-62-16,15-6 1 15,3-13-1-15,0 3 0 16,-11-13 1-16,-10 1 0 15,-7-16-1-15,-4 9 1 0,-7 10 1 16,-3 15 0-16,-4 16 1 16,-4 23 0-16,1 33 0 15,3 38 1-15,-3 16-1 16,-8 41 1-16,8 18-1 16,-4 7 0-16,-7 12-7 15,10 7 1-15,-10-20-1 16,-7-15 0-16</inkml:trace>
  <inkml:trace contextRef="#ctx0" brushRef="#br0" timeOffset="37394.29">2586 2947 111 0,'-71'-97'55'0,"82"113"-59"0,7 18 66 15,13 29-62-15,5 40 1 16,-1 57-1-16,-7 54 1 16,0 30-3-16,0 38 0 15,-6-15-8-15,6-10 1 16,4-56-1-16,-4-44 0 15</inkml:trace>
  <inkml:trace contextRef="#ctx0" brushRef="#br0" timeOffset="38010.64">2413 2740 107 0,'-131'-103'53'0,"114"37"-60"15,24 47 70-15,18-15-64 16,31-10 1-16,32-3 0 16,22-7 0-16,34-15 0 15,26 4 0-15,34-14 0 16,4-24 0-16,22 9 0 15,-8 9 0-15,-14 3 0 16,-10 10 1-16,-29 19-1 16,-21 18 1-16,-28 14-1 0,-25 11 1 15,-21 20-1-15,-14 21 1 16,-14 38-1-16,-11 28 1 16,-6 22-1-16,-5 41 0 15,-6 16 0-15,3 34 0 16,0 0 0-16,0 13 0 15,4-13 0-15,-11-10 0 16,0 1 0-16,-3-10 1 16,-7-18-1-16,-8-13 0 0,-7 6 0 15,-6-12 0-15,-22-7 0 16,-17 4 0-16,-29-4-1 16,-10-12 1-16,-15-10-1 15,-20-9 1-15,-18-15-1 16,-4 2 1-16,-17-21 0 15,-11-20 1-15,3-21-1 16,-13-25 0-16,10-19 1 16,10-26 0-16,8-24 0 15,18-35 0-15,31-15 1 16,24-10 0-16,37-9-1 16,34-20 1-16,29 11-6 15,38 8 1-15,28 1-1 16,43 0 1-16</inkml:trace>
  <inkml:trace contextRef="#ctx0" brushRef="#br0" timeOffset="38372.51">13790 3659 18 0,'-10'-53'9'0,"-22"-10"24"16,25 38-56-16</inkml:trace>
  <inkml:trace contextRef="#ctx0" brushRef="#br0" timeOffset="39744.85">13688 3396 61 0,'7'-10'30'0,"18"-30"-19"16,-18 30 53-16,0-2-58 16,0 2 1-16,0 1 1 0,-7-1 1 15,-7 1-12-15,0 9 0 16,-4 0 8-16,-3 3 0 16,-4 3-4-16,4-3 1 15,0 10 0-15,0-4 0 16,3-5 0-16,1 2 0 15,3-3 0-15,0 3 1 16,3-3 0-16,1-3 0 16,-1 4-1-16,-3-8 0 15,-4 4-1-15,-3-3 1 0,0 3-1 16,-7-3 1-16,-7 3-1 16,-7 0 1-16,-8 0 0 15,-6 3 0-15,-1 4-1 16,-9-1 0-16,-5 0 0 15,-10 0 0-15,-11 4-1 16,-3-1 1-16,-7 1-1 16,-11-4 1-16,-7 3-1 15,-7 1 1-15,-7 12-1 16,-3-10 1-16,-4 10-1 16,0 3 1-16,-1-3-1 15,1 3 0-15,0 3 0 16,4-2 1-16,-4 5-1 15,-7-3 1-15,3 7-1 16,0 2 0-16,-3-5 0 16,0-1 0-16,-3 3 0 15,6 7 1-15,4 6-1 0,0-6 0 16,0 9 0-16,3-3 0 16,8 3 0-16,-1 1 1 15,4 2-1-15,0-3 0 16,8-3-1-16,9 6 1 15,-3 16 0-15,4-3 0 16,0 6 0-16,10-6 0 16,4 0 0-16,3 3 0 15,8-6 0-15,-12 3 0 0,19 6 0 16,-11 3 0-16,3 10 0 16,8-4 1-16,-1-6-1 15,8 4 0-15,3 12 0 16,3 3 0-16,4 3 0 15,0-3 0-15,4-6 0 16,0 3 0-16,-1 15 0 16,4-8 0-16,0 5 0 15,-3 1 0 1,-18 74 0 0,14-11 0-16,4-20 0 15,6 10 0-15,5-10 0 16,-1-3 0-16,-4-2 0 15,5 5 0-15,-1-6 0 16,0 0 1-16,0-12-1 16,4-4 0-16,3 1 0 15,7-7 0-15,-3-3 0 16,4 0 0-16,6 6 0 0,7-9 0 16,-3-6 0-16,0 2 0 15,4-11 0-15,-1-11 0 16,4 1 0-16,-4-9 0 15,8-7 0-15,-4-7 0 16,3-5 0-16,1-3 0 16,-1-10 0-16,4-7 0 15,0-2 0-15,-7-4 0 0,4-12 0 16,3-6 0-16,-7-3 0 16,3-20 0-16,-10-8 0 15,3-17 0-15,-3-12 0 16,-7-15 0-16,0-7 0 15,3 0 0-15,-3-3 0 16,7 3 0-16,-7 7 0 16,-7 2 0-16,3 1 0 15,-7-1 0-15,4 7 0 16,3 0 1-16,0 9-1 16,4 7 1-16,0 6-1 15,7 6 0-15,0 3 0 16,7 0 0-16,3 16 0 15,-3 9 0-15,7 13 0 16,7 12 0-16,4 10 0 16,10 6 0-16,7 3 0 15,4 7 0-15,0 12 0 0,7-3 0 16,-8 6 0-16,5 0 0 16,-8 3 0-1,4 0 0-15,-8-9 0 0,5-6 0 16,2-16 0-16,8-16 0 15,18-22 0-15,3-18 0 16,3-20 0-16,4-15 0 16,-3-6 0-16,-1 3 0 15,-3 3-2-15,-14 0 1 16,-7 12-20-16,-11 4 1 0,-10 3 0 16,-8-4 0-16</inkml:trace>
  <inkml:trace contextRef="#ctx0" brushRef="#br0" timeOffset="41714.61">13829 9652 104 0,'18'12'52'0,"3"7"-62"0,-11-10 77 0,4 1-68 16,4-4 0-16,3 3-1 16,-10 1 0-16,-4-1 3 15,-7-6 0-15,-7-3 0 16,-11-3 0-16,-10 3 2 16,-7-6 1-16,-11 0 0 15,-7-4 1-15,-14 7-1 16,-18 3 0-16,-10 3-1 15,-14 0 0-15,-11 4-3 16,-18-4 1-16,-7 3-1 16,-24-3 1-16,-14 4-1 15,-8-4 0-15,-17 0 0 16,3 0 0-16,-20 3 0 16,2 0 0-16,-10 1 0 0,11-1 0 15,7 0 0-15,-7 4 0 16,14-1-1-16,0-3 1 15,6 1 0-15,5-4 0 16,-1 0-1-16,4 6 1 16,7-2 0-16,0-1 0 15,7 3-1-15,11 4 1 16,17-4 0-16,4 1 0 16,-3-1 0-16,13-6 1 15,15-6-1-15,6-3 0 0,-3 0 0 16,11-4 0-16,10-2 0 15,0-1 0-15,8 4 0 16,6-7 0-16,11 7 0 16,3-1 1-16,4 7-1 15,7 3 0-15,0 0 0 16,11 0 1-16,7 0-1 16,-1 3 0-16,8-3 0 15,7 6 0-15,7 1 0 16,-1-7 0-16,5 0 0 15,6 3 0-15,1-3 0 16,10-3 0-16,0 3 0 16,10-7 0-16,18-5 0 15,11-10 1-15,18-3-1 16,10-13 0-16,0-3 0 16,10-2 0-16,15-1 0 15,-4 0 0-15,11-6 0 16,-4 6 0-16,-3 6 0 0,-7 4 0 15,-15 8 0-15,1 4 0 16,-15 4 0-16,-21 8 0 16,-10 4 0-16,-18 3 0 15,-17 9 0-15,-15 4 0 16,-14 5 0-16,-14 10 1 16,-17 7-1-16,-8 2 0 15,-17 4 0-15,0 3 0 0,-4 12 0 16,3-9 0-16,1-3 0 15,7-4 0-15,10-5 0 16,11-4 0-16,14 0 0 16,11-9 0-16,17-4 0 15,11-2 0-15,18 3 0 16,14-1 0-16,20-2 0 16,15 3 0-16,14-7 0 15,11 4 0-15,14-1 0 16,-4 10 0-16,11 0 0 15,3 3 0-15,-14 6 0 16,4 4 0-16,-4 6 0 16,0-4 0-16,-7 7 0 15,-3-6 0-15,-18-10 0 16,-7-6 0-16,-14-3-1 16,-4-7 1-16,-10 1 0 15,-15-10 0-15,-10-3 0 16,-17-9 0-16,-22-4 0 0,-14-3 0 15,-14 4 0-15,-11-7 0 16,-6 3 0-16,-8-2 1 16,-7-4-1-16,0-3 0 15,8-7 0-15,-5 4 0 16,8-3 0-16,-4-1 0 16,11 4 0-16,-7 3 0 15,17 0 0-15,4 6 1 16,15 3-1-16,6 1 0 0,21 2 0 15,0-3 1-15,18 1-1 16,14-10 0-16,18-7 0 16,17-12 0-16,25-6 0 15,7-3 0-15,15-4-1 16,9-8 1-16,12 8 0 16,-8 7 0-16,4 9 0 15,-18 0 0-15,-3 7 0 16,-11 6 0-16,-14 6 0 15,-11 6 0-15,-10 10 0 16,-11 3 0-16,-14 9 0 16,-10-3 0-16,-15 13 0 15,-13 3 0-15,-19-1 0 16,-13 11 1-16,-11 2-2 16,-11 7 1-16,-7 6 0 15,8 9 0-15,-4 0 0 16,10 0 0-16,4-2 0 15,0-4 0-15,14-7 0 0,7-2 1 16,11-7-1-16,14-2 0 16,7-4 0-16,21 0 0 15,0-6 0-15,18 3 0 16,10 0 0-16,14 0 0 16,22-4 0-16,10 4 0 15,7-3 0-15,7-3 0 16,1-4 0-16,-8-2 0 0,-7-1-1 15,-18-3 1-15,-6 1-3 16,-8-4 1-16,-13 0-18 16,-1-3 0-16,-10-6 0 15,-8-19 0-15</inkml:trace>
  <inkml:trace contextRef="#ctx0" brushRef="#br0" timeOffset="43022.22">13755 9846 102 0,'-11'-3'51'0,"-21"-72"-53"15,25 46 51-15,0-18-50 0,-3-3 0 16,-1-9 1-16,4-14 1 16,-3 5 1-16,3-17 0 15,3-28 1-15,8-16 0 16,-1-5 1-16,1-17 0 16,3-6 0-16,0-18 1 15,0-7-2-15,-4 0 0 16,-3-16-2-16,-7 4 1 15,-7 3-1-15,0-13 0 0,-4-6-1 16,-3-13 0-16,14-6 0 16,-3-9 0-16,6-4 0 15,0 17 1-15,4-4-1 16,0 19 1-16,0 12-1 16,-3 10 1-16,6 12-1 15,5 13 1-15,-1 6-1 16,3-9 0-16,4 3 0 15,4 19 1-15,0 3-1 16,3 9 0-16,-4 13 0 16,-3 15 0-16,-6 20 0 15,-5 15 0-15,-3 12 0 16,-3 4 1-16,-1 9-2 16,0 10 1-16,1-1-4 15,-1 7 1-15,8-7-20 16,3-2 0-16,7-17 0 15,-14-33 0-15</inkml:trace>
  <inkml:trace contextRef="#ctx0" brushRef="#br0" timeOffset="44084.23">12912 2025 75 0,'-25'-25'37'0,"-28"-25"-35"0,39 38 52 0,0-14-47 16,0-2 1-16,3-6 3 15,8-4 0-15,10 10-14 16,3-7 0-16,8 4 9 16,3 18 1-16,7 4-4 15,4 18 0-15,3 35-2 16,1 22 0-16,-5 19-1 16,8 0 0-16,0 31 0 15,7-4 1-15,14-11-1 16,21-1 1-16,11-15-1 15,13-22 0-15,12-10 0 16,6-16 1-16,4-2-1 0,4-19 1 16,3-7-1-16,7-6 0 15,-3-9 0-15,3-13 1 16,-7-9-1-16,7 0 0 16,-7-16 0-16,-3-3 0 15,-4-7 0-15,-11 1 0 16,-10 0 0-16,-11 0 1 15,-14-1-1-15,-7 4 0 16,-10-3 0-16,-8-4 0 0,-3-12 0 16,-7 3 1-16,-4 4-1 15,1 2 0-15,-15-6 1 16,-7 7 0-16,-14 5 0 16,-14-2 0-16,-11 3 0 15,-13-1 0-15,-8-8-1 16,-7-1 0-16,4 10-1 15,-1 2 1-15,4 14 0 16,1 2 1-16,2 13-1 16,8-3 1-16,0 10 0 15,3 2 0-15,4 0 0 16,-4 4 0-16,8 6-1 16,-1-6 1-16,4 12-1 15,0 12 0-15,0 10 0 16,-4 19 0-16,1 19 0 15,-5 0 0-15,5 9 0 16,-1 3 0-16,0 19 0 16,4-12 0-16,0-10 0 15,0-19 0-15,7 4 0 0,0-17 0 16,3-21 0-16,4-3 1 16,-3-13-1-16,3-16 0 15,0-18 0-15,0-6 0 16,7-26 0-16,0 0 0 15,4-9 0-15,3-10 0 16,7-5 0-16,4 5 1 16,6 13-1-16,8 6 0 15,3-6 0-15,4 22 1 0,7-3-1 16,4 13 0-16,3 8 0 16,7-5 0-16,10 6 0 15,12 9 0-15,2 9 0 16,1 14 0-16,0 2 0 15,-8 6 1-15,1 7-5 16,3 6 0-16,-3 10 0 16,7-10 1-16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7:35:16.6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21749 2257 91 0,'-50'-69'45'0,"29"-3"-44"16,21 53 55-16,0 1-55 15,0 2 0-15,7-3 0 16,4 0 1-16,3-3-3 16,11 0 1-16,3-12 0 0,11-4 1 15,7-15-1-15,6 3 0 16,19-7 0-16,14 4 0 15,-4 9 1-15,-7 25 0 16,0 19 0-16,-14 29 1 16,-11 40 0-16,-17 25 0 15,-18 12-1-15,-21 35 0 16,-21 0 0-16,-21-6 0 0,-11-16-1 16,-4-6 0-16,1-15-7 15,6-26 1-15,1-19-1 16,3-28 1-16</inkml:trace>
  <inkml:trace contextRef="#ctx0" brushRef="#br0" timeOffset="427.18">21731 2016 103 0,'-63'-31'51'0,"17"37"-56"0,42-3 63 15,1 6-58-15,6 13 0 16,8 19 1-16,6 28 0 16,19 28-1-16,-5 19 0 0,8 44 0 15,0 10 1 1,0 11-1-16,0 8 0 0,0-14 0 15,3-15 0-15,0-22-1 16,4-9 0-16,3-23-6 16,-3-24 0-16,7-16 0 15,-3-32 0-15</inkml:trace>
  <inkml:trace contextRef="#ctx0" brushRef="#br0" timeOffset="1462.19">22634 1865 95 0,'-56'-43'47'0,"49"52"-47"0,7-9 56 16,0 0-56-16,3 16 0 16,4 6 0-16,11 18 1 0,0 23-1 15,6 34 0-15,8 29 0 16,3 12 1-16,-3 12-1 15,7 10 1-15,-7-9-1 16,-4-23 0-16,-11-6 0 16,5-2 0-16,-12-7 0 15,1-26 0-15,-4-15 0 16,-4-9 1-16,-3-19-1 16,-10-13 0-16,-4-15 0 15,3-19 0-15,-3-32-1 16,3-34 1-16,1-12-1 15,6-32 0-15,11-9 0 16,18-1 1-16,0-2 0 16,3 9 1-16,11 0-1 15,-7 9 1-15,-1 20 0 16,1 21 0-16,0-3 0 16,0 22 1-16,-1 22-2 15,1 9 1-15,0 35 0 0,0 43 0 16,-1 23-1-16,5 25 1 15,2 31-1-15,5 0 1 16,-4-6-1-16,6-10 1 16,-2-18-1-16,-5-25 0 15,1-29 1-15,4-25 0 16,-1-19 0-16,4-24 0 16,-4-23 0-16,4-25 1 0,0-28-1 15,-4-15 1-15,-3-7-2 16,-4-16 1-16,-6-15-1 15,-8 12 0-15,-11 10 0 16,-10 6 0-16,-14 16 0 16,-11 18 1-16,-10 13-1 15,-11 29 0-15,0 27 0 16,1 19 1-16,-1 10-1 16,7 25 0-16,4 18-1 15,3 20 1-15,11 12 0 16,7 15 0-16,10-5-1 15,8 2 0-15,10-3 0 16,3-21 0-16,8-16 0 16,0-16 0-16,3-19 0 15,4-19 1-15,-4-21-1 16,4-17 1-16,3-11 0 16,-3-17 0-16,-4-6 0 15,4-21 1-15,-4 9-1 16,0 12 0-16,-3 10 0 0,-4 9 1 15,0 15-1-15,-7 11 1 16,0 21 0-16,1 22 0 16,2 12 0-16,1 7 0 15,3 13-1-15,4 2 1 16,3-2-5-16,7 2 0 16,0-12-13-16,1-12 0 15,-8-19-1-15,-7-7 1 16</inkml:trace>
  <inkml:trace contextRef="#ctx0" brushRef="#br0" timeOffset="1810.04">24807 1571 100 0,'-28'-69'50'0,"-18"50"-60"16,32 9 81-16,-7 1-71 16,-7 9 0-16,-4 0 0 15,-3 9 1-15,3 1-2 16,7 9 1-16,4 15 0 16,7 10 0-1,25 97-1 1,-1 3 1-16,4-2 0 15,-3-14 1-15,-4-18 0 0,-7-7 0 16,-11-21 0-16,-3-10 1 16,-7-19-3-16,-11-9 0 15,-3-19-11-15,-7-15 0 16,3-17-1-16,-3-15 1 16</inkml:trace>
  <inkml:trace contextRef="#ctx0" brushRef="#br0" timeOffset="2213.67">25259 1884 104 0,'10'0'52'0,"26"10"-64"15,-22-17 76-15,7-11-65 16,7-4 0-16,8-13-1 16,-8-3 1-16,0-5 1 15,-10-8 1-15,-11-2-2 16,-7 6 1-16,-14-3 0 16,3 12 1-16,-24 10 0 15,-4 9 1-15,-3 19-1 16,-8 19 0-16,-10 25 0 15,-3 0 0-15,-4 28-1 0,7 19 1 16,14-10-1-16,21 1 1 16,29-10 0-16,34-12 0 15,37-16 0-15,45-19 0 16,31-32-2-16,19-11 0 16,2-11-10-16,-13-11 1 15,-21 5-2-15,-32 7 1 16</inkml:trace>
  <inkml:trace contextRef="#ctx0" brushRef="#br0" timeOffset="2546.38">22962 4860 102 0,'11'31'51'0,"24"26"-60"16,-17-35 71-16,10 31-62 15,11 29 1-15,10 9-1 16,8 37 1-16,10 20-2 15,-4-1 0-15,-10 13-3 0,-3-22 1 16,-8-16-7-16,-10-21 0 16,-8-20-13-16,-6-15 0 15,-11-19 0-15,-7-22 1 16</inkml:trace>
  <inkml:trace contextRef="#ctx0" brushRef="#br0" timeOffset="3301.01">23019 4838 99 0,'-50'-63'49'0,"15"-37"-73"16,35 59 102-16,7-15-78 16,14-10 1-16,8 0 0 15,9-3 0-15,12 3-1 16,6 16 0-16,11 13 0 15,4 24 1-15,-4 19-1 16,-7 19 0-16,-4 26 0 16,-10 21 0-16,-11 3 0 15,-10 13 0-15,-14 0 0 16,-15-7 1-16,-14 7-1 16,-20-7 0-16,-12-2-1 15,-10-13 1-15,0-7-2 16,7-5 1-16,4-20 0 15,3-6 0-15,14-15 0 16,8-1 0-16,6-5 1 16,15 2 0-16,10 4 0 0,14 2 0 15,11 13 1-15,17 13 0 16,7 16-1-16,11-1 1 16,7 1-1-16,15-1 1 15,6-3-1-15,14-6 0 16,1-3 0-16,-8-12 0 15,4-4 0-15,-11-3 1 16,0-9-1-16,-10-10 0 0,-15-9 0 16,-6 0 0-16,-11-16 0 15,-7-19 1-15,-15-12-1 16,-9-13 1-16,-8-6 0 16,-14-12 0-16,-7-7-1 15,0 16 1-15,-25-19-1 16,0 9 0-16,-3 13-1 15,-4 16 1-15,-7 22-1 16,7 15 1-16,4 25-1 16,3 26 1-16,11 28 0 15,7 2 0-15,11 8-1 16,10 11 1-16,14-5 0 16,14-1 0-16,11-9 0 15,3-16 0-15,4-18 0 16,-7-19 1-16,0-16 0 15,-7-19 0-15,-7-16 0 16,-8-9 0-16,-17-12 0 16,-10-4 0-16,-8-24-10 15,-3-1 0-15,-7-6 0 0,-11-6 0 16</inkml:trace>
  <inkml:trace contextRef="#ctx0" brushRef="#br0" timeOffset="3588.15">24684 3982 108 0,'-25'35'54'0,"11"12"-63"16,18-29 75-16,6 4-66 15,8 10 0-15,10-1 0 16,7 13 0-16,11 6 0 15,7 19 0-15,14 22 0 16,0 16 0-16,-10 2-1 16,-5 4 0-16,-6 7-4 15,-3-11 0-15,-8-18-9 16,-7-19 0-16,-7-15 0 16,-14-16 0-16</inkml:trace>
  <inkml:trace contextRef="#ctx0" brushRef="#br0" timeOffset="3731.6">24747 4728 95 0,'32'-34'47'0,"53"-92"-61"0,-53 92 69 15,24-19-73-15,7-7 0 16,4 4 0-16,1-4 1 15</inkml:trace>
  <inkml:trace contextRef="#ctx0" brushRef="#br0" timeOffset="4436.63">25901 4324 95 0,'-39'-22'47'0,"-35"-31"-57"16,60 40 69-16,-7 1-60 15,0-4 0-15,-8 6-2 16,1 10 0-16,-4 16 3 16,4 19 0-16,0 18-2 15,3 19 0-15,8 22 0 16,6 0 0-16,11-3 1 15,7-16 1-15,7-9 0 16,7-19 1-16,11-22-1 16,3-18 1-16,4-23 0 0,-3-19 0 15,-5-21 1-15,-6-13 1 16,-4 3-1-16,0 3 0 16,-3 10-1-16,-4 19 1 15,-7 18-1-15,4 25 1 16,-4 26-2-16,7 24 0 15,0 10 0-15,4 10 0 16,3 2 0-16,11-8 1 16,-1-17 0-16,5-15 1 15,-1-26 0-15,4-21 0 0,-1-22 1 16,-2-19 0-16,-5-38-1 16,-9-25 1-16,-5-15-2 15,-3-29 1-15,-3-15-2 16,0 15 0-16,-8 13-1 15,1 10 1-15,-1 30 0 16,-3 13 0-16,-3 26 0 16,-4 8 0-16,3 17 1 15,-3 9 1-15,0 12-1 16,0 10 1-16,3 21 0 16,4 20 0-16,11 12-1 15,10 31 0-15,4 7 0 16,3 25 0-16,11 9-2 15,7-3 1-15,7 3-5 16,-8-3 0-16,8-19-8 16,-3-9 0-16,-8-19-1 0,-10-25 1 15</inkml:trace>
  <inkml:trace contextRef="#ctx0" brushRef="#br0" timeOffset="4621.7">26046 4195 111 0,'28'29'55'0,"7"-45"-69"0,-10 13 84 16,7-16-71-16,13-19 1 0,12-9-7 16,13-15 1-16,15-4-4 15,3-16 0-15,-3-6-4 16,-4-12 1-16</inkml:trace>
  <inkml:trace contextRef="#ctx0" brushRef="#br0" timeOffset="5040.27">26487 2643 106 0,'-18'3'53'0,"39"41"-67"15,-10-31 81-15,10 5-67 16,4 1 0-16,3 13-1 16,4 8 1-16,-1-5-1 0,5-1 1 15,-5-2 0-15,-2-10 0 16,-5-13-1-16,-3 1 1 15,1-10-1-15,-5-7 1 16,-3-8-1-16,0-4 1 16,-3-9-1-16,3-7 1 15,0-3-1-15,7-12 0 16,-3-6 1-16,0-16 0 0,6 0 0 16,-2-1 1-16,-1 11 1 15,0 18 0-15,-4 3 1 16,1 13 0-16,0 18-1 15,3 20 1-15,4 31-3 16,13 31 0-16,5 9-13 16,6 35 1-16,11 3-2 15,7-6 1-15</inkml:trace>
  <inkml:trace contextRef="#ctx0" brushRef="#br0" timeOffset="5436.38">29051 4678 106 0,'-31'50'53'0,"-132"26"-69"0,114-51 77 16,-36 12-62-16,-35 14 1 16,-31 14-1-16,-36 14 0 15,-36 5 2-15,-41 17 1 0,-22 9 0 16,-24 15 0 0,-8-3 2-16,11 13 1 0,7-3 0 15,25 0 1-15,11-16-2 16,24-10 0-16,24-12-3 15,22-12 0-15,14-16-6 16,29-16 1-16,17-9-11 16,28-23 1-16,25-8-1 15,28-26 0-15</inkml:trace>
  <inkml:trace contextRef="#ctx0" brushRef="#br0" timeOffset="5836.35">29859 5177 105 0,'-56'41'52'0,"-78"2"-66"0,84-30 76 16,-24 6-63-16,-32 9 1 15,-21 10 0-15,-28 6 0 16,-21 3 0-16,-32 12 0 0,-11 7 0 16,-25 16 0-16,-6-4 1 15,-29 16 1-15,1 3-1 16,-12 19 1-16,-6-6 0 15,14 9 0-15,3-3 0 16,18-3 0-16,18 3-1 16,20-16 0-16,22-9-1 15,21-6 1-15,22-10-3 16,13-12 0-16,21-13-11 16,22-12 1-16,21-16 0 15,21-28 0-15</inkml:trace>
  <inkml:trace contextRef="#ctx0" brushRef="#br0" timeOffset="7127.15">26628 2160 89 0,'-39'-6'44'0,"-46"47"-48"16,61-32 55-16,-26 10-52 16,-17 9 1-16,-25 16 0 15,-21 9 0-15,-24 10 1 16,-25 0 0-16,-25 9 1 15,-29 16 0-15,-30 18 1 16,-19 1 0-16,-14 9 0 16,-3 22 1-16,-11-6-2 15,7-1 0-15,11-5-1 16,21-10 0-16,14-13-1 16,22 7 1-16,27-13-1 15,29-12 0-15,17-16-1 16,32-6 1-16,15-10-1 0,20-12 1 15,18-7-2 1,21-2 0-16,15-11-2 0,9-5 0 16,15-3 0-16,7-4 0 15,8-3 1-15,6-6 0 16,3 7 3-16,-2-7 1 16,-1 0 1-16,0 3 1 0,4 3 0 15,-1-3 1-15,5-6-1 16,2-3 1-16,19-7-2 15,6-9 0-15,15-6-1 16,10-16 1-16,25-19-1 16,14-2 0-16,10-8-1 15,11-2 1-15,29 0-1 16,6-10 0-16,25-9 0 16,14-6 0-16,22-7 0 15,10 4 1-15,7-4-1 16,-8-12 0-16,-6 6 0 15,-3 16 0-15,-22-3 0 16,4 18 0-16,-32 0-1 16,-15 4 1-16,-9 6-1 15,-22 12 1-15,-11 13-1 16,-20 10 1-16,-19 5-1 16,-23 10 1-16,-19 4-1 15,-17 21 1-15,-29 0-1 0,-24 22 1 16,-28 3 0-1,-29 13 0-15,-38 12-1 0,-22 10 1 16,-28 3-1-16,-31 28 1 16,-22-6 0-16,-10 6 0 15,-18 9-1-15,-4 1 1 16,-13 15 0-16,10-6 0 16,3 0-1-16,1-10 1 15,13-3-1-15,15 1 1 0,10-4 0 16,22-9 0-16,24-16-1 15,28-9 1-15,8-16 0 16,21 3 0-16,20-22-1 16,15-3 1-16,25-6-1 15,17-10 1-15,18-9-1 16,25 4 1-16,10-11-1 16,18-5 0-16,14-16 0 15,28-7 1-15,21-18 1 16,21-4 0-16,26-5 1 15,31-17 0-15,7 7 1 16,28-9 0-16,-4-10-1 16,15 3 1-16,-4-3-1 15,-6 12 0-15,-1-2-2 16,-14-4 1-16,-7 1-2 16,-7-1 0-16,-28 10-5 15,-25 6 1-15,-14 6-14 16,-22 7 0-16,-20 12 0 15,-18 0 0-15</inkml:trace>
  <inkml:trace contextRef="#ctx0" brushRef="#br0" timeOffset="8895.66">27644 8701 16 0,'7'-31'8'0,"17"-113"-8"15,-20 100 9-15</inkml:trace>
  <inkml:trace contextRef="#ctx0" brushRef="#br0" timeOffset="9467.31">28106 6952 108 0,'-14'15'54'0,"3"76"-80"0,11-53 100 15,-3 31-76-15,-1 25 1 16,-7 19-1-16,-3 34 0 16,-7 10 3-16,4 22 0 15,-1 6-1-15,4-10 0 16,0 1 1-16,0-16 1 15,10-13 0-15,8-24 0 16,6-23-1-16,4-19 0 16,11-21-1-16,7-19 1 0,10-19-2 15,11-22 1-15,10-25-1 16,12-22 1-16,2-22-1 16,4-19 1-16,8-6 0 15,-5-10 1-15,-6-5 0 16,-4 8 0-16,-11 7 0 15,-13 3 1-15,-15 13-1 16,-10 12 0-16,-15 19 0 16,-10 9 0-16,-10 19-1 15,-8 23 1-15,-10 21-1 16,-4 25 0-16,0 19-1 16,11 12 1-16,14 1-1 15,14-10 1-15,11-12-1 16,14-10 1-16,10-13-1 15,4-18 1-15,3-6-1 16,-3-19 1-16,-4-10 0 16,-6-12 0-16,-8-10 0 0,-14-6 0 15,-7-3-3 1,-7-3 0-16,-14 3-17 0,0-3 0 16,-7 6 0-16,-4 0 0 15</inkml:trace>
  <inkml:trace contextRef="#ctx0" brushRef="#br0" timeOffset="10351.85">29845 7808 111 0,'4'3'55'0,"-4"6"-76"15,-4 1 99-15,0 2-79 16,-6 10 1-16,-8 19-2 15,1 6 0-15,-12 6 2 16,5 16 1-16,-1 3-2 16,4 10 0-16,7-1 0 15,7-5 0-15,14-7 1 16,7-7 0-16,7-8 0 16,11-17 1-16,10-5-1 15,4-13 1-15,17-13-1 16,8-12 0-16,3-13-1 15,4-19 1-15,-1-6-1 16,1-9 1-16,0-7 0 16,-11-6 0-16,-4-6 0 15,-10 3 0-15,-7-3 0 0,-14 6 0 16,-11 7 1-16,-7 2 0 16,-11 10 0-16,-6 7 0 15,-11 5-1-15,-4 7 1 16,-7 9-1-16,-3 10 1 15,-7 5-1-15,0 8 1 16,-4 11-1-16,7 10 0 16,4 13 0-16,0 12 0 15,6 0 0-15,5 10 0 0,3-7-1 16,7 1 0-16,7-7 0 16,7-10 0-16,10-12 0 15,8-12 1-15,3-10 0 16,4-16 0-16,3-12 0 15,8 0 1-15,-8 3-1 16,-7-3 1-16,0 13-1 16,-6 5 0-16,-5 11-1 15,1 8 1-15,-4 4-1 16,4 6 1-16,-1 0-1 16,8 0 1-16,0-4 0 15,-1-11 1-15,5-7-1 16,2-7 1-16,1-8 0 15,0-10 1-15,3-7-1 16,0-15 1-16,4-15-2 16,0-26 1-16,3-3-2 15,-3-13 1-15,0-15-2 16,-4-6 1-16,-7-4-1 0,-6 1 1 16,-12 2-1-16,-10 7 1 15,-10 19 0-15,-15 12 1 16,-10 16 1-16,-11 22 0 15,-11 21 0-15,1 20 1 16,-1 18 0-16,8 26 0 16,10 18 0-16,18 22 0 15,17 16 0-15,22 32 0 16,21 15-1-16,17 9 1 0,8 13-4 16,3-16 1-16,0-12-10 15,-4-13 1-15,1-6-1 16,-11-22 1-16</inkml:trace>
  <inkml:trace contextRef="#ctx0" brushRef="#br0" timeOffset="10682.24">27573 9548 110 0,'-49'47'55'0,"105"-47"-66"16,-13-6 74-16,38-10-63 0,39-9 0 15,52-16 0-15,33-6 0 16,31-15-1-16,22-7 1 15,10-13 0-15,11-12 0 16,-4 3-1-16,-10 6 1 16,-8 7-1-16,-28 9 0 15,-17 13-9-15,-36 5 0 16,-27 11 0-16,-37 11 0 0</inkml:trace>
  <inkml:trace contextRef="#ctx0" brushRef="#br0" timeOffset="11010.62">27570 9818 101 0,'-18'0'50'0,"67"-32"-61"15,-13 23 66-15,27-13-55 16,25-6 1-16,43-19 1 16,35-13 1-16,31-6-3 15,40-9 0-15,24-3 2 16,28-4 0-16,14-9-1 0,8 0 1 16,-11 7-1-16,-18 8 1 15,-21 7-2-15,-28 13 0 16,-29 3-6-16,-34 6 1 31,-54 15-15-31,-59 13 1 16</inkml:trace>
  <inkml:trace contextRef="#ctx0" brushRef="#br0" timeOffset="12137.7">27961 10793 100 0,'-14'-34'50'0,"-60"-26"-61"0,49 32 71 15,-10-10-61-15,-11 4 0 16,-3 5-4-16,-4 11 1 15,-4 11 4-15,-3 17 1 16,-7 15-4-16,0 25 1 16,7 22 0-16,4 38 0 15,7 28 1-15,6 25 1 16,11 6 0-16,15-3 0 16,10-24 0-16,14-20 0 0,10-31 0 15,19-35 0-15,6-24 0 16,7-32 0-16,4-29 0 15,11-30 0-15,6-26-1 16,5-9 1-16,2-3-1 16,4 9 1-16,-7 19-1 15,-10 22 1-15,-8 25 1 16,1 28 0-16,-4 23 1 16,-4 11 1-16,-3 17 0 15,-4 9 1-15,-3 3 1 16,0-7 0-16,3-2-1 15,-3-16 0-15,-7-10-2 16,0-18 0-16,-1-13-1 16,1-15 1-16,3-20-2 15,-3-21 1-15,-4-29-1 16,0-24 0-16,4-23 0 16,-4-21 1-16,4-1-1 0,0-6 0 15,-4 13-1-15,-7 0 1 16,-7 15-1-16,-6 13 0 15,-5 19 0-15,-6 19 1 16,-5 18 0-16,-6 22 0 16,0 29 1-16,4 31 0 15,3 38 0-15,3 37 0 16,11 31-1-16,11 23 1 16,14 15-1-16,6-6 0 0,15-16 0 15,4-15 0-15,10-23-1 16,0-15 0-16,3-31 0 15,1-26 0-15,3-21 0 16,0-16 1-16,0-19-1 16,-3-16 1-16,-8-18 0 15,-3-23 0-15,-3-5 0 16,-12-4 0-16,-9-6 0 16,-15 3 0-16,-11 13 0 15,-13 9 1-15,-11 6-1 16,-11 19 1-16,-10 16 0 15,-7 18 0-15,-1 17-1 16,1 11 1-16,7 17-1 16,6 9 1-16,15 12-2 15,14 7 1-15,18 3-1 16,14-3 1-16,13-4 0 16,8-12 0-16,7-9 0 15,0-16 1-15,4-10-1 0,-8-15 1 16,-3-22-3-16,-7-16 0 15,-14-9-17-15,-7-25 0 16,-8-7 0-16,-6-12 0 16</inkml:trace>
  <inkml:trace contextRef="#ctx0" brushRef="#br0" timeOffset="12603.52">29891 9928 120 0,'-28'22'60'0,"17"-4"-84"0,11-11 110 0,11 8-87 16,6 10 1-16,8 16-2 16,10 9 1-16,18 16 0 15,0 9 0-15,4 16-1 16,-1 10 1-16,4-4-1 16,-4 3 1-16,-3 1 0 15,-7-14 0-15,-11-11 0 16,-6-14 1-16,-12-15-2 15,1-15 1-15,-15-17-2 16,-6-18 0-16,-11-12 0 16,0-14 0-16,-4-8 0 15,-3-17 1-15,0-8 0 16,7-14 1-16,10 1 1 16,11 6 0-16,11 7 1 15,10 2 0-15,14 7 0 16,11 2 0-16,0 17 0 0,4 9 0 15,6 19-1-15,1 15 1 16,-4 29-1-16,-4 24 0 16,-14 14 0-16,-10 5 1 15,-11 7-1-15,-10 6 1 16,-15-9-1-16,-17-7 1 16,0-12-5-16,-7-19 0 0,-11-16-16 15,-10-15 1 1,-11-10-2-16,-7-21 1 0</inkml:trace>
  <inkml:trace contextRef="#ctx0" brushRef="#br0" timeOffset="13400.92">31732 10307 106 0,'11'13'53'0,"-15"-26"-73"16,1 7 97-16,-1-4-77 15,-3-2 0-15,-7-1 0 16,0 1 0-16,-4 2 0 16,-3 1 0-16,-7 6 0 15,-4 3 0-15,-3 15 0 16,0 7 0-16,3 13 0 0,-3 15 1 15,10 10-1-15,4 9 1 16,14-7-1-16,10-2 0 16,11-10-1-16,11-9 1 15,10-7 0-15,1-9 0 16,6-9-1-16,4-7 1 16,-4-9 0-16,-3-6 0 15,-7-3 0-15,3-4 1 0,-7 1-1 16,-3-10 0-1,0 0 0-15,-8-10 1 0,-3 1-1 16,-3-7 0-16,0-2 0 16,-1-1 0-16,-3 10-1 15,0 6 1-15,0 6 0 16,0 9 1-16,4 17-1 16,3 11 1-16,11 14-1 15,-1 5 1-15,8 4 0 16,0-6 0-16,0-7-1 15,7-9 1-15,-1-16-1 16,1-16 0-16,0-21 0 16,-4-20 0-16,-3-5-1 15,-4-16 1-15,-7-4 0 16,-3-2 0-16,-4-4-1 16,-3 0 1-16,-8 7 0 15,-6 0 0-15,-4 2-1 16,-4-5 1-16,-7 2 0 0,-6-2 1 15,-15 2-1-15,0 4 0 16,-3 9 1-16,-1 16 0 16,1 16 0-16,0 12 1 15,7 15-1-15,3 17 1 16,7 18-1-16,7 22 1 16,11 29-1-16,14 15 1 15,15 25-2-15,16 13 1 16,12 12-1-16,10 0 0 0,10-6-3 15,1-22 0-15,-1-19-12 16,-3-21 0-16,-10-20-1 16,-18-6 0-16</inkml:trace>
  <inkml:trace contextRef="#ctx0" brushRef="#br0" timeOffset="13719.04">28321 12320 110 0,'-123'79'55'0,"101"-86"-71"15,36-2 84-15,25-10-68 16,35-15 1-16,43-10 1 0,52-13 0 15,36-12-2-15,45-12 0 16,43-10 2-16,32-19 1 16,20 3-2-16,8 1 0 15,-7-1-2-15,-25 10 1 16,-32 9-6-16,-35 7 0 16,-39 12-19-16,-42 12 1 15,-42 16 0-15,-47 10 0 16</inkml:trace>
  <inkml:trace contextRef="#ctx0" brushRef="#br0" timeOffset="14014.92">28127 12546 103 0,'11'38'51'0,"109"-101"-75"16,-57 38 98-16,43-16-74 16,49-25 0-16,39-6 1 15,50-13 0-15,38-15-1 16,39-7 1-16,17-2 0 16,26-11 0-16,-4 17 0 15,-18 3 0-15,-21 21-3 16,-28 10 0-16,-36 7-20 15,-31 8 1-15,-43 1-1 0,-49 0 1 16</inkml:trace>
  <inkml:trace contextRef="#ctx0" brushRef="#br0" timeOffset="21527.75">32015 7353 78 0,'-22'41'39'0,"8"-4"-27"0,14-30 40 0,0 2-48 16,11-9 0-16,10-25 0 15,18-13 1-15,28-15-8 16,14-13 1-16,14-18-1 15,18-20 1-15,14 10-3 16,-7 9 0-16</inkml:trace>
  <inkml:trace contextRef="#ctx0" brushRef="#br0" timeOffset="22051.48">32985 10012 91 0,'0'-3'45'0,"14"-3"-41"16,-7 3 45-16,7-4-47 16,7 1 1-16,18-16 1 15,28-9 1-15,11-22-10 16,17-32 0-16,7-22 4 0,339-347 2 16</inkml:trace>
  <inkml:trace contextRef="#ctx0" brushRef="#br0" timeOffset="30168.54">20877 1458 82 0,'-60'-13'41'0,"-35"32"-37"0,67-19 42 0,-14 9-46 16,-11 4 1-16,-11 9-1 16,1 0 1-16,-18 9 0 15,3-3 1-15,4 10 1 16,3 22 0-16,11 2 1 15,11 4 0-15,7 9 1 16,10 16 0-16,14 35-1 16,15-1 0-16,17 4 0 15,14 28 0-15,21 3-2 16,8 3 1-16,6 12-2 16,8-9 0-16,-1 1 0 15,8 5 0-15,10 10-1 16,-7 0 0-16,1 12 0 15,-1 10 1-15,7 3 0 16,21 6 0-16,4 1 0 16,-11 2 1-16,8-15-1 0,-1-13 1 15,8 3-1-15,-12-18 1 16,-13-7-2-16,-11-13 1 16,-7-5-1-16,0-1 1 15,4-6-1-15,-4-9 0 16,0 0 0-16,0 2 1 15,-3 1-1-15,-4-6 0 16,-4-7 0-16,1-3 1 16,-4-15-1-16,-7-20 0 15,-7-8 0-15,0-17 1 0,3-8-1 16,-10-17 1-16,-1-6-1 16,-2-6 1-16,-1-3-1 15,-3-6 0-15,0 2 0 16,3-5 0-16,-3-1 0 15,-1 0 1-15,8-5-1 16,3-1 0-16,8-6 0 16,6-13 0-16,8 0 0 15,6-12 1-15,1 6-1 16,3-3 0-16,7 0 0 16,7-3 0-16,15-7 0 15,-1 10 0-15,14-3 0 16,11-7 0-16,7-2 0 15,4-4 1-15,7 3-1 16,6-6 0-16,5-9 0 16,9-6 0-16,5-7 0 15,-5-3 0-15,12-7 0 16,3 4 0-16,-7 3 0 0,7-6 0 16,0 3 0-16,-8 0 0 15,5 0 0-15,3-7 0 16,3 1 0-16,-3 0 0 15,3-4 0-15,4-12 0 16,0 3 0-16,0 0 0 16,4-3 0-16,-18 12 0 15,3-2 0-15,-7 12 0 0,-13 0 0 16,2 6 0-16,-6 3 0 16,-4 0 0-16,-7-3 0 15,4 7 0-15,0-7 0 16,-11 3 1-16,-11 1-1 15,1-1 0-15,-11 6 0 16,-11 7 0-16,-14 6 0 16,-14 10 0-16,-10 2 0 15,-4-2 0-15,-14-1 0 16,-8-5 0-16,-6-14 0 16,-4-27 0-16,-14-26 0 15,-3-15 0-15,-11-10 0 16,-11-12 0-16,-13 3-1 15,-8 6 1-15,-10 3 0 16,-15 4 0-16,1 2 0 16,-1 7 0-16,-3-9 0 0,-7-14 0 15,-3-11-1-15,-8-20 1 16,-7-5-1-16,1 8 1 16,-4 20 0-16,-4 6 0 15,-3 12 0-15,-11 13 0 16,0 21 0-16,0 4 0 15,-3 10 0-15,3-4 0 16,0 0 0-16,4-12 0 16,7-7 0-16,-4 1 0 15,0-4 0-15,0-6 0 16,-7 12 0-16,4 13 0 0,0 10 0 16,-11 9 0-16,-7 9 0 15,-4 10 0-15,5-1 0 16,-5 4 1-16,-6 3-1 15,3 13 0-15,3-4 0 16,-6-12 0-16,-8 12 0 16,-3 10 0-16,-4 3 0 15,-14 15 0-15,-6 14 0 16,2 8 0-16,-10 10-1 16,1 3 1-16,-1-6 0 15,-4 6 1-15,-3 0-1 16,4 3 0-16,-11 1 0 15,0-4 0-15,0 12-1 16,-14 1 1-16,11 31 0 16,-8-16 0-16,0 4 0 15,11 2 0-15,-10-5 0 16,10-7 0-16,14 6 0 0,0-12 1 16,4-10-1-16,7 0 0 15,6 1 0-15,1-1 0 16,0 7 0-16,3-1 0 15,18 14-1-15,0-8 1 16,4-5 0-16,3 0 1 16,17-7-1-16,4 0 0 15,4-9 0-15,-4-3 0 16,-3-9 0-16,7 2 0 0,6 4 0 16,5 0 0-1,-1 2-1-15,-10 4 1 0,6 3 0 16,1 0 0-16,14 1 0 15,10 2 0-15,8 6 0 16,3 4 0-16,7 6 0 16,11 3 0-16,10-6 0 15,7 6 0-15,11 0 0 16,4 6 1-16,6 7-1 16,4 5 0-16,7 20 0 15,7-3 0-15,7 15 0 16,4 3 0-16,10 22 0 15,8 13 1-15,10 3-1 16,10 35 0-16,4-1 0 16,-3 13 0-16,3 13 0 15,3-16 1-15,4 3-1 0,18-13 0 16,-4 13 0-16,-3-9 1 16,3 2-1-16,4 4 1 15,0 0-1-15,10 10 0 16,-3-7 0-16,-11-4 1 15,3 1-1-15,5-12 0 16,3-14 0-16,-4-11 0 16,0-4 0-16,-10-16 0 15,-1-6 0-15,5-21 1 16,2-1-1-16,-3-3 0 0,-3-9 0 16,-7-1 0-16,-8-2 0 15,-10-16 0-15,4-4 0 16,-8-2 0-16,-6-13 0 15,-1 0 0-15,-3-6 0 16,3 6 0-16,4-6-1 16,-3 6 1-16,-1 0 0 15,-3-4 0-15,3 1 0 16,-6-3 0-16,2-3 0 16,-2-4 0-16,3-5 0 15,-4-1 0-15,0-3 0 16,11-10 0-16,0 4 0 15,0-3 0-15,7 3 0 16,0-10 0-16,3-6 0 16,8-6 0-16,14-6 0 15,-1-10 0-15,8-3 0 16,3-12 0-16,8-7-1 0,10 0 1 16,6-19 0-16,1 7 0 15,11 0 0-15,7 3 0 16,3-1 0-16,7-5 0 15,11 0 0-15,3-4 0 16,0-6 0-16,11-6 0 16,0 3 0-16,0-6 0 15,3-4-1-15,4-2 1 16,-4-1 0-16,1 1 0 0,-1 2-1 16,4 7 1-16,-4 3 0 15,1-6 0-15,-1 0 0 16,4-7 0-16,4-9 0 15,-8-3 0 1,92-53 0 0,-39 18 0-16,-28 23-1 15,-24 18 1-15,-22 0-1 16,-17 19 1-16,-18 9-1 16,-4 4 1-16,-14-4 0 15,-6-5 0-15,-1-1 0 16,-7 3 0-16,-7 3 0 15,-10 7 1-15,-8 0-1 16,-6 9 0-16,-8 9 0 16,-7 4 0-16,-6 6 0 15,-8 3 1-15,-7 3-1 16,0 0 0-16,-3 4 0 16,7-10 0-16,-4-4 0 15,7-11 0-15,-7-4 0 0,0 3 1 16,0 3-1-16,-3 1 0 15,-4 9 0-15,-3-1 0 16,-1 1 0-16,-10-10 0 16,-3 4 0-16,-4 3 0 15,-4-1 0-15,-3-12 0 16,-7-18 0-16,-4-14 0 16,-7-8 0-16,-6-10 0 0,2 0 0 15,-2-13 0-15,-5-6 0 16,-3 6 0-16,-3-2 0 15,-7-1 0-15,-4-6 0 16,-7 3 0-16,3-9 0 16,-6-7 0-16,2-3 0 15,1 4 0-15,7 12 0 16,-7 3 0-16,-3 3 0 16,-8 7 0-16,1 9 0 15,6 0 1-15,1 12-1 16,-1 1 0-16,-3-1-1 15,0-12 1-15,-7 0 0 16,-7-13 0-16,3 13 0 16,4 3 0-16,-11 10-1 15,0-1 1-15,-7 10 0 16,11 6 0-16,0 10 0 16,-4-4 0-16,4 10 0 0,-4-3 0 15,-3 9 0-15,7 0 0 16,0-6 0-16,3-7 0 15,-7 13 0-15,4 0 0 16,-7 1-1-16,3 5 1 16,4 0 0-16,-4-2 0 15,-3 11 0-15,-11 10 0 16,4-6-1-16,3 13 1 16,-3 12 0-16,-7 0 0 15,-8 0 0-15,4 3 0 0,7 13-1 16,-3-13 1-16,-11 6 0 15,-3 7 0-15,-1 0-1 16,-3 2 1-16,-18 11 0 16,-3-1 0-16,0 13 0 15,-14-10 0-15,0 10-1 16,3 3 1-16,-7-4 0 16,-10 11 0-16,6 5-1 15,-13-3 1-15,3 1 0 16,-4-1 0-16,-10 6 0 15,8-5 0-15,9-1 0 16,-6 0 0-16,3-6 0 16,17 7 0-16,1 2-1 15,3-6 1-15,4-6-1 16,7 0 1-16,0-6-1 16,-4 6 1-16,4 0-1 15,10 0 1-15,1-13-1 16,6 0 1-16,4-3-1 0,14 1 1 15,15-1 0-15,6-3 1 16,11 0-2-16,-7-6 1 16,10 6-1-16,0-6 0 15,8 6 1-15,3-3 0 16,10 3 0-16,8-9 0 16,7 2 0-16,3-5 0 15,7 3 1-15,7-1 0 0,1 4-1 16,3 0 1-16,6 0-1 15,5 6 0-15,-1-3 0 16,8 19 0-16,6 6-1 16,1 6 1-16,3 19 0 15,7 6 1-15,4 4-1 16,6 3 0-16,12 18 0 16,2 19 1-16,19 1-1 15,-1 15 1-15,4 22-1 16,0 6 1-16,0-3-1 15,4 19 0-15,3-7 0 16,0-5 1-16,10-1-1 16,-3 0 0-16,-3 1 0 15,0-10 0-15,6 9 0 16,1-19 1-16,10 14-1 16,4-8 0-16,-4 1 0 15,-11-6 1-15,-2-4-1 0,-1 0 0 16,0 1 0-16,3-10 0 15,-3 0 0-15,-3-13 1 16,0 4-1-16,-4-20 0 16,-4-11 0-16,4 2 0 15,4-9 0-15,-1-3 0 16,1-4 0-16,-4 1 0 16,-4-13 0-16,-10-6 0 15,0-3 0-15,-7-4 0 16,-4-5 0-16,-3-4 0 15,-4-13-1-15,1-2 1 0,-1-1 0 16,0-2 1-16,-3-1-1 16,3-3 0-16,-3-3 0 15,-4 1 0-15,4-4 0 16,-4-7 1-16,0 7-1 16,1-9 0-16,-5-7-1 15,1 3 1-15,0-5 0 16,-1 2 0-16,1 0 0 15,-4-3 0-15,0 0 0 16,1 7 0-16,6-1 0 16,4-6 1-16,6 10-1 15,1-1 0-15,0 1 0 16,10-7 0-16,1-6 0 16,3-6 0-16,3 3 0 15,-3-7 0-15,3 1 0 16,8 0 0-16,0-1 0 0,3 1 0 15,7-4 0-15,0 1 0 16,0-4 0-16,3-3 0 16,8-6 0-16,10-6 1 15,4-7-1-15,0-3 0 16,10-6 0-16,8-6 0 16,3-3 0-16,0-4 1 15,7-3-1-15,3 1 0 16,4-4 0-16,-3 0 0 0,3 3 0 15,3-3 0-15,4-3 0 16,1-3 0-16,-1-6 0 16,3-1 0-16,8-8 0 15,3 8 0-15,-3 4-1 16,7 0 1-16,-1 2 0 16,1 1 0-16,7 0-1 15,0-3 1-15,-4 0-1 16,0 3 0-16,8-1 0 15,-19-5 1-15,12 3-1 16,-5 3 0-16,-9 3 0 16,-8 3 1-16,-4 0 0 15,1 16 0-15,-15 3 0 16,-6 6 0-16,-4 3 0 16,-1 4 1-16,-9-7-1 15,-1-3 0-15,-7 0 0 16,-6-3 0-16,-5 0 0 15,-13 7 0-15,-4-4-1 0,-4-3 1 16,-10 6-4-16,-14 9 0 16,-7-8 0-16,-15-10 0 15</inkml:trace>
  <inkml:trace contextRef="#ctx0" brushRef="#br0" timeOffset="33426">12799 1668 65 0,'-25'-25'32'0,"18"9"-20"15,11 7 32-15,-4-4-43 16,3 1 1-16,1 2 2 15,-1 7 0-15,1-6-4 16,-1 12 0-16,1 6 3 0,-1 7 1 16,4 3 0-16,0 6 0 15,4 0-1-15,3 16 0 16,4-1-1-16,17 14 1 16,0-7-1-16,4 6 1 15,0 7-2-15,3 2 0 16,-3 4-1-16,7 3 1 15,3-6-1-15,8-7 1 16,13-5-1-16,1-4 0 16,3-13 0-16,0-9 1 0,-3-6 0 15,6 0 0-15,8-4-1 16,14 4 1-16,-8-6-1 16,-2 2 1-16,-1 1-1 15,0 3 1-15,14-10-1 16,1 7 1-16,-5-7-1 15,-2-9 1-15,-1-9-1 16,14-7 0-16,-3-12 0 16,0-6 1-16,-7-10-1 15,-1-3 0-15,1 3 0 16,7 0 1-16,-11 3-1 16,-3 4 1-16,-11-1-1 15,-7 0 0-15,-7 4 0 16,-3 2 0-16,-4 1 0 15,-7 6 1-15,0-13-1 16,-4 13 0-16,-7-9 0 16,-6-1 0-16,-8 4 0 0,-7-4 1 15,-7 1-1-15,-14-4 0 16,-7-2 0-16,-7 2 0 16,-4-9 0-16,-3 3 0 15,-7-6 0-15,-7 3 0 16,-1 6 0-16,5 3 0 15,-8 1 0-15,3-4 1 16,-2 0-1-16,-8-3 0 16,3 4 1-16,-2 8 0 0,2-12 0 15,1 10 0-15,3 6 0 16,4-1 1-16,0 7-1 16,3 10 0-16,4 2 0 15,-1 14 0-15,5 2-1 16,2 3 1-16,5 10-1 15,-1 0 0-15,1 6 0 16,-5 13 0-16,8 12 0 16,0-9 0-16,4 2 0 15,-1 8 0-15,4-4-1 16,0 6 1-16,0 7 0 16,0-7 0-16,0 3 0 15,3-2 0-15,1-11 0 16,3 1 0-16,0-9 0 15,0-7 1-15,3-9-1 16,1-3 0-16,3-16 0 16,0-13 0-16,0-9 0 15,3-6 0-15,1-22 0 0,-4 3 0 16,0-13 0-16,0-6 0 16,0-9 0-16,0 0 1 15,0 3-1-15,4 9 0 16,-4 10 0-16,4-1 0 15,-1 4 0-15,1 9 0 16,3 10 0-16,0 9 0 16,4-3 0-16,6 9 0 15,1 4-1-15,14-1 1 0,7 4 0 16,3 6 0-16,0-7 0 16,4 10 0-16,4-6 0 15,-1 6 0-15,1 0-1 16,-4 6 1-16,7 4 0 15,-4 2 0-15,4 10 0 16,-11-3 0-16,1 0 0 16,-4-4 0-16,0-5 0 15,-1-1 1-15,-2-9-1 16,-8 0 0-16,-3 0 0 16,-8 0 0-16,-6-9 0 15,-7 9 0-15,-8-10 0 16,-6 10 0-16,-8-6 0 15,-3 3 0-15,-11-3 0 16,-3 6 0-16,-7-16-1 16,-11 7 1-16,-11-4 0 15,1 4 0-15,-7-7-1 0,-1 10 1 16,1 3-1-16,-1-7 1 16,1 10 0-16,-12-6 0 15,5 6 0-15,6 6 0 16,1-3 0-16,6 4 0 15,8 2 0-15,3 0 0 16,4 7 0-16,7 3 0 16,3 0 0-16,4 6 0 15,-1-3 0-15,5 9 0 16,3 0 0-16,6 10 0 16,1 13 0-16,7-11 0 0,0 5 0 15,7-5 0-15,4-5 0 16,-1 12 0-16,4-3 0 15,-3-3 0-15,3-9 0 16,0 9 0-16,-4-1 0 16,5 4 0-16,-1 7 0 15,-4-10 0-15,1 0 0 16,-1-7 0-16,1-2 0 16,-4-7 0-16,0-3 0 15,0-12 0-15,0 2 0 16,0-12 0-16,0-3-1 15,0-12 1-15,0-13 0 16,0-13 0-16,0-12 0 16,3 3 0-16,4-16 0 15,0 0 0-15,0 1 0 16,-3 2 0-16,3-6 0 0,-3-3 0 16,-1 7 0-1,1 5 0-15,-1 7 0 0,1 6 0 16,3 3 0-16,0-3 0 15,3 10 0-15,4-1 0 16,4 7 0-16,0 0 0 16,3 6 0-16,0 3 0 15,7 7 0-15,8-4 0 16,2 7 0-16,1 2 0 0,3 7 0 16,4-3 0-16,4-3 0 15,3 3 1-15,10-7-1 16,1 4 0-16,3 3 0 15,0-3 0-15,-4 12 0 16,-3-3 0-16,-3 3 0 16,-8 4 0-16,4-1 0 15,-7 1 0-15,0-7 0 16,-4-3 0-16,-7 6 0 16,-7-6 0-16,-3 0-1 15,-7 0 1-15,-8 0 0 16,-10 0 0-16,-10 0-1 15,-8 6 1-15,-7-6 0 16,-6 0 0-16,-12 0-1 16,-6 0 1-16,-18 0 0 15,-4-3 0-15,-3 0 0 16,4 3 0-16,-4 0 0 16,0 0 0-16,0-6 0 0,-11 3 0 15,7 3 0-15,8 3 0 16,6-3 0-16,8 0 0 15,10 6 0-15,4 0 0 16,6 4 0-16,5-1 1 16,-1 10-1-16,7 0 0 15,-7 9 0-15,8 3 0 16,2 16 0-16,8 10 0 16,4 2 0-16,6-2 0 0,1 6 0 15,3-1 0-15,0-2 0 16,3-7 0-16,4-9 0 15,0 3 0-15,-3-3-1 16,3-6 1-16,-4-7-6 16,1 0 1-16,3 1-1 15,0-13 1-15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4T07:47:02.4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16355 4405 114 0,'-110'-200'57'0,"-126"-17"-57"0,144 161 57 15,-52-4-55-15,-54-15 1 16,-42 19-1-16,-42 5 0 16,-46 8-5-16,-28 14 1 15,-22 26 3-15,-6 13 0 16,-15 8-2-16,-10 29 0 16,3 16 1-16,11 41 0 15,0 24 0-15,10 29 0 16,15 31-1-16,21 35 0 15,14 34 1-15,28 25 0 0,28 25-1 16,28 29 0-16,22 28 1 16,21 28 0-16,35 12-1 15,32 10 1-15,32 13 0 16,20 27 1-16,37 1-2 16,23-16 1-16,29-13 0 15,36 1 0-15,48-7 0 16,8-12 0-16,28-22 0 15,35-4 0-15,15-21 0 16,27-10 1-16,8-19-1 16,20-15 0-16,15-13 0 15,11-18 0-15,6-20-1 16,29-12 1-16,0-28 0 16,14-16 0-16,17-16 0 15,1-21 0-15,20-19 0 16,1-23 0-16,-7-18 0 15,3-22 0-15,-4-16 0 16,1-18 0-16,0-26 0 0,-1-15 0 16,8-29 0-16,-4-21 0 15,0-20 1-15,4-27 1 16,-8-26-1-16,8-15 0 16,-25-22 0-16,0-29 0 15,-14-12 0-15,-18-19 0 16,-10-9-2-16,-15-19 0 15,-17-6 0-15,-25-10 0 16,-6-12 0-16,-15-13 0 16,-18 0 0-16,-17-3 1 0,-18-9 0 15,-18 0 1-15,-17-4 0 16,-14 1 0-16,-18-1 0 16,-18 10 0-16,-17-3 0 15,-14 3 0-15,-11-7 0 16,-18 4 0-16,-6-6-1 15,-11 9 1-15,-8-4-1 16,-9 14 1-16,-8-4-1 16,-14 9 0-16,-4 14 0 15,-10 2 0-15,-10 19-1 16,-15 6 1-16,-11 7-1 16,-6 15 1-16,0 7 0 15,-8 9 0-15,-10 3 0 16,0 16 0-16,-4 3 0 15,-3 9 0-15,-3 13 0 16,-12 6 0-16,-2 16 0 16,-8 3 1-16,-3 6-1 0,-4 10 1 15,3-1-1-15,-6 7 0 16,0 3 0-16,-4 7 1 16,7-1-1-16,-7 0 1 15,0 10-1-15,4 12 0 16,-4 4 0-16,-4 5 1 15,-3 7-1-15,-7-3 0 0,-7 10-4 16,-10-1 1-16,-12 13-19 16,-10 2 1-16,-28 14-1 15,-14 12 0-15</inkml:trace>
  <inkml:trace contextRef="#ctx0" brushRef="#br0" timeOffset="2883.22">20165 9724 95 0,'0'0'47'0,"-7"-57"-43"16,7 32 48-16,-11-3-51 16,1-7 1-16,-1 1 3 15,-7-13 0-15,-3 3-5 16,-11 0 1-16,-10-3 3 16,-14-3 1-16,-18-3-1 15,-15-13 0-15,-24 3-1 16,-14 0 0-16,-24 1-1 15,-22-4 0-15,-18 3-2 16,-17 7 1-16,-7-1-1 16,-32-6 1-16,-7 1-1 15,-21 2 0 1,-272-15 0 0,71 22 1-16,42 9-1 0,21 12 0 15,22 4 0-15,10 9 1 16,0 0 0-16,10 13 0 15,1 0-1-15,-4 9 1 16,18 0-1-16,10 0 1 16,4 7-1-16,14 5 0 15,14 11 0-15,14 2 0 16,10 6 0-16,22 10 0 16,-3 6-1-16,24 0 1 0,14 4 0 15,11 12 0-15,21-7 0 16,7 4 0-16,17 12-1 15,15 4 1-15,17-7-1 16,15 6 1-16,10-9-1 16,10 3 1-16,5-6-1 15,13 0 1-15,7 6-1 16,11-3 1-16,14 3 0 16,11 0 0-16,17-3 0 15,18 0 0-15,21 7-1 16,28 5 1-16,18 1-1 15,25-7 1-15,21 0-1 16,28-6 1-16,14-3-2 16,17-6 1-16,22-1 0 15,11-6 0-15,17 1-1 16,4-10 1-16,24 6 0 16,0-6 1-16,25 6-1 0,4-13 1 15,10 1 0-15,7-3 0 16,11-1 0-16,4-3 0 15,-5-5 0-15,8-4 0 16,0-10 0-16,3 1 0 16,-13-7 0-16,6-6 0 15,-7-10 1-15,4 4 0 16,-4-6-1-16,4-4 1 16,-11 3 0-16,-3 1 0 15,-11-4 0-15,0 7 0 0,-17-1-1 16,-4 1 0-16,-11 3 0 15,-7-7 0-15,-6 7 0 16,-8-10 0-16,-7 1 0 16,-7-7 1-16,-7-7-1 15,-3-8 0-15,-4-7 0 16,-15-3 0-16,-9-7 0 16,-5 1 0-16,-9-3 0 15,-15-4 0-15,-14 1 0 16,-11-4 1-16,-14 0 0 15,-10 7 1-15,-7-7-1 16,-15 3 0-16,-10-2 0 16,-11-1 0-16,-6-12 0 15,-15-10 0-15,-14 4-4 16,-18-7 1-16,-24 0-19 16,-25 3 1-16,-35-3-1 15,-36-3 1-15</inkml:trace>
  <inkml:trace contextRef="#ctx0" brushRef="#br0" timeOffset="3734.32">14323 2204 105 0,'-60'-75'52'0,"35"78"-64"15,25 9 83-15,0 17-71 16,-3 49 0-16,-1 35 0 15,-3 50 1-15,-4 35-1 16,1 59 0-16,-1 44 0 16,8 31 1-16,6 19 0 15,15 35 1-15,0 28 0 16,6 6 1-16,1 10-1 16,-4 6 1-16,0-10-1 15,-10-12 1-15,-4-6-1 16,0-16 0-16,0-7-1 0,-3-46 0 15,-1-35-1-15,4-34 1 16,0-54-5-16,-3-37 1 16,-1-47-25-16,1-35 0 15,-1-59-1-15,-10-45 1 16</inkml:trace>
  <inkml:trace contextRef="#ctx0" brushRef="#br0" timeOffset="4764.66">10940 2402 101 0,'21'-51'50'0,"18"-21"-48"0,-18 60 51 16,21-13-52-16,22 6 1 16,13-6-1-16,11 6 1 15,11 3-3-15,18 7 0 16,-8 9 1-16,0 16 0 15,-17 2-1-15,-11 26 1 16,-14 13-1-16,-21 5 1 0,-25 23 0 16,-24 12 0-16,-22 16 0 15,-28 16 1-15,-21-4 0 16,-4 4 0-16,4-4 0 16,0-9 0-16,11-22 0 15,10-22 0-15,21-9 1 16,11-10 0-16,17-15-1 15,22-13 1-15,14-15-1 16,24-26 1-16,25-19-2 16,18-24 0-16,14-7-5 15,21-9 0-15,-14-1-11 16,-11-8 1-16,-20 2-1 16,-26 4 0-16</inkml:trace>
  <inkml:trace contextRef="#ctx0" brushRef="#br0" timeOffset="4912.18">11187 3070 106 0,'-82'-7'53'0,"89"32"-65"0,8-21 85 16,27-8-75-16,25-2 1 15,25-6-19-15,38-14 1 16,25-21 20-16,22-15 0 15</inkml:trace>
  <inkml:trace contextRef="#ctx0" brushRef="#br0" timeOffset="5336.57">13688 2706 105 0,'-71'9'52'0,"61"16"-59"16,20-31 70-16,4-7-64 15,11-12 0-15,7-15 0 16,3-11 0-16,7-18 1 0,1-3 1 16,3 0-1-16,-1-9 0 15,8 9 2-15,-10 3 0 16,3 9 1-16,-4 7 1 16,4 12-1-16,0 6 1 15,3 17-3-15,7 11 1 16,-3 17-1-16,4 18 1 15,6 25-4-15,-6 41 0 16,-1 7-16-16,1 18 0 16,3 13 0-16,0-10 1 0</inkml:trace>
  <inkml:trace contextRef="#ctx0" brushRef="#br0" timeOffset="6335.52">14400 9514 106 0,'-35'-13'53'0,"28"-34"-55"0,11 41 54 15,34-13-53-15,36-3 0 16,22 3-1-16,34 4 1 16,40-1 1-16,52 10 1 15,35 15-2-15,54 7 0 16,49 12 1-16,49 10 0 15,42 2 0-15,36 14 1 16,35-14-1-16,18 1 1 16,7-22 0-16,0-3 1 15,-15-10-1-15,-20 0 0 0,-32-9-1 16,-39-6 1-16,-46-1-1 16,-49-9 0-16,-47-6 0 15,-52-3 0-15,-49-16 0 16,-53 0 1-16,-50-3-1 15,-42-6 1-15,-36-10-1 16,-34-3 0-16,-19 1 0 16,-13 14 1-16,-7 11-1 15,3 8 1-15,7 10-1 16,14 16 1-16,18 19 0 16,21 21 0-16,18 16 0 15,10 22 1-15,14 22 1 16,-6 19 0-16,-12 6-1 15,-23 1 1-15,-19 5-1 16,-17-18 0-16,-18-10-7 16,-11-16 1-16,4-15-2 15,8-22 0-15</inkml:trace>
  <inkml:trace contextRef="#ctx0" brushRef="#br0" timeOffset="6617.16">24201 8761 124 0,'-75'-22'62'0,"75"69"-72"0,15-25 78 0,13 19-73 15,32 25 1-15,24 18-12 16,22 1 1-16,11 0-3 16,-4-10 1-16,-15-15-11 15,-6-13 1-15</inkml:trace>
  <inkml:trace contextRef="#ctx0" brushRef="#br0" timeOffset="6804.16">25407 9347 83 0,'42'-59'41'0,"1"-51"-46"15,-33 69 76-15,1-9-69 16,-4 0 0-16,-7 6 4 16,-4 10 0-16,-3-1-6 15,-7 16 1-15,-3 16 5 0,-15 22 0 16,-10 41-1-16,-15 30 0 16,-13 33-2-16,-19 30 0 15,-13 23-5-15,28-47 0 16,-74 84-24-16,-7-12 1 15,-4-13-1-15,-25-28 1 16</inkml:trace>
  <inkml:trace contextRef="#ctx0" brushRef="#br0" timeOffset="7436.16">13924 9413 113 0,'32'-47'56'0,"-7"35"-81"0,-25 15 108 15,-4 6-83-15,-7 16 0 16,-13 26 0-16,-22 24 0 15,-21 22-1-15,-35 35 1 16,-40 43-1-16,-41 42 1 16,-36 40-1-16,-59 50 1 15,-43 35-1-15,-29 15 1 16,-20-2-1-16,-29 2 1 0,8-21 0 16,27-20 0-16,8-24 0 15,35-19 0-15,21-19 1 16,36-22 0-16,17-25-1 15,35-31 1-15,32-23 1 16,35-27 0-16,25-29-2 16,36-16 1-16,24-34-1 15,25-12 1-15,27-23 0 16,30-24 0-16,34-23-1 16,25-18 0-16,11-19 0 15,24-3 0-15,8-1-3 16,-1 4 0-16,-3-3-12 15,-7 9 0-15,-11 7 0 16,-6 2 0-16</inkml:trace>
  <inkml:trace contextRef="#ctx0" brushRef="#br0" timeOffset="8287.33">7489 14387 96 0,'-52'18'48'0,"-12"30"-49"16,46-23 65-16,-6 22-63 16,-4 22 1-16,-4 31-1 15,-4 25 1-15,-2 32-3 16,-8 19 0-16,7 3-2 16,0-16 0-16,-10-22-9 15,-1-25 0-15,12-19-1 0,-5-25 1 16</inkml:trace>
  <inkml:trace contextRef="#ctx0" brushRef="#br0" timeOffset="8521.43">6565 15073 99 0,'25'-6'49'0,"-18"6"-60"0,4 3 73 0,6 4-62 16,11 2 0-16,15 3 0 15,27 7 0-15,8 16 0 16,21 12 0-16,3 9-1 16,25 7 1-16,4 9-10 15,-4 0 0-15,3-6 0 16,-10-16 0-16</inkml:trace>
  <inkml:trace contextRef="#ctx0" brushRef="#br0" timeOffset="8946.59">8516 13756 100 0,'4'-9'50'0,"-33"-7"-58"0,29 13 72 16,0 3-64-16,7-3 0 16,-3 6-1-16,7 7 1 15,-4 18 0-15,10 9 0 16,-13 14 0-16,6 8 0 16,-13 4-1-16,-8 12 1 15,1 0-1-15,-12 4 1 0,5 2 0 16,6 4 0-16,-6-10 0 15,6-9 1-15,4 0-1 16,3-10 1-16,1 1-1 16,3-10 0-16,0-3 0 15,3-10 0-15,5 4 0 16,2-16 1-16,4 0-1 16,14-7 1-16,11-5 0 15,4-1 1-15,6-2-1 16,18-1 0-16,7 3-6 15,21 1 1-15,15-13-1 16,-5-26 1-16</inkml:trace>
  <inkml:trace contextRef="#ctx0" brushRef="#br0" timeOffset="10804.9">15328 771 94 0,'7'-47'47'0,"14"19"-42"0,-14 31 47 15,4 13-51-15,3 18 1 16,4 19 1-16,7 29 1 16,3 37-4-16,3 3 1 0,5 19 2 15,3 4 0-15,6 5 0 16,-2-15 0-16,-8-9-2 16,-3-10 0-16,-8-7-9 15,1-12 0-15,-4-18-1 16,-3-26 1-16</inkml:trace>
  <inkml:trace contextRef="#ctx0" brushRef="#br0" timeOffset="11181.94">16291 984 109 0,'-42'-34'54'0,"14"40"-62"0,21 10 70 15,-4 6-63-15,1 28 0 16,-5 16-1-16,5 12 0 16,3 10 2-16,10 3 0 15,8 9-1-15,17 4 0 16,4-23 0-16,7-9 1 15,10-9 1-15,0-19 0 16,40-41 0 0,-8-22 0-16,-4-12 0 15,-10-19 0-15,-14 3 0 16,-21-16 0-16,-25 0-1 16,-21-12 1-16,-28 3-1 15,-18 9 0-15,-14 7-5 16,-11 12 1-16,-7 6-1 15,11 4 1-15</inkml:trace>
  <inkml:trace contextRef="#ctx0" brushRef="#br0" timeOffset="11523.07">16842 708 106 0,'-53'-66'53'0,"39"38"-53"0,14 22 61 16,-4 0-61-16,4 6 0 16,18 6 0-16,17 0 0 15,11 13-1-15,17 3 1 16,22 9-1-16,17 7 1 15,8 0 0-15,-4 12 0 16,-8 3-1-16,-13 10 1 16,-22 0 0-16,-24 18 1 0,-25-3-1 15,-28 13 1-15,-25 7-7 16,-35 2 1-16,-28 22-1 16,-4-15 1-16</inkml:trace>
  <inkml:trace contextRef="#ctx0" brushRef="#br0" timeOffset="11905.2">15582 2913 104 0,'-21'-41'52'0,"39"25"-53"0,3 7 59 16,21-7-58-16,22 1 1 15,20-7 0-15,33-13 0 16,24-9-2-16,7-3 1 16,18-16 0-16,7-2 1 0,3-8-2 15,8 11 1-15,-8-4-2 16,-17 6 1-16,-18 13-3 16,-7 10 1-16,-32 2-10 15,-28 16 1-15,-31 10 0 16,-29 6 0-16</inkml:trace>
  <inkml:trace contextRef="#ctx0" brushRef="#br0" timeOffset="12168">15692 2985 85 0,'-82'16'42'0,"79"-16"-45"15,13 0 53-15,19 0-50 16,17-4 0-16,21-21 2 16,31-12 0-16,40-7 0 15,21-6 0-15,24-13 1 0,15 6 1 16,3-21 0-16,0 15 0 16,-28 1-1-16,-15 8 1 15,-20 7-5-15,-22 16 0 16,-31 9-1-16,-32 13 0 15</inkml:trace>
  <inkml:trace contextRef="#ctx0" brushRef="#br0" timeOffset="13587.22">2551 3800 89 0,'-29'-59'44'0,"-48"-35"-38"0,56 62 44 16,-11-27-49-16,-7-4 1 0,-17 6 1 15,-8 4 0-15,-35 25-4 16,-3 37 1-16,-7 38 1 15,-8 35 1-15,-3 31-2 16,22 12 1-16,27 1-1 16,29-17 0-16,35-18 0 15,24-22 0-15,22-22-1 16,3-34 1-16,18-54 0 16,29-22 0-16,2-24 1 15,-3-7 0-15,-6-29 0 16,-15 23 0-16,-4 22 1 15,-14 21 0-15,-10 23 0 16,-11 40 0-16,-6 35-1 16,-19 28 1-16,-6 37-1 15,3 20 0-15,-11 24-1 16,4 16 0-16,3-6 0 0,4-3 0 16,-7-10 0-1,4-5 0-15,3-17 0 0,0-12 0 16,0-3 1-16,0-23 1 15,0-14-1-15,0-20 0 16,3-19 0-16,15-24 0 16,10-26 0-16,15-43 0 15,24-36-1-15,7-11 0 16,3-13-1-16,-6 3 1 16,-4 18 0-16,-7 4 0 15,-11 19 0-15,-6 12 0 0,-15 10 0 16,-7 12 1-16,-10 19-1 15,-22 22 1-15,0 22-1 16,1 41 1-16,3 15-1 16,7 10 1-16,17 3-1 15,15-12 1-15,25-17-1 16,6-18 0-16,4-25-1 16,-3-22 1-16,6-22 0 15,-10-16 1-15,-10-9 0 16,-15-19 0-16,-14-10 0 15,-21 1 0-15,-7 3-2 16,-14-7 0-16,-11 1-16 16,-7 5 0-16,-14-5-1 15,-14-26 0-15</inkml:trace>
  <inkml:trace contextRef="#ctx0" brushRef="#br0" timeOffset="13978.45">2769 2267 106 0,'-158'0'53'0,"-121"119"-66"0,191-59 83 16,-32 30-70-16,-18 64 1 16,-24 37-2-16,-7 70 1 0,13 37-1 15,12 47 1-15,17 34-1 16,28 38 0-16,60 3 0 15,46-12 0-15,43-48-1 16,59-49 1-16,32-76 1 16,46-56 1-16,14-66 0 15,32-79 1-15,21-68 1 16,7-70 0-16,-11-49 1 16,1-67 0-16,-25-75-1 15,-39-56 1-15,-36-44-2 16,-31-25 1-16,-42 15-2 15,-53 32 1-15,-36 72-1 16,-52 53 0-16,-47 66-4 16,-45 66 0-16,-25 54-13 15,-32 52 0-15,-17 57 0 16,-21 32 0-16</inkml:trace>
  <inkml:trace contextRef="#ctx0" brushRef="#br0" timeOffset="14268.9">1789 7061 120 0,'24'-6'60'0,"149"-119"-77"0,-113 59 94 0,60-25-77 16,28-16 0-16,22-18-3 16,27 6 0-16,-6-7-1 15,6 13 1-15,-24-3-6 16,-18 16 0-16,-35 15-7 16,-28 29 0-16,-32 25 2 15,-21 34 0-15</inkml:trace>
  <inkml:trace contextRef="#ctx0" brushRef="#br0" timeOffset="14518.69">1697 8084 108 0,'-32'40'54'0,"74"-99"-67"0,8 9 86 15,38-32-72-15,43-40 0 16,38-35 0-16,32-12 1 15,39-29-3-15,-4 1 1 16,11 9 0-16,-25-1 0 16,4 20-3-16,-25 25 0 15,-31 18-24-15,-33 26 1 16,-27 22-1-16,-58 18 1 16</inkml:trace>
  <inkml:trace contextRef="#ctx0" brushRef="#br0" timeOffset="18563.23">13801 4286 96 0,'-18'-15'48'0,"18"2"-43"15,0 13 48-15,0 0-53 16,0 0 1-16,4-9 1 15,3 9 0-15,0 0-2 16,0 0 0-16,7-10 2 16,3-5 1-16,8-11-1 15,7-17 1-15,7-8 0 0,3 1 1 16,0-6-1-16,-3 12 0 16,-4 0-1-16,-3 9 1 15,-7 7-2-15,-4 0 1 16,-3 6-2-16,-1 10 0 15,-3-4 0-15,-3 0 0 16,0-3 0-16,-1 10 1 16,1 0 0-16,-1-1 0 15,1 4 0-15,-4 3 0 0,0 6-1 16,0 6 1 0,0 13 0-16,-3 0 0 0,3 10-1 15,3 5 0-15,12 20 0 16,6 5 0-16,4 4 0 15,13-3 1-15,1 0-1 16,-3-1 0-16,-5-8-1 16,-2-1 1-16,-8-12 0 15,-3-7 0-15,-8-2 0 16,-3-4 0-16,-7-16 0 16,-3-5 0-16,-4-7 0 15,-4-13 0-15,-3-12 0 16,-7-13 0-16,-10-2 0 15,-1-14 0-15,-7-2-1 16,0 2 1-16,-3-5 0 16,0 6 0-16,3 6 0 15,0-4 0-15,4 4 0 16,3 7 0-16,-3-1 0 0,3 3 0 16,1 13 0-16,3 3 0 15,3 3 0-15,4 7 0 16,0 12 0-16,-4 0 0 15,-3 12 0-15,-4 13 0 16,-7 10 0-16,1 9 0 16,-5 19 0-16,-2-1 1 15,-1 1-1-15,-4-10 0 16,5 1 0-16,-5-1 0 0,8-9 0 16,0-7 0-16,3-11 0 15,7-8 0-15,8-2 0 16,6-13 0-16,11-3 0 15,7-9 0-15,11-1 0 16,10-21 0-16,14-7 0 16,15-15 0-16,13-10 0 15,-3 7 0-15,0-13 0 16,-3 0 0-16,-1 6 0 16,-6-3 0-16,-4 13 0 15,-4 6 0-15,-6 12-1 16,-5-2 0-16,-6 21-7 15,-4 1 0-15,-7 5-1 16,-6 7 1-16</inkml:trace>
  <inkml:trace contextRef="#ctx0" brushRef="#br0" timeOffset="20280.73">14245 3756 107 0,'-17'-15'53'0,"17"-4"-49"0,0 19 59 16,0 0-61-16,0 3 1 0,-4 13-1 15,0 2 1-15,-3 8-5 16,-3-1 1-16,-1 12 3 15,-3 20 0-15,4 12-2 16,-5 0 1-16,1 15 0 16,4 17 1-16,3 21-1 15,3 3 0-15,-3 7 0 16,0 12 1-16,11 7-2 16,-1-7 1-16,1 3-1 15,-1 7 0-15,11 0 0 16,-7-4 0-16,7 13 0 15,-3 0 0-15,3 1 0 16,0 2 0-16,0-10 0 16,0-5 1-16,-6-7-1 15,-1-6 0-15,0 0 0 16,0-9 0-16,0-7 0 16,3-6 1-16,-3 3-1 0,0 0 0 15,4-6 0-15,-4-6 0 16,0-10 0-16,0 0 0 15,-3-6 0-15,-1-9 0 16,4-1 0-16,0-2 0 16,0-13 0-16,0 3 0 15,-3 0 0-15,0 3 0 16,-1-3 0-16,1 0 0 16,-4 3 0-16,-4 0 0 15,1-13 0-15,-5-5 0 0,1-4 0 16,0-6 0-16,-3-6 0 15,3-4 0-15,-4 4 0 16,1-10 0-16,3-3 0 16,-1 3 0-16,5 0 0 15,-1-6 1-15,1-3-1 16,3-3 0-16,-4-7-1 16,4-9 1-16,0-15 0 15,0-14 0-15,4-18 0 16,-1-19 0-16,-3-24 0 15,7-11 1-15,4-2-1 16,-4-10 0-16,4-6 0 16,-1-13 0-16,1-6 0 15,-4-3 0-15,0-16 0 16,-7-9 0-16,-4-10 0 16,1-9 0-16,-1 13 0 15,-3-4 0-15,7 7 0 0,0 12 0 16,4 10 0-16,-4 12 0 15,7 3-1-15,0 7 1 16,4-1 0-16,-8-5 0 16,4-4 0-16,0-6 0 15,4 12 0-15,-4 7 0 16,0-1 0-16,-4 23 0 16,1 9 0-16,-1 13 0 15,1 15 0-15,-4 10 0 0,4-4 0 16,-1-2 1-16,4 2-1 15,-7-12 0-15,-7 3 0 16,4-3 0-16,-1-6 0 16,0 16 0-16,1 2 0 15,-4 7 0-15,3 6 0 16,1 0 0-16,-1 7 0 16,1 5 0-16,-1-9 0 15,1-6 0-15,3-9 0 16,-4-7 0-16,4 1 0 15,0 8 0-15,0 7-1 16,0 3 1-16,0 7 0 16,-3 5 0-16,-1 17 0 15,-3-4 0-15,4 9 0 16,-5-2 0-16,5 6 0 16,-1-1 1-16,4-2-1 15,-3 9 0-15,3 0 0 16,0-6 0-16,0 9 0 15,-4 3 0-15,1 3 0 0,-1 10 0 16,1 3 0-16,-4 10 0 16,0 15 0-16,0 6 0 15,0 10 0-15,3 6 0 16,1 15 0-16,-1 10 0 16,4 13 0-16,0 9 0 0,0 3 0 15,0 22 0 1,4-3-1-16,-1 13 1 0,1 6 0 15,-1 9 0-15,1-6 0 16,-1 12 0-16,8 1 0 16,-4 8 0-16,0 14 0 15,3-7 1-15,-3 0-1 16,-3-9 0-16,3 0 0 16,-3-10 0-16,3-22 0 15,0-12 0-15,3-12-1 16,1-17 1-16,-1 1 0 15,1-10 0-15,0 0 0 16,-4 0 0-16,3-6-1 16,-3-3 1-16,0-3 0 15,4-10 0-15,-4-9 0 16,0 0 0-16,0-10 0 16,0 4 0-16,-3-4 0 15,-1 1 0-15,-3-4 0 16,4 0 0-16,-4 10 0 0,0-7 0 15,0 1 0-15,0-7 0 16,-4-3 0-16,1 0 0 16,3-9 0-16,0-4 1 15,0-12-2-15,0 3 1 16,0-9-4-16,0-10 1 16,0-18-22-16,0-20 1 15,3-18-1-15,-6-47 0 16</inkml:trace>
  <inkml:trace contextRef="#ctx0" brushRef="#br0" timeOffset="25236.89">14358 9435 20 0,'4'-6'10'0,"6"-13"24"0,-6 22 10 15,3 4-38-15,-4-4 1 0,1 0 5 16,-1 0 0-16,-3 0-15 16,0 0 1-16,-3 0 9 15,-1 1 1-15,1-4-4 16,-1 0 1-16,1 0-3 15,-1-4 1-15,1 4 0 16,-1 0 1-16,1 0-1 16,3 4 1-16,-4-1-1 15,1 0 0-15,-1 3 0 16,0 0 0-16,1-3-1 16,-1 4 0-16,1-4 0 15,3 0 0-15,-4-3-1 16,1 0 1-16,3 0-1 15,0 0 0-15,0 3 0 16,-4-3 0-16,4 3 0 16,-3-3 0-16,3 3-1 15,-4 1 1-15,4-4 0 16,0 0 0-16,0 0 0 16,0 0 0-16,0 0-1 0,4-7 1 15,-4 7-1-15,0-3 1 16,0 3-1-16,0-6 1 15,0 0-1-15,0-1 1 16,0-2 0-16,0 0 0 16,3-4-1-16,1-3 1 15,-1-3 0-15,4 1 0 16,0-4-1-16,1 3 1 0,-1 0-1 16,-4 0 1-16,1-3-1 15,-4-3 0-15,3-6 0 16,1 3 1-16,3-7 0 15,0 1 0-15,3-4 0 16,1 0 0-16,7 4 0 16,-1-4 0-16,1-2 0 15,0-4 0-15,-4 3-1 16,7-3 1-16,0-3-1 16,0-3 0-16,0-7 0 15,4-9 1-15,0 7-1 16,-1-7 0-16,1 0 0 15,0 3 1-15,-4 7-1 16,-3-4 0-16,-1-5 0 16,1-1 1-16,0-3-1 15,-1-3 1-15,4-1-1 16,-3 1 0-16,0-3 0 16,-4-3 0-16,7 2 0 0,0 1 0 15,0 0 0-15,0 9 0 16,1-6 0-16,-1 0 1 15,0-13-1-15,4-3 0 16,6-6 0-16,5-6 0 16,-1 6 0-16,0-6 0 15,0 2 0-15,1 1 0 16,-5 6 0-16,1 10 0 16,0-4 0-16,-4 7 0 0,4-4 0 15,7-12 0-15,-4 3 0 16,4-3 0-16,0-3 0 15,3-4 0-15,0 4 0 16,-6 9 0-16,-1 7 0 16,-3 9 0-16,-8 6 0 15,5 6 0-15,-12 1 0 16,4 2 0-16,-3 10-1 16,0-9 1-16,-4-4 0 15,-4-3 1-15,1 7-1 16,-1 3 0-16,-2 9 0 15,-5 9 0-15,-3 7 0 16,-3 0 1-16,-5 9-1 16,-2 0 0-16,3 4 0 15,-4 2 0-15,4 0 0 16,0 1 0-16,0-7 0 16,0 3 0-16,0 1 0 0,3-1 0 15,-3 4 0-15,0 5 0 16,-3 4 0-16,-4 3 0 15,-4 3 0-15,-10 7 0 16,0 5 0-16,-4 1 0 16,0 12 0-16,-3 10 0 15,-1 18 0-15,-2 4 0 16,2 6 0-16,1 0 0 16,0-1 0-16,-4-2 0 0,4-9 0 15,3-11 0-15,7-11 0 16,4-7 0-16,7-13 0 15,7-8 0-15,3-8-1 16,12-8 1-16,6-13 0 16,3-3 0-16,4-4 0 15,1-5 0-15,9-10 0 16,8-7 0-16,3 1 0 16,4 0 0-16,7 9 0 15,0 0 0-15,-3-3 0 16,-1 6 0-16,-3 3 0 15,-7 4 0-15,-4 9 0 16,-7 6 0-16,0 3 0 16,-3 7 0-16,-4 9 0 15,-7 6 0-15,-3 4 0 16,-4 5 0-16,-4 4 0 16,1 6 0-16,0 13 0 15,-1 6 0-15,4 3 0 0,4 6 1 16,3 0-1-16,0-6 0 15,0 4 0-15,0 2 1 16,-3-16-2-16,-4-2 0 16,-4-1-4-16,-3-12 0 15,0-3-13-15,-3-6 1 16,-4-4-1-16,3-18 1 16</inkml:trace>
  <inkml:trace contextRef="#ctx0" brushRef="#br0" timeOffset="26417.1">15508 4851 85 0,'-46'15'42'0,"4"4"-47"15,35-9 54-15,-4-1-48 16,4-3 0-16,0-3 1 0,4 1 0 15,-1-8-1-15,4-5 0 16,4-4 3-16,3 1 0 16,0-10-1-16,7-6 1 15,4-4-1-15,6-5 1 16,4-10-2-16,8-7 1 16,-1 4-1-16,11 6 0 15,-4 0 0-15,1 13 0 16,-5-7-1-16,-2 7 1 0,-1 3-1 15,-7 3 0-15,0 3 0 16,-3 6 0-16,0 7 0 16,3-1 1-16,0 4-1 15,0 6 0-15,1 9 0 16,-1 13 0-16,-3 0-1 16,-1 10 1-16,-3 5-1 15,-3 10 1-15,-4 0-1 16,0 0 1-16,-3 1 0 15,-1-5 0-15,-3-2-1 16,1 6 1-16,-1-3-1 16,-4-3 1-16,1-7-1 15,-1 1 0-15,-3-10 0 16,0 3 0-16,0-6 0 16,0-6 0-16,0-1 0 15,0-11 0-15,0-4 0 16,0-10 0-16,-3-12 0 0,-1-3 0 15,1-12 0-15,-4-7 0 16,-1 0 0-16,1-10 0 16,0 1-1-16,0 6 1 15,0 6-1-15,0 4 0 16,0 5 0-16,-3 1 1 16,-5 9 0-16,-2 6 0 15,-4 1 0-15,-4-1 1 16,0 0 0-16,1 7 0 15,-1 6 0-15,-3-4 1 0,-4 7-2 16,4 7 0-16,-1 5 0 16,-6 20 0-16,0-1 0 15,3 10 0-15,0 3-1 16,1 3 0-16,2 0 1 16,1-3 0-16,0 6-1 15,3-16 1 1,4-9 0-1,3-6 1-15,4-3 0 16,4-13 1-16,6-6-2 16,4-6 1-16,7-10-1 15,4-3 0-15,7-10 0 16,6-5 0-16,11-10 0 16,4 3 0-16,4-6 0 15,2 6 0-15,-2 3 0 16,-4-3 0-16,3 3 0 15,-3 10 0-15,0 3 0 0,-4 6 0 16,-3 9 0-16,-1 13 0 16,1 10 0-16,-4 8 1 15,-3 17-1-15,-4 9 0 16,4 9 0-16,0 7 0 16,-1-4-4-16,1-9 1 15,0-3-18-15,-1-13 1 16,-6-9-1-16,-7-22 1 15</inkml:trace>
  <inkml:trace contextRef="#ctx0" brushRef="#br0" timeOffset="27113.5">21689 3179 104 0,'14'-53'52'0,"-7"6"-53"0,-7 19 53 15,-7-16-52-15,-7-9 0 0,-11-7 0 16,-7 4 1-16,-6-7-1 16,-12 9 0-16,-3-8 1 15,-17 27 1-15,3 4-1 16,-4 25 1-16,4 18 0 16,4 23 0-16,6 18-1 15,11 19 1-15,11 10-2 16,10-1 1-16,11 4-2 15,11-13 1-15,13-19 0 16,15-15 0-16,10-13 0 16,18-22 0-16,7-15 0 15,0-14 0-15,-4-2 0 16,1-16 0-16,-4 7 0 16,-4 5 1-16,1 7 1 15,-8 13 0-15,-3 15 0 16,-4 16 0-16,0 12 0 15,-3 16 0-15,-4 13-1 16,-3 18 1-16,3 22-3 0,0 1 1 16,-3-7-6-16,0 0 0 15,0-13-15-15,-1-12 0 16,-3-15 0-16,-6-20 1 16</inkml:trace>
  <inkml:trace contextRef="#ctx0" brushRef="#br0" timeOffset="27414.27">22472 2847 108 0,'14'-44'54'0,"-28"13"-69"0,7 28 93 0,-7-1-78 16,-11 4 1-16,-7 13-1 15,1 21 1-15,-5 13-2 16,1 13 1-16,7 15 0 15,10-3 0-15,18-3-1 16,14-6 1-16,14-10 0 16,11-12 0-16,4-19 0 15,3-16 1-15,3-15 0 16,-7-10 0-16,-7-12 0 16,-13-7 1-16,-15-12-2 15,-11-16 1-15,-13-6-11 16,-15 0 1-16,0 3-2 15,-21 3 0-15</inkml:trace>
  <inkml:trace contextRef="#ctx0" brushRef="#br0" timeOffset="27662.72">23096 2204 110 0,'25'0'55'0,"-18"3"-60"0,-10 3 72 15,-4 16-67-15,-1 22 1 16,-6 16-1-16,0 12 1 0,-3 0-1 16,-5 16 1-16,5 19 0 15,3 2 1-15,0 4-1 16,-4 6 0-16,4 4-6 16,0-7 0-16,-7-19-1 15,-1-22 1-15</inkml:trace>
  <inkml:trace contextRef="#ctx0" brushRef="#br0" timeOffset="27820.92">22465 2615 110 0,'25'12'55'0,"3"-15"-64"16,-21 3 61-16,0 0-53 15,3 0 1-15</inkml:trace>
  <inkml:trace contextRef="#ctx0" brushRef="#br0" timeOffset="27929.14">23541 2903 124 0,'35'79'62'0,"-3"-17"-78"0,-22-52 72 15,1-7-56-15,-4-9 0 16</inkml:trace>
  <inkml:trace contextRef="#ctx0" brushRef="#br0" timeOffset="28134.81">24007 1696 125 0,'24'13'62'0,"22"134"-65"16,-28-113 69-16,-1 17-67 16,5 11 0-16,6 26-4 15,4 6 0-15,3 7 2 16,4-4 0-16,-1-6-12 16,1-3 0-16,0 2 0 15,3-11 1-15</inkml:trace>
  <inkml:trace contextRef="#ctx0" brushRef="#br0" timeOffset="28435.24">24832 1963 104 0,'0'-73'52'0,"-4"5"-55"0,1 52 73 15,-4-3-69-15,-4 3 0 16,1 7 0-16,-1 9 0 15,4 12-2-15,4 20 0 16,6 9 1-16,15 2 1 16,10 5-2-16,14-11 1 0,4 1 0 15,11-7 0-15,-4-6 1 16,-8 3 0 0,-13-18 0-16,-4-1 1 0,-10-15 0 15,-18 3 0-15,-18-16-2 16,-10-12 1-16,-11-1-9 15,-10-12 0-15,0 1 0 16,3-5 0-16</inkml:trace>
  <inkml:trace contextRef="#ctx0" brushRef="#br0" timeOffset="28705.52">25439 1141 110 0,'17'-22'55'0,"1"10"-58"16,-7 5 67-16,3 7-64 0,7-3 1 15,18 6 0 1,10 13 0-16,11 3-1 0,14 15 1 16,7 20 0-16,4 8 1 15,-4 10 0-15,-17 10 0 16,-18 25 0-16,-25-1 0 15,-21 1-2-15,-14 3 0 16,-11-4-8-16,-3 7 1 16,-1-22-1-16,5-19 1 0</inkml:trace>
  <inkml:trace contextRef="#ctx0" brushRef="#br0" timeOffset="29120.24">22507 5600 118 0,'11'10'59'0,"52"52"-69"0,-34-30 73 15,6 5-65-15,7 23 0 16,0 25-4-16,4 27 1 16,-7 4-1-16,-11 0 1 15,-3 0-22-15,0-18 1 0,-4-17 0 16,-3-24 1-16</inkml:trace>
  <inkml:trace contextRef="#ctx0" brushRef="#br0" timeOffset="29427.32">23248 5462 123 0,'7'47'61'0,"-46"-31"-96"15,32-7 130-15,-3 1-97 16,3 15 0-16,3 19-4 15,8 9 0-15,6-3 6 16,8-6 0-16,10-6-4 16,18-4 1-16,3-9 2 15,-3-12 0-15,-3-7 4 16,-1 0 0-16,-14-12 1 0,-10 0 0 16,-15-7 0-16,-20-18 0 15,-15-7-5-15,-18-9 0 16,-2-6-19-16,-1-13 1 15,7-3-1-15,0 3 0 16</inkml:trace>
  <inkml:trace contextRef="#ctx0" brushRef="#br0" timeOffset="29662.12">23943 4775 112 0,'95'4'56'0,"-77"8"-68"0,-8-9 91 0,-2 10-79 15,-1 9 1-15,0 6-1 16,0 10 1-16,0 15-2 16,-4 16 1-16,1 12 0 15,-4 13 1-15,0 7-1 16,0 9 0-16,-4-1-3 16,1-11 1-16,-1-4-12 15,4-25 1-15,-3-22-1 16,3-16 1-16</inkml:trace>
  <inkml:trace contextRef="#ctx0" brushRef="#br0" timeOffset="29817.26">23693 4989 120 0,'-11'12'60'0,"18"7"-97"0,0-16 92 16,4-3-55-16,6-3 0 16</inkml:trace>
  <inkml:trace contextRef="#ctx0" brushRef="#br0" timeOffset="29989.82">24694 5362 121 0,'18'22'60'0,"-14"15"-80"16,3-40 71-16,0-12-51 16,0-17 0-16</inkml:trace>
  <inkml:trace contextRef="#ctx0" brushRef="#br0" timeOffset="30197.81">25217 4205 124 0,'-4'15'62'0,"4"29"-67"16,4-25 72-16,10 12-68 0,3 20 1 16,8 11-2-16,10 17 1 15,8 5 1-15,6 7 0 16,0 3-5-16,8 4 0 15,-11-7-15-15,-11-10 0 16,-10-15 0-16,-11-25 0 16</inkml:trace>
  <inkml:trace contextRef="#ctx0" brushRef="#br0" timeOffset="30443.55">25767 4296 120 0,'42'-3'60'0,"11"-10"-82"16,-35 10 103-16,3 3-81 15,4 3 0-15,-1 10-1 16,5 15 1-16,-5 9 0 16,-3 7 0-16,1 16-6 15,2-1 1-15,5-5-15 16,2-7 1-16,1-6 0 15,3-13 0-15</inkml:trace>
  <inkml:trace contextRef="#ctx0" brushRef="#br0" timeOffset="30732.57">26328 3615 118 0,'-28'-9'59'0,"10"28"-81"0,21-19 103 16,8 6-83-16,10 6 1 16,11 7-1-16,14 6 0 0,21 10 2 15,14-1 1-15,11 20-2 16,7 27 0-16,3 4 1 15,-7 18 0-15,-10 13 1 16,-29 19 0-16,-28 3 0 16,-38 3 0-16,-40 13-13 15,-45-13 0-15,-32-16 0 16,-35-12 0-16</inkml:trace>
  <inkml:trace contextRef="#ctx0" brushRef="#br0" timeOffset="32916.54">21516 12668 90 0,'-49'-28'45'0,"34"-16"-39"15,15 28 45-15,0 4-49 16,7 2 0-16,1 10 3 16,6 16 0-16,7 34-6 0,7 41 1 15,4 44 3-15,0 47 1 16,-1 47-2-16,5 25 0 16,-8 3-3-16,11-15 1 15,-4-45-8-15,4-37 1 16,-4-44-2-16,0-38 1 15</inkml:trace>
  <inkml:trace contextRef="#ctx0" brushRef="#br0" timeOffset="33194.18">22535 12831 104 0,'0'-15'52'0,"0"-32"-57"15,7 37 67-15,1 1-62 16,2 6 1-16,4 9 0 16,7 22 1-16,11 32-3 15,7 37 1-15,3 28 1 16,8 32 0-16,-12 22-2 16,1 12 0-16,-7-25-6 15,-4-15 0-15,-7-32-19 16,-6-34 1-16,-5-35-1 15,-10-34 1-15</inkml:trace>
  <inkml:trace contextRef="#ctx0" brushRef="#br0" timeOffset="33541.79">21975 13135 98 0,'-46'7'49'0,"28"-1"-72"0,18-6 99 0,4 0-76 16,6 6 1-1,1 13-1-15,6 19 1 0,1 12-2 16,10 9 1-16,15 7 0 16,24 3 1-16,3-6 0 15,11-3 0-15,-3-16 0 16,7-16 1-16,3-19 0 15,3-12 0-15,-16-19 0 16,-12-16 0-16,-14-21-1 16,-10-10 0-16,-7-10 0 15,-14 4 0-15,-11 0-4 16,-11 0 1-16,-10-1-19 16,-7 14 1-16,0 12-1 15,-4 6 1-15</inkml:trace>
  <inkml:trace contextRef="#ctx0" brushRef="#br0" timeOffset="33810.55">23347 12345 110 0,'-25'28'55'0,"11"-6"-74"0,14-12 99 15,0 6-79-15,7 9 0 16,4 6 1-16,6 19 0 16,15 13-3-16,0 15 0 15,10 23 2-15,-10 11 0 0,-11 8-1 16,-10 11 0-16,-11 4-1 16,-25-3 0-16,-14 3-2 15,-21-16 0-15,0-16-7 16,-3-24 0-16,-1-26 0 15,4-28 0-15</inkml:trace>
  <inkml:trace contextRef="#ctx0" brushRef="#br0" timeOffset="34075.28">24035 12875 100 0,'-4'13'50'0,"-10"6"-50"16,21-13 62-16,0 0-61 0,11-3 1 15,3 0 0 1,4-3 0-16,10-6-3 0,11-6 0 16,14-10 1-16,14-3 1 15,0-7-6-15,0 4 0 16,-7 6-18-16,-10 9 1 15,-12 7-1-15,-6 12 0 16</inkml:trace>
  <inkml:trace contextRef="#ctx0" brushRef="#br0" timeOffset="34235.65">24077 13223 105 0,'-3'19'52'0,"59"-16"-76"15,-45-6 100-15,38-13-78 16,36-9 0-16,3-12-20 16,-21 8 0-16,60-43 23 15,10 0 0-15</inkml:trace>
  <inkml:trace contextRef="#ctx0" brushRef="#br0" timeOffset="136552.76">29210 4998 102 0,'0'0'51'0,"11"-6"-48"0,-8 9 51 15,4 19-53-15,0 34 0 16,0 23 1-16,0 30 0 16,4 42-3-16,3 12 1 15,4 28 1-15,3 4 1 16,4-16-1-16,3-10 0 16,7-16-1-16,-7-18 0 15,8-25-1-15,-8-16 1 0,-4-9-8 16,-6-26 1-16,0-15-1 15,-8-15 0-15</inkml:trace>
  <inkml:trace contextRef="#ctx0" brushRef="#br0" timeOffset="136960.41">30237 5632 90 0,'-4'-35'45'0,"4"10"-34"16,0 25 46-16,0-6-55 15,-3-1 1-15,-5 4 0 16,-2 6 0-16,-8 10-5 0,-3 15 1 15,-4 35 2-15,-3 12 1 16,3 10-2-16,11 15 0 16,14-3-1-16,18-9 1 15,7-16 0-15,6-15 0 16,8-17 1-16,7-21 0 16,11-19 1-16,3-22 0 15,3-15 0-15,-3 2 0 16,-7-12-1-16,-18-3 0 0,-10-6-4 15,-15-7 0-15,-20-19-9 16,-8 7 0-16,-3-3 0 16,0 2 0-16</inkml:trace>
  <inkml:trace contextRef="#ctx0" brushRef="#br0" timeOffset="137268.4">30589 5070 109 0,'-38'-28'54'0,"59"19"-62"16,-4 2 79-16,12 7-71 15,9 0 0-15,15 0 0 16,21 3 1-16,11 10-1 0,10 15 0 15,4 10 0-15,-14 9 0 16,-8 9 0-16,-20 13 0 16,-25 13 1-16,-25 18 0 15,-21 4 0-15,-32 12 1 16,-28-10-2-16,-15 7 0 16,5 6-11-16,-4-25 0 15,-1-18-1-15,12-29 0 16</inkml:trace>
  <inkml:trace contextRef="#ctx0" brushRef="#br0" timeOffset="137695.6">29457 7171 100 0,'-99'0'50'0,"11"28"-52"0,74-24 63 16,3-1-61-16,18-3 1 16,29-7 0-16,41-11 1 15,47-14-2-15,49-18 0 16,38-19 1-16,26-12 0 16,2 5 0-16,5-2 0 15,-22 9-1-15,-17 9 1 16,-25 16-4-16,-39 10 1 15,-35 9-12-15,-36 6 0 16,-45 25 0-16,-36 10 0 0</inkml:trace>
  <inkml:trace contextRef="#ctx0" brushRef="#br0" timeOffset="137902.57">28783 7748 111 0,'-25'28'55'0,"135"-75"-71"16,-50 22 88-16,46-22-72 16,45-19 1-16,43-21-1 15,36-11 1-15,34 1-2 16,1-9 1-16,6-7-1 16,-9 6 0-16,-16 13-6 15,-23 19 1-15,-29 6-1 16,-28 9 1-16</inkml:trace>
  <inkml:trace contextRef="#ctx0" brushRef="#br0" timeOffset="143725.18">29901 10780 81 0,'-31'-43'40'0,"-5"-8"-26"16,33 39 41-16,-1-1-53 16,1 4 0-16,3 0 2 15,7 9 0-15,3 6-5 16,-2 0 1-16,13 41 2 16,3 19 1-16,15 25-1 15,4 44 1-15,-5 28-2 16,1 31 0-16,0-6 0 15,-4-3 0-15,1-12-1 16,-5-13 0-16,1-29-3 0,-4-24 1 16,-7-19-14-16,-6-25 1 15,-5-23-1-15,-3-15 1 16</inkml:trace>
  <inkml:trace contextRef="#ctx0" brushRef="#br0" timeOffset="143982.26">30653 10903 107 0,'-7'9'53'0,"24"4"-62"0,-9-7 86 0,-1 10-75 15,3 6 0-15,-3 15 0 16,0 13 1-16,7 10-5 15,0 12 1-15,1 7 1 16,-1 2 0-16,0-3-5 16,0-2 0-16,0-4-14 15,4-6 0-15,-4-13 0 16,0-15 1-16</inkml:trace>
  <inkml:trace contextRef="#ctx0" brushRef="#br0" timeOffset="144356.45">31034 10338 106 0,'-71'0'53'0,"15"13"-63"0,49-10 88 16,7 0-78-16,7 7 0 0,11 2 0 15,17 10 1-15,21 3-2 16,15 3 1-16,3 1 0 16,21 5 0-16,7 13-1 15,4 6 1-15,-7 7-1 16,-18 6 1-16,-21 3 0 15,-21 16 1-15,-21 15 0 16,-29 13 1-16,-35-3-4 16,-21-1 0-16,-7-12-9 15,-7-15 0-15,-7-13-1 16,3-6 0-16</inkml:trace>
  <inkml:trace contextRef="#ctx0" brushRef="#br0" timeOffset="144745.98">30032 12916 101 0,'-106'53'50'0,"78"-28"-56"0,31-18 67 0,15-14-61 15,31-2 1-15,15-13 1 16,31-22 0-16,36-9-2 15,17-22 0-15,25-7 1 16,10-6 1-16,-3 0-2 16,7 1 1-16,-14 8-2 15,-11 1 1-15,-14 12-11 16,-17 10 1-16,-11 8-1 16,-28 11 1-16</inkml:trace>
  <inkml:trace contextRef="#ctx0" brushRef="#br0" timeOffset="145010.57">30127 13060 106 0,'-35'32'53'0,"35"-4"-63"0,14-28 74 16,14-6-64-16,11-13 0 15,28-13 0-15,32-12 0 16,21-12 0-16,46-16 0 16,17-13 0-16,32-6 1 15,8-6-1-15,2 3 0 0,-17 6-6 16,-28 19 1-16,-24 13-2 16,-33 2 1-16</inkml:trace>
  <inkml:trace contextRef="#ctx0" brushRef="#br0" timeOffset="152736.92">30656 7168 74 0,'-35'9'37'0,"-7"17"-32"0,35-14 37 0,0 16-42 15,0 22 1-15,-4 13 2 16,4 12 0-16,0 20-1 16,7 36 1-16,11 26 3 15,13 34 0-15,-3 10 0 16,1 22 1-16,-1-4-1 16,-7-9 0-16,-4 0-3 15,-3-18 0-15,-7-26-2 16,-7-19 1-16,-3-18-2 15,-11-16 1-15,-8-32-1 16,-2-31 1-16,-12-25-1 16,-3-21 1-16,1-23-1 15,-1-16 0-15,0-9 0 16,0-18 0-16,0-4 0 16,-7 0 0-16,0 3 0 15,0 1 0-15,1-1 0 0,-1 10 0 16,0-1 0-16,7 10 0 15,11 13 0-15,6 6 1 16,12 22-1-16,10 18 0 16,10 23 0-16,15 25 0 15,17 21 0-15,18 10 0 16,10-3 0-16,1-6 1 16,10-3 0-16,14-20 0 0,8-18 1 15,-1-22 0-15,-4-22 0 16,-6-25 1-16,0-16-1 15,-1-21 0-15,-2-17 0 16,-5 4 0-16,4-10-9 16,1-6 0-16,-5-3-1 15,8-41 1-15</inkml:trace>
  <inkml:trace contextRef="#ctx0" brushRef="#br0" timeOffset="166503.34">31535 4543 83 0,'-4'-116'41'0,"-77"13"-36"0,53 72 42 0,-21-4-47 16,-36-18 0-16,-24-7 0 15,-22 10 0-15,-31 6 0 16,-8 19 0-16,-27 0 0 15,-15 31 0-15,-17 13 2 16,-11 37 0-16,-7 13 0 16,-3 29 1-16,-4 33 0 15,7 32 0-15,31 47-1 16,26 10 1-16,24 25-2 16,43-10 0-16,41 9-1 15,51-15 0-15,34-19-1 16,40-6 1-16,52-34-1 15,35-14 1-15,47-27-1 16,27-22 1-16,40-26-1 16,34-25 1-16,22-30 0 0,21-36 0 15,7-31-1-15,8-37 1 16,2-29 0-16,-17-15 1 16,-14-32 1-16,-95 45 0 15,28-92 1-15,-43 13 1 16,-52-7 0-16,-53-15 0 15,-50-3 0-15,-53-25 0 16,-56 6-2-16,-56 12 0 16,-71 7-5-16,-67 34 0 0,-67 51-20 15,-64 27 1-15,-66 48-1 16,-54 59 1-16</inkml:trace>
  <inkml:trace contextRef="#ctx0" brushRef="#br0" timeOffset="168173.05">29023 7425 67 0,'-11'10'33'0,"29"-14"-25"16,-7 4 34-16,10-6-39 15,14-6 1-15,29-4 3 0,31-9 1 16,28-13-8-16,50-3 1 16,11-12 5-1,20 0 1-15,11-16-2 0,1 6 1 16,-1-12-3-16,-25 6 0 15,-27 12-2-15,-22 10 0 16,-35 13-1-16,-32 9 1 16,-36 9-2-16,-27 13 1 15,-43 9-1-15,-45 26 1 16,-36 15-1-16,-49 9 0 0,-18 4 0 16,-32 2 0-16,-3 4 0 15,0 3 1-15,6 7 0 16,33-1 0-16,35-9 0 15,32-13 0-15,27-12 0 16,44-10 0-16,34-25 1 16,46-12 0-16,43-38 0 15,42-6 1-15,35-22 0 16,22 3 0-16,10-3-1 16,-11-10 0-16,1 10-13 15,-22 13 1-15,-21 15-1 16,-32 6 0-16</inkml:trace>
  <inkml:trace contextRef="#ctx0" brushRef="#br0" timeOffset="168909.66">31782 10354 101 0,'-85'-19'50'0,"-84"-44"-60"16,119 35 72-16,-38-16-62 0,-32-3 0 16,-17-3-1-16,-33 19 1 15,-6 15 0-15,-18 29 1 16,-11 37 0-16,8 35 0 15,-4 31 0-15,3 53 0 16,18 44 0-16,14 44 0 16,29 41-1-16,49 22 0 15,42-19-1-15,49-16 1 16,54-43-1-16,41-41 1 16,47-38 0-16,-43-41 0 0,131-50 1 15,25-44 0-15,24-53 1 16,0-44 0-16,4-34 0 15,-14-29 0-15,-8-19 1 16,-13-12 0-16,-29-9 0 16,-21-1 0-16,-39-8 0 15,-45 2 0-15,-40-16 0 16,-59-12 0-16,-60 13-4 16,-78 6 1-16,-74 15-20 15,-89 35 1-15,-62 57-1 16,-47 50 1-16</inkml:trace>
  <inkml:trace contextRef="#ctx0" brushRef="#br0" timeOffset="179817.15">1390 9532 77 0,'-32'4'38'0,"11"18"-33"16,21-13 39-16,0 16-43 16,11 10 0-16,10 15 1 15,7 19 0-15,0 31-3 16,7 25 1-16,-6 26 2 16,6 31 0-16,-14 12-1 0,4 10 1 15,0-6-1-15,-11-7 0 16,3-15-7-16,-6-17 1 15,7-24-12-15,-8-25 1 16,4-28-1-16,4-26 0 16</inkml:trace>
  <inkml:trace contextRef="#ctx0" brushRef="#br0" timeOffset="181937.15">2741 9937 48 0,'-28'-22'24'0,"-14"-6"-25"16,31 22 33-16,-7-1-30 15,-10-2 0-15,-4 3 0 16,-6 2 0-16,-5 8-3 0,-6 5 1 15,3 13 2-15,-3 12 1 16,6 20-1-16,1 5 1 16,7 17-1-16,3 21 1 15,11 13-1-15,3 9 0 16,15-3-2-16,13-7 1 16,1-5-2-16,10-23 1 15,7-18-1-15,21-19 1 16,11-19-1-16,11-19 1 15,7-18 0-15,-8-10 0 0,-6-3 0 16,3-13 1-16,-14-9 2 16,3-6 1-16,-17-13 0 15,-7-15 1-15,-4-7 0 16,-18-9 0-16,-10-7-1 16,-10 7 1-16,-11 9-3 15,-8 6 0-15,1 20-7 16,-11 15 1-16,-3 12-2 15,-4 16 1-15</inkml:trace>
  <inkml:trace contextRef="#ctx0" brushRef="#br0" timeOffset="182410.39">3651 9724 82 0,'-24'-38'41'0,"-82"10"-46"0,85 25 50 16,-1 9-46-16,-9 7 1 15,6 9-2-15,0 9 1 16,-3 19 0-16,7 16 0 0,-4 22-1 16,11 9 0-16,7-3-1 15,7 6 0-15,7-12 1 16,7-9 0-16,11-14 1 16,7-21 1-16,6-16 1 15,12-18 1-15,10-16 1 16,0-13 0-16,-11-13-1 15,-7 1 1-15,-3-10-1 16,-10-6 1-16,-15-3-2 16,-7-3 0-16,-7 0-1 15,-11-1 1-15,1-2-7 16,-1 6 0-16,0 12 0 16,-3 3 0-1</inkml:trace>
  <inkml:trace contextRef="#ctx0" brushRef="#br0" timeOffset="182739.87">4484 9438 94 0,'-21'29'47'0,"-18"21"-61"0,32-19 69 15,-7 10-56-15,-4 12 1 16,7 10-2-16,1 12 0 0,-1 7 0 16,11 6 1-16,14-7-3 15,15-12 1 1,9-13 0-16,12-21 1 0,10-22 3 16,10-17 0-16,8-27 3 15,-15-10 1-15,4-15 0 16,-14-1 1-16,-7-5-1 15,-25 2 0-15,-10 0-6 16,-18-2 1-16,-14 15-16 16,-22 12 1-16,-13 16-2 15,-15 23 1-15</inkml:trace>
  <inkml:trace contextRef="#ctx0" brushRef="#br0" timeOffset="183069.1">1566 12013 99 0,'-81'47'49'0,"32"-31"-67"0,59-23 84 15,22-8-67-15,25-23 1 16,38-25 0-16,42-25 0 16,40-6-1-16,31-9 1 0,25-16-3 15,24 0 1-15,22-13-2 16,-18 10 1-16,14 12 0 16,-24 3 0-16,-11 13 0 15,-15 9 0-15,-31 17-1 16,-28 24 1-16,-35 12-9 15,-33 13 0-15,-34 13 0 16,-29 12 0-16</inkml:trace>
  <inkml:trace contextRef="#ctx0" brushRef="#br0" timeOffset="183395.4">1048 12584 79 0,'-78'31'39'0,"68"-28"-49"15,20-9 63-15,22-10-52 0,24-22 0 16,43-18 1-16,32-13 0 16,56-12-3-16,17-7 1 15,50-3 1-15,7-6 0 16,21-4 0-16,-3 1 1 15,14 3 1-15,7 6 0 16,-28-6 1-16,-15-4 0 0,-6-5 0 16,-33 2 1-16,-20 13-2 15,-18 13 1-15,-43 12-8 16,-24 9 1-16,-35 20-2 16,-25 2 0-16</inkml:trace>
  <inkml:trace contextRef="#ctx0" brushRef="#br0" timeOffset="187124.28">14023 3973 87 0,'11'-60'43'0,"34"38"-43"0,-31 22 44 15,1 0-45-15,-12 10 0 16,-6 8 0-16,-19 26 0 16,-13 22 2-16,-11 13 1 15,-3 8-1-15,-4 4 0 16,4 6 1-16,6 1 0 16,8-20 1-16,7-12 0 15,3-16-1-15,14-12 1 16,4-19-2-16,4-13 1 0,6-28-1 15,8-22 0-15,0-6-1 16,3-10 1-16,3-6 0 16,1 7 1-16,0-4 0 15,3 0 0-15,3 1 0 16,5 2 1-16,-1 4-1 16,4 5 1-16,-11 8-2 15,0 11 1-15,-3-2-2 16,-4 2 1-16,-4 10-1 15,1 7 1-15,-4 2-1 16,4 13 1-16,3 0 0 16,7 19 0-16,4 9 0 15,6 10 1-15,5 3-2 16,-5-1 1-16,5 1 0 16,-1-3 0-16,4-1-1 15,-1-2 0-15,1-4 0 0,4 10 0 16,2-7-1-1,-2 1 1-15,-4 3-1 0,-8-7 1 16,-2-12-1-16,-8 0 1 16,-11-4 0-16,-6-12 0 15,-11-9 0-15,-7-10 0 16,-7-9 0-16,-8-9 0 16,-2-4 0-16,-5-3 0 15,1-2 0-15,0-4 0 16,-1-4 0-16,8 1 0 0,4 6 0 15,2-3 0-15,1 3 0 16,7-3 0-16,0 7 0 16,0 5 0-16,-4 7 0 15,1 15 1-15,-22 26-1 16,-11 18 0-16,-10 38-1 16,-3 10 1-16,-1 15 0 15,-3 3 0-15,7 9-1 16,4-2 1-16,10-19-1 15,11-20 1-15,7-11-1 16,6-13 1-16,8-16-1 16,4-19 1-16,6-25 0 15,4-12 0-15,7-13 0 16,7-3 0-16,8-16 0 16,6 0 1-16,4-9-1 15,6 0 1-15,15 3-1 16,11-3 1-16,10 12 0 15,3 4 0-15,5-4-1 0,-1 20 1 16,0 15-1-16,0 18 0 16,-3 29-5-16,-8 44 1 15,-6 22-23-15,-1 18 0 16</inkml:trace>
  <inkml:trace contextRef="#ctx0" brushRef="#br0" timeOffset="190237.79">1245 14268 66 0,'-49'37'33'0,"-8"-27"-27"16,57-7 34-16,-3-6-38 16,6-7 0-16,8-15 2 15,24-16 1-15,29-18-5 16,13-7 0-16,12 6 3 0,2 13 1 16,19 16-2-16,10 37 1 15,-11 44-1-15,0 35 1 16,1 37 0-16,3 32 0 15,-15 12-1-15,-9 13 1 16,-12-13-1-16,-24-19 1 16,-14-18-7-16,-7-25 1 15,-15-23-18-15,-6-18 0 0,-22-19 0 16,-20-10 0-16</inkml:trace>
  <inkml:trace contextRef="#ctx0" brushRef="#br0" timeOffset="190611.04">2007 15205 96 0,'-14'-44'48'0,"74"-84"-71"15,-28 81 95-15,0-29-72 16,24-30 0-16,32-23 0 16,4-15 0-16,7-25 0 15,-7-10 0-15,-4 16 0 16,-11 22 0-16,-17 37 0 15,-7 45 0-15,-10 40 1 16,-5 50 1-16,-9 51 0 16,9 27 0-16,-9 17-1 15,2-1 1-15,-2 1-1 16,13-20 0-16,-3-27-1 16,0-26 0-16,-8-22-1 0,-3-24 1 15,4-26 0-15,-14-28 0 16,-4-16 1-16,-7-12 0 15,-14-13 0-15,-7-9 0 16,-11 9 0-16,-7 7 0 16,1 8-2-16,-8 14 0 15,7 5-9-15,22 7 0 16,13 0 0-16,18 0 0 16</inkml:trace>
  <inkml:trace contextRef="#ctx0" brushRef="#br0" timeOffset="190902.36">3870 13286 100 0,'7'-22'50'0,"-14"31"-53"16,3-5 68-16,4 14-65 15,-10 17 0-15,-8 24 0 16,8 26 0-16,-1 12-1 16,4-25 1-16,18 41-1 15,6-15 0-15,11-20 0 16,4-22 0-16,7-24 0 15,-11-10 1-15,32-69 0 16,0-32 1-16,0-24 0 16,-7-19 1-16,-7-1-1 15,-14 7 1-15,-22 10-2 16,-10 18 1-16,-17 16-4 0,-19 15 0 16,-13 13-11-16,-11 19 0 15,11 10 0-15,-1 5 0 16</inkml:trace>
  <inkml:trace contextRef="#ctx0" brushRef="#br0" timeOffset="192629.76">2145 15923 85 0,'-28'57'42'0,"-25"-29"-42"0,53-28 43 16,21-3-44-16,7-16 1 15,25-22 1-15,46-31 1 16,31-38-2-16,47-21 1 0,13-26 1 15,29-9 0 1,0-7 0-16,-22 4 1 0,-3 9-2 16,-17 16 1-16,-26 18-2 15,-31 13 0-15,-21 16-10 16,-18 16 0-16,-24 21-1 16,-19 19 1-16</inkml:trace>
  <inkml:trace contextRef="#ctx0" brushRef="#br0" timeOffset="193153.91">2138 16093 98 0,'-74'72'49'0,"67"-22"-62"16,24-44 75-16,5-3-62 15,9-9 0-15,29-16 0 0,46-25 1 16,14-28-1-16,39-32 1 16,31-31 0-16,18-28 1 15,15-32-1-15,2 4 0 16,8-13 0-16,-18 3 0 16,-6 3-1-16,-15-21 1 15,-18 9-1-15,-35-4 0 16,-14-2 1-16,-28-7 0 0,-29 0 0 15,-31 16 0-15,-28 6-1 16,-32 19 1-16,-50 32-1 16,-28 27 0-16,-56 41-1 15,-35 48 1-15,-61 49-1 16,-6 48 1-16,-33 43-1 16,-27 35 1-16,17 19 0 15,-10 31 0-15,20 19-2 16,12 19 1-16,20 9-1 15,39 13 1-15,29-7-1 16,13-5 1-16,57-17 0 16,61-18 0-16,37-13 1 15,44-25 1-15,55-25 0 16,54-34 1-16,66-39-1 16,43-43 1-16,53-47-12 15,53-56 1-15,20-48 0 16,-27-31 0-16</inkml:trace>
  <inkml:trace contextRef="#ctx0" brushRef="#br0" timeOffset="195865.26">15960 4302 88 0,'7'-44'44'0,"3"28"-44"0,-6 23 44 15,-4 5-46-15,-4 20 0 0,-13 11-4 16,-15 23 1-16,-25 22 5 16,-6-3 1-16,-15 9-4 15,1 3 1-15,-1-3 1 16,8-9 1-16,13-19 3 15,11-26 1-15,22-30 1 16,13-26 0-16,18-22-2 16,18-15 0-16,21-28-2 15,7-7 0-15,14-6-1 16,3 12 0-16,1 7 0 16,-1 15 1-16,-3 7 2 15,-3 22 0-15,-1 15 1 16,-3 25 1-16,4 17-1 15,-8 33 0-15,4 16-7 16,-7 13 1-16,-4 3-21 16,-13 6 0-16,-19 1-1 15,-20-20 1-15</inkml:trace>
  <inkml:trace contextRef="#ctx0" brushRef="#br0" timeOffset="196441.85">15120 4236 90 0,'-85'-66'45'0,"15"-31"-54"0,56 94 86 0,-4-7-77 16,-7 29 1-16,-3 28 0 15,-4 32 0-15,-3 52-1 16,7-30 0-16,-18 159 0 16,4 63 1-16,10 35-1 15,11-117 1-15,0 170-1 16,10-35 0-16,8-56-1 16,3-41 1-16,-8-22-1 15,8-34 1-15,-7-26-1 16,-3-34 1-16,-1-34-1 15,4-32 1-15,0-40 0 16,0-42 0-16,0-43 0 16,4-66 0-16,6-66 0 15,11-63 0-15,11-68 0 16,3-32 1-16,7 12-1 16,1-2 0-16,-5 34 0 0,-9 81 1 15,16-90-1-15,-2 2 1 16,2 32 0-16,1 19 0 15,-7 12 0-15,0 35 1 16,-11 28-1-16,-7 35 0 16,-10 21 0-16,-15 39 1 15,-14 33-1-15,-21 35 0 16,-10 57 0-16,-15 31 0 16,1 34-2-16,17 10 1 0,21-13-6 15,25-24 0-15,25-26-17 16,10-28 1-16,-3-22-1 15,-8-22 1-15</inkml:trace>
  <inkml:trace contextRef="#ctx0" brushRef="#br0" timeOffset="197202.19">12742 4713 105 0,'-14'-54'52'0,"25"-96"-75"0,6 122 100 16,15-4-77-16,21 20 0 16,11 15 0-16,6 56 1 0,-6 42-2 15,-1 68 1-15,1 48 0 16,-1 65 0-16,-3 41-1 15,7 25 0-15,-10-13 0 16,-1-15 0-16,-14-53 1 16,-13-54 1-16,-12-37 0 15,-10-42 0-15,0-30 0 16,-14-35 1-16,-10-31-1 16,-12-35 1-16,-16-38-2 15,-15-50 0-15,-4-52-2 16,1-52 1-16,-8-55-1 15,-3-20 1-15,3-24 1 16,4 6 0-16,7-7 1 16,0 19 0-16,15 1 0 15,13 30 1-15,7 17-1 16,4-1 1-16,10 38-1 16,1 41 0-16,-4 34-1 0,-4 22 1 15,-14 51-1-15,-21 56 1 16,-17 56-1-16,-18 72 1 15,6 32-1-15,15 9 0 16,22-9 0-16,16-44 0 16,19-26-1-16,17-27 1 15,14-35 0-15,21-41 0 16,11-34 0-16,11-32 0 16,-4-30-1-16,0-30 1 15,7-14-1-15,0-8 0 0,-4-8-2 16,4 24 1-16,-10 29-5 15,3 22 1-15,-7 34-12 16,-4 51 0-16,-3 43 1 16,-18 41 0-16</inkml:trace>
  <inkml:trace contextRef="#ctx0" brushRef="#br0" timeOffset="197832.82">14086 8764 94 0,'0'13'47'0,"-38"-76"-66"0,24 16 78 16,-11-38-61-16,-18-28 0 16,-24-50-1-16,-28-34 1 15,-32-45 3-15,-17-21 0 16,-22-7-2-16,-7 13 1 16,0 6 3-16,-14 16 1 15,11-10 1-15,6 13 0 0,-6 13 0 16,10-1 0-16,25 20-1 15,10 18 1-15,15 6-4 16,14 13 0-16,10 25-1 16,14 16 1-16,11 34-1 15,11 19 1-15,14 35-1 16,-1 34 1-16,5 59 0 16,-1 51 0-16,7 56-1 15,4 16 1-15,10 12-2 16,7-15 1-16,4-28-1 15,0-23 0-15,4-43 1 16,3-22 0-16,0-35 0 16,0-22 0-16,0-34 1 15,3-32 1-15,8-21-1 16,0-26 1-16,3-21-1 16,7-4 0-16,4 0-1 15,10 7 0-15,7-4 0 16,11 16 0-16,3 7-1 0,12 2 1 15,2 16-1-15,15 7 1 16,6 31-5-16,8 34 0 16,-4 35 1-16,1 56 0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8/24/2025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3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47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31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10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2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1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36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8/24/2025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1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customXml" Target="../ink/ink12.xml"/><Relationship Id="rId17" Type="http://schemas.openxmlformats.org/officeDocument/2006/relationships/image" Target="../media/image16.png"/><Relationship Id="rId2" Type="http://schemas.openxmlformats.org/officeDocument/2006/relationships/customXml" Target="../ink/ink7.xml"/><Relationship Id="rId16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10" Type="http://schemas.openxmlformats.org/officeDocument/2006/relationships/customXml" Target="../ink/ink11.xml"/><Relationship Id="rId4" Type="http://schemas.openxmlformats.org/officeDocument/2006/relationships/customXml" Target="../ink/ink8.xml"/><Relationship Id="rId9" Type="http://schemas.openxmlformats.org/officeDocument/2006/relationships/image" Target="../media/image12.png"/><Relationship Id="rId14" Type="http://schemas.openxmlformats.org/officeDocument/2006/relationships/customXml" Target="../ink/ink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24.png"/><Relationship Id="rId18" Type="http://schemas.openxmlformats.org/officeDocument/2006/relationships/customXml" Target="../ink/ink25.xml"/><Relationship Id="rId26" Type="http://schemas.openxmlformats.org/officeDocument/2006/relationships/customXml" Target="../ink/ink29.xml"/><Relationship Id="rId3" Type="http://schemas.openxmlformats.org/officeDocument/2006/relationships/image" Target="../media/image19.png"/><Relationship Id="rId21" Type="http://schemas.openxmlformats.org/officeDocument/2006/relationships/image" Target="../media/image28.png"/><Relationship Id="rId7" Type="http://schemas.openxmlformats.org/officeDocument/2006/relationships/image" Target="../media/image21.png"/><Relationship Id="rId12" Type="http://schemas.openxmlformats.org/officeDocument/2006/relationships/customXml" Target="../ink/ink22.xml"/><Relationship Id="rId17" Type="http://schemas.openxmlformats.org/officeDocument/2006/relationships/image" Target="../media/image26.png"/><Relationship Id="rId25" Type="http://schemas.openxmlformats.org/officeDocument/2006/relationships/image" Target="../media/image30.png"/><Relationship Id="rId2" Type="http://schemas.openxmlformats.org/officeDocument/2006/relationships/customXml" Target="../ink/ink17.xml"/><Relationship Id="rId16" Type="http://schemas.openxmlformats.org/officeDocument/2006/relationships/customXml" Target="../ink/ink24.xml"/><Relationship Id="rId20" Type="http://schemas.openxmlformats.org/officeDocument/2006/relationships/customXml" Target="../ink/ink26.xml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image" Target="../media/image23.png"/><Relationship Id="rId24" Type="http://schemas.openxmlformats.org/officeDocument/2006/relationships/customXml" Target="../ink/ink28.xml"/><Relationship Id="rId5" Type="http://schemas.openxmlformats.org/officeDocument/2006/relationships/image" Target="../media/image20.png"/><Relationship Id="rId15" Type="http://schemas.openxmlformats.org/officeDocument/2006/relationships/image" Target="../media/image25.png"/><Relationship Id="rId23" Type="http://schemas.openxmlformats.org/officeDocument/2006/relationships/image" Target="../media/image29.png"/><Relationship Id="rId28" Type="http://schemas.openxmlformats.org/officeDocument/2006/relationships/customXml" Target="../ink/ink30.xml"/><Relationship Id="rId10" Type="http://schemas.openxmlformats.org/officeDocument/2006/relationships/customXml" Target="../ink/ink21.xml"/><Relationship Id="rId19" Type="http://schemas.openxmlformats.org/officeDocument/2006/relationships/image" Target="../media/image27.png"/><Relationship Id="rId4" Type="http://schemas.openxmlformats.org/officeDocument/2006/relationships/customXml" Target="../ink/ink18.xml"/><Relationship Id="rId9" Type="http://schemas.openxmlformats.org/officeDocument/2006/relationships/image" Target="../media/image22.png"/><Relationship Id="rId14" Type="http://schemas.openxmlformats.org/officeDocument/2006/relationships/customXml" Target="../ink/ink23.xml"/><Relationship Id="rId22" Type="http://schemas.openxmlformats.org/officeDocument/2006/relationships/customXml" Target="../ink/ink27.xml"/><Relationship Id="rId27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18" Type="http://schemas.openxmlformats.org/officeDocument/2006/relationships/customXml" Target="../ink/ink40.xml"/><Relationship Id="rId26" Type="http://schemas.openxmlformats.org/officeDocument/2006/relationships/customXml" Target="../ink/ink44.xml"/><Relationship Id="rId21" Type="http://schemas.openxmlformats.org/officeDocument/2006/relationships/image" Target="../media/image43.png"/><Relationship Id="rId34" Type="http://schemas.openxmlformats.org/officeDocument/2006/relationships/customXml" Target="../ink/ink48.xml"/><Relationship Id="rId7" Type="http://schemas.openxmlformats.org/officeDocument/2006/relationships/image" Target="../media/image36.png"/><Relationship Id="rId12" Type="http://schemas.openxmlformats.org/officeDocument/2006/relationships/customXml" Target="../ink/ink37.xml"/><Relationship Id="rId17" Type="http://schemas.openxmlformats.org/officeDocument/2006/relationships/image" Target="../media/image41.png"/><Relationship Id="rId25" Type="http://schemas.openxmlformats.org/officeDocument/2006/relationships/image" Target="../media/image45.png"/><Relationship Id="rId33" Type="http://schemas.openxmlformats.org/officeDocument/2006/relationships/image" Target="../media/image49.png"/><Relationship Id="rId2" Type="http://schemas.openxmlformats.org/officeDocument/2006/relationships/customXml" Target="../ink/ink32.xml"/><Relationship Id="rId16" Type="http://schemas.openxmlformats.org/officeDocument/2006/relationships/customXml" Target="../ink/ink39.xml"/><Relationship Id="rId20" Type="http://schemas.openxmlformats.org/officeDocument/2006/relationships/customXml" Target="../ink/ink41.xml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11" Type="http://schemas.openxmlformats.org/officeDocument/2006/relationships/image" Target="../media/image38.png"/><Relationship Id="rId24" Type="http://schemas.openxmlformats.org/officeDocument/2006/relationships/customXml" Target="../ink/ink43.xml"/><Relationship Id="rId32" Type="http://schemas.openxmlformats.org/officeDocument/2006/relationships/customXml" Target="../ink/ink47.xml"/><Relationship Id="rId37" Type="http://schemas.openxmlformats.org/officeDocument/2006/relationships/image" Target="../media/image51.png"/><Relationship Id="rId5" Type="http://schemas.openxmlformats.org/officeDocument/2006/relationships/image" Target="../media/image35.png"/><Relationship Id="rId15" Type="http://schemas.openxmlformats.org/officeDocument/2006/relationships/image" Target="../media/image40.png"/><Relationship Id="rId23" Type="http://schemas.openxmlformats.org/officeDocument/2006/relationships/image" Target="../media/image44.png"/><Relationship Id="rId28" Type="http://schemas.openxmlformats.org/officeDocument/2006/relationships/customXml" Target="../ink/ink45.xml"/><Relationship Id="rId36" Type="http://schemas.openxmlformats.org/officeDocument/2006/relationships/customXml" Target="../ink/ink49.xml"/><Relationship Id="rId10" Type="http://schemas.openxmlformats.org/officeDocument/2006/relationships/customXml" Target="../ink/ink36.xml"/><Relationship Id="rId19" Type="http://schemas.openxmlformats.org/officeDocument/2006/relationships/image" Target="../media/image42.png"/><Relationship Id="rId31" Type="http://schemas.openxmlformats.org/officeDocument/2006/relationships/image" Target="../media/image48.png"/><Relationship Id="rId4" Type="http://schemas.openxmlformats.org/officeDocument/2006/relationships/customXml" Target="../ink/ink33.xml"/><Relationship Id="rId9" Type="http://schemas.openxmlformats.org/officeDocument/2006/relationships/image" Target="../media/image37.png"/><Relationship Id="rId14" Type="http://schemas.openxmlformats.org/officeDocument/2006/relationships/customXml" Target="../ink/ink38.xml"/><Relationship Id="rId22" Type="http://schemas.openxmlformats.org/officeDocument/2006/relationships/customXml" Target="../ink/ink42.xml"/><Relationship Id="rId27" Type="http://schemas.openxmlformats.org/officeDocument/2006/relationships/image" Target="../media/image46.png"/><Relationship Id="rId30" Type="http://schemas.openxmlformats.org/officeDocument/2006/relationships/customXml" Target="../ink/ink46.xml"/><Relationship Id="rId35" Type="http://schemas.openxmlformats.org/officeDocument/2006/relationships/image" Target="../media/image50.png"/><Relationship Id="rId8" Type="http://schemas.openxmlformats.org/officeDocument/2006/relationships/customXml" Target="../ink/ink35.xml"/><Relationship Id="rId3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customXml" Target="../ink/ink5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customXml" Target="../ink/ink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4F048CC-17C9-B246-BF2A-29E51AD1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background with dots and lines&#10;&#10;Description automatically generated">
            <a:extLst>
              <a:ext uri="{FF2B5EF4-FFF2-40B4-BE49-F238E27FC236}">
                <a16:creationId xmlns:a16="http://schemas.microsoft.com/office/drawing/2014/main" id="{796F070B-2849-2E02-8204-E21EACAAE8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23" b="203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3C4D10E-16D3-5D49-A995-1FD27619A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0549940" cy="6858000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24124FF1-775D-AC4A-81D0-73FC0F54A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250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3E2C7F-F4FF-A94D-ACAE-82823EC88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6118B-08DE-69A5-FE48-1BFA7A072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5" y="1625608"/>
            <a:ext cx="8150952" cy="27221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800" b="1" dirty="0">
                <a:latin typeface="Bahnschrift" panose="020B0502040204020203" pitchFamily="34" charset="0"/>
                <a:cs typeface="Aharoni" panose="02010803020104030203" pitchFamily="2" charset="-79"/>
              </a:rPr>
              <a:t>QCML 06</a:t>
            </a:r>
            <a:br>
              <a:rPr lang="en-US" sz="6800" b="1" dirty="0">
                <a:latin typeface="Bahnschrift" panose="020B0502040204020203" pitchFamily="34" charset="0"/>
                <a:cs typeface="Aharoni" panose="02010803020104030203" pitchFamily="2" charset="-79"/>
              </a:rPr>
            </a:br>
            <a:r>
              <a:rPr lang="en-US" sz="6800" b="1" dirty="0">
                <a:latin typeface="Bahnschrift" panose="020B0502040204020203" pitchFamily="34" charset="0"/>
                <a:cs typeface="Aharoni" panose="02010803020104030203" pitchFamily="2" charset="-79"/>
              </a:rPr>
              <a:t>Lab Session - 02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EB4AD0-2382-8DF0-E75C-DA9F2153396B}"/>
              </a:ext>
            </a:extLst>
          </p:cNvPr>
          <p:cNvSpPr txBox="1">
            <a:spLocks/>
          </p:cNvSpPr>
          <p:nvPr/>
        </p:nvSpPr>
        <p:spPr>
          <a:xfrm>
            <a:off x="858446" y="4603528"/>
            <a:ext cx="6379116" cy="14465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0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Bahnschrift" panose="020B0502040204020203" pitchFamily="34" charset="0"/>
              </a:rPr>
              <a:t>By Aniket</a:t>
            </a:r>
          </a:p>
          <a:p>
            <a:r>
              <a:rPr lang="en-US" sz="2800" dirty="0">
                <a:latin typeface="Bahnschrift" panose="020B0502040204020203" pitchFamily="34" charset="0"/>
              </a:rPr>
              <a:t>Indian Institute of Technology Delhi</a:t>
            </a:r>
            <a:endParaRPr lang="en-US" sz="2400" dirty="0">
              <a:latin typeface="Bahnschrift" panose="020B0502040204020203" pitchFamily="34" charset="0"/>
            </a:endParaRPr>
          </a:p>
        </p:txBody>
      </p:sp>
      <p:pic>
        <p:nvPicPr>
          <p:cNvPr id="5" name="Picture 4" descr="A red and black logo&#10;&#10;Description automatically generated">
            <a:extLst>
              <a:ext uri="{FF2B5EF4-FFF2-40B4-BE49-F238E27FC236}">
                <a16:creationId xmlns:a16="http://schemas.microsoft.com/office/drawing/2014/main" id="{14DAD6D6-7970-84F1-3252-BA049C9B1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56" y="342456"/>
            <a:ext cx="1508631" cy="150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93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E8E24-038E-48F8-AFE6-DEED3B9F8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BF72A4-BBAE-7AA7-4509-F42D5E2A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97C17-61D8-81DA-B5F2-C89A24707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8D3E39-B06B-21C6-BFE7-A718BE532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8" y="1137484"/>
            <a:ext cx="8632640" cy="1128345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What we have done so far…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6861F-8916-F4A6-93D7-96ED8B1DC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8" y="2487532"/>
            <a:ext cx="7335836" cy="29797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Installation Guide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Introduction to Python (Tutorial)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Introduction to </a:t>
            </a:r>
            <a:r>
              <a:rPr lang="en-US" sz="2800" dirty="0" err="1"/>
              <a:t>Qiskit</a:t>
            </a:r>
            <a:endParaRPr lang="en-US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0AEB93-E939-2D06-9F0A-35D325C2E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B4934F5E-E11C-9F19-33C9-A0243DCF2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3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318CB5-15F3-7309-D597-C6070ACC8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084" y="762502"/>
            <a:ext cx="8632640" cy="1128345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What we will do 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B9978-002C-9BFE-1416-19A3FD3E0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084" y="2020500"/>
            <a:ext cx="7335836" cy="37737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Basics of Quantum Mechanics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/>
              <a:t> Classical vs Quantum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/>
              <a:t> Superposition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/>
              <a:t> Bit vs Qubit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Introduction to Quantum Circuits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A9EF9F-F5F8-3B4C-B721-17C0A1876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6DEB3960-7668-064C-B56F-2B18221DE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6FDBE0-DBEF-1C47-1BA1-5C209B222D52}"/>
                  </a:ext>
                </a:extLst>
              </p14:cNvPr>
              <p14:cNvContentPartPr/>
              <p14:nvPr/>
            </p14:nvContentPartPr>
            <p14:xfrm>
              <a:off x="384840" y="1632240"/>
              <a:ext cx="6751800" cy="3009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6FDBE0-DBEF-1C47-1BA1-5C209B222D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480" y="1622880"/>
                <a:ext cx="6770520" cy="30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615DA7A-E028-AC79-8964-09CA74C0A16F}"/>
                  </a:ext>
                </a:extLst>
              </p14:cNvPr>
              <p14:cNvContentPartPr/>
              <p14:nvPr/>
            </p14:nvContentPartPr>
            <p14:xfrm>
              <a:off x="1525320" y="2457360"/>
              <a:ext cx="3934800" cy="1468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615DA7A-E028-AC79-8964-09CA74C0A1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15960" y="2448000"/>
                <a:ext cx="3953520" cy="148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8630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0BFB0-77BD-F0F0-5DA6-9DED1E340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2F6CD4-0133-E173-E8A1-14D214BF7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3E80B1-0644-A8B7-2C03-B1F0CCFB6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0C2625-1929-16BA-E259-36984FB8F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BD5AE15D-6565-C578-0344-D4120F1BF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3BAD008-C5E0-9500-A33D-3EB39002F63C}"/>
                  </a:ext>
                </a:extLst>
              </p14:cNvPr>
              <p14:cNvContentPartPr/>
              <p14:nvPr/>
            </p14:nvContentPartPr>
            <p14:xfrm>
              <a:off x="221040" y="-92880"/>
              <a:ext cx="11853360" cy="5920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3BAD008-C5E0-9500-A33D-3EB39002F6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1680" y="-102240"/>
                <a:ext cx="11872080" cy="593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0158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60E4C-6788-20B0-37E2-9FBE884D7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AF8F2E0-386D-7DE0-C56A-616314A2E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3C4A65-E18D-56C7-8554-7D4878343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E36B61-8C86-FB90-9614-09F1D35B2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85056833-1BDD-98A5-3FCA-FD9DEAEBA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EE87E2-F1E6-6514-F010-DE1152ABF3DF}"/>
                  </a:ext>
                </a:extLst>
              </p14:cNvPr>
              <p14:cNvContentPartPr/>
              <p14:nvPr/>
            </p14:nvContentPartPr>
            <p14:xfrm>
              <a:off x="660240" y="27000"/>
              <a:ext cx="11200680" cy="6371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EE87E2-F1E6-6514-F010-DE1152ABF3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0880" y="17640"/>
                <a:ext cx="11219400" cy="639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8951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B1B82E-C4AD-C3AF-CA12-D35C67A62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1491A3-B9F8-CB75-9483-6539FD5DB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AA1290-2831-0C2E-3E2D-9C4FC78F3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42BB67-836A-67F3-4FB2-EA4731A6C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A21C75EA-EC4F-1829-F831-35D8D9887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19AA36-D7FC-939B-6A43-66E826E05B8B}"/>
                  </a:ext>
                </a:extLst>
              </p14:cNvPr>
              <p14:cNvContentPartPr/>
              <p14:nvPr/>
            </p14:nvContentPartPr>
            <p14:xfrm>
              <a:off x="438120" y="48240"/>
              <a:ext cx="11727720" cy="6735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19AA36-D7FC-939B-6A43-66E826E05B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8760" y="38880"/>
                <a:ext cx="11746440" cy="675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7402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058E4C-43E2-7D2F-0B28-9FD0C088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F5B5EE3-57F3-8CB2-F932-8B0A31F64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FC4AF3-96B1-2F09-6A40-7EA1F237F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2B9106-DFBB-3595-FA8F-C5E2F3F1B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AB020A10-C692-0D8C-45E5-079A29AE5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778C608-5944-6964-AE86-E4323EDEC468}"/>
                  </a:ext>
                </a:extLst>
              </p14:cNvPr>
              <p14:cNvContentPartPr/>
              <p14:nvPr/>
            </p14:nvContentPartPr>
            <p14:xfrm>
              <a:off x="0" y="415440"/>
              <a:ext cx="11981520" cy="5924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778C608-5944-6964-AE86-E4323EDEC4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406080"/>
                <a:ext cx="12000240" cy="594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0444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6B4C3-43C4-CE49-D129-49B23B99E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AAE6E8-E96B-DB94-EE00-F25AA49D4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D23293-81B5-30A0-2210-0EEF9D665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AE5642-5886-7469-EF51-B64CA08A7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B6A94AD7-D57B-D415-B1F9-A5AEC8586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AAED8F-43CF-BAB0-4636-18325AADBAAE}"/>
                  </a:ext>
                </a:extLst>
              </p14:cNvPr>
              <p14:cNvContentPartPr/>
              <p14:nvPr/>
            </p14:nvContentPartPr>
            <p14:xfrm>
              <a:off x="1244520" y="70920"/>
              <a:ext cx="10584720" cy="6753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AAED8F-43CF-BAB0-4636-18325AADBA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5160" y="61560"/>
                <a:ext cx="10603440" cy="67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8B57EFD-6BD4-88AE-5E9F-13C60BDE6911}"/>
                  </a:ext>
                </a:extLst>
              </p14:cNvPr>
              <p14:cNvContentPartPr/>
              <p14:nvPr/>
            </p14:nvContentPartPr>
            <p14:xfrm>
              <a:off x="4650048" y="-39168"/>
              <a:ext cx="3050640" cy="2233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8B57EFD-6BD4-88AE-5E9F-13C60BDE69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43928" y="-45288"/>
                <a:ext cx="3062880" cy="22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411387-BB0E-39F4-3632-5F3730E59D28}"/>
                  </a:ext>
                </a:extLst>
              </p14:cNvPr>
              <p14:cNvContentPartPr/>
              <p14:nvPr/>
            </p14:nvContentPartPr>
            <p14:xfrm>
              <a:off x="5536728" y="274392"/>
              <a:ext cx="1269000" cy="2251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411387-BB0E-39F4-3632-5F3730E59D2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30608" y="268272"/>
                <a:ext cx="1281240" cy="226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AD46591D-C1F9-A51A-3439-8730688E9981}"/>
              </a:ext>
            </a:extLst>
          </p:cNvPr>
          <p:cNvGrpSpPr/>
          <p:nvPr/>
        </p:nvGrpSpPr>
        <p:grpSpPr>
          <a:xfrm>
            <a:off x="5021928" y="29952"/>
            <a:ext cx="2571120" cy="2012400"/>
            <a:chOff x="5021928" y="29952"/>
            <a:chExt cx="2571120" cy="201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E02913C-A532-7109-8EE7-A0AEDF265806}"/>
                    </a:ext>
                  </a:extLst>
                </p14:cNvPr>
                <p14:cNvContentPartPr/>
                <p14:nvPr/>
              </p14:nvContentPartPr>
              <p14:xfrm>
                <a:off x="5528808" y="591552"/>
                <a:ext cx="1356840" cy="1450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E02913C-A532-7109-8EE7-A0AEDF26580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22688" y="585432"/>
                  <a:ext cx="1369080" cy="14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408D605-B8B6-D06A-D245-997883541B2B}"/>
                    </a:ext>
                  </a:extLst>
                </p14:cNvPr>
                <p14:cNvContentPartPr/>
                <p14:nvPr/>
              </p14:nvContentPartPr>
              <p14:xfrm>
                <a:off x="5021928" y="487872"/>
                <a:ext cx="1950120" cy="1530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408D605-B8B6-D06A-D245-997883541B2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15808" y="481752"/>
                  <a:ext cx="1962360" cy="15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E288BE4-E2B4-EEC5-F234-33F6252BAC1D}"/>
                    </a:ext>
                  </a:extLst>
                </p14:cNvPr>
                <p14:cNvContentPartPr/>
                <p14:nvPr/>
              </p14:nvContentPartPr>
              <p14:xfrm>
                <a:off x="5760288" y="487512"/>
                <a:ext cx="1596960" cy="1421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E288BE4-E2B4-EEC5-F234-33F6252BAC1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54168" y="481392"/>
                  <a:ext cx="1609200" cy="14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DDE8101-7830-CE28-1C89-18610C588C44}"/>
                    </a:ext>
                  </a:extLst>
                </p14:cNvPr>
                <p14:cNvContentPartPr/>
                <p14:nvPr/>
              </p14:nvContentPartPr>
              <p14:xfrm>
                <a:off x="6406848" y="29952"/>
                <a:ext cx="1186200" cy="864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DDE8101-7830-CE28-1C89-18610C588C4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400728" y="23832"/>
                  <a:ext cx="1198440" cy="87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AB467E8-CDFE-18C8-13B8-791D80F60C20}"/>
                  </a:ext>
                </a:extLst>
              </p14:cNvPr>
              <p14:cNvContentPartPr/>
              <p14:nvPr/>
            </p14:nvContentPartPr>
            <p14:xfrm>
              <a:off x="11105208" y="461592"/>
              <a:ext cx="225360" cy="15512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AB467E8-CDFE-18C8-13B8-791D80F60C2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099088" y="455472"/>
                <a:ext cx="237600" cy="156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9726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360BE1-38C1-4810-3BAC-678ABC342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60D22A-B43D-D5FD-356D-601E91A5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BF076-21C1-7C00-B993-64D4C5814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474783-0578-3405-90E3-6A62F8AFE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813D2E4B-FB60-D89C-83DE-7139974EA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23E3CB-3CD7-305A-1BB3-55F22BCB26B3}"/>
                  </a:ext>
                </a:extLst>
              </p14:cNvPr>
              <p14:cNvContentPartPr/>
              <p14:nvPr/>
            </p14:nvContentPartPr>
            <p14:xfrm>
              <a:off x="532080" y="-12600"/>
              <a:ext cx="11483640" cy="6797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23E3CB-3CD7-305A-1BB3-55F22BCB26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2720" y="-21960"/>
                <a:ext cx="11502360" cy="681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0175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9950AF-253B-6AB7-C199-06D9D0E75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41D64A-9940-4BA7-CF47-087315A62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DF345F-8D91-F269-F3AC-B6BBFB4A7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55C8B8-E32E-6865-395A-5752AD670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6DE74E4F-665D-2F4F-A280-0049A8F53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CCB9C7B-31FB-4180-CD08-B96A7E068F61}"/>
                  </a:ext>
                </a:extLst>
              </p14:cNvPr>
              <p14:cNvContentPartPr/>
              <p14:nvPr/>
            </p14:nvContentPartPr>
            <p14:xfrm>
              <a:off x="2189520" y="90000"/>
              <a:ext cx="8285760" cy="5378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CCB9C7B-31FB-4180-CD08-B96A7E068F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80160" y="80640"/>
                <a:ext cx="8304480" cy="539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9740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814781-AF76-3220-9B87-0A1CA3701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82C956F-FBC7-3BBB-D3D9-F1CFAD047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923692-7A78-104C-C232-1B4C2B64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64B32F-12B6-E882-F739-0F81A3904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6BF2BA6C-F665-432F-B22D-2887B89EF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EEC6B8F-8C4B-564B-E3B6-ED6A3B208189}"/>
                  </a:ext>
                </a:extLst>
              </p14:cNvPr>
              <p14:cNvContentPartPr/>
              <p14:nvPr/>
            </p14:nvContentPartPr>
            <p14:xfrm>
              <a:off x="2632680" y="295560"/>
              <a:ext cx="6431760" cy="4756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EEC6B8F-8C4B-564B-E3B6-ED6A3B2081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3320" y="286200"/>
                <a:ext cx="6450480" cy="47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E089DD8-7D6E-374D-931F-C922E4100CA9}"/>
                  </a:ext>
                </a:extLst>
              </p14:cNvPr>
              <p14:cNvContentPartPr/>
              <p14:nvPr/>
            </p14:nvContentPartPr>
            <p14:xfrm>
              <a:off x="-22032" y="1130112"/>
              <a:ext cx="11989080" cy="4686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E089DD8-7D6E-374D-931F-C922E4100C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8152" y="1123992"/>
                <a:ext cx="12001320" cy="469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BA1D7D8-4374-284F-5F92-31DEB98A1F16}"/>
              </a:ext>
            </a:extLst>
          </p:cNvPr>
          <p:cNvGrpSpPr/>
          <p:nvPr/>
        </p:nvGrpSpPr>
        <p:grpSpPr>
          <a:xfrm>
            <a:off x="436608" y="1790352"/>
            <a:ext cx="3672360" cy="3142800"/>
            <a:chOff x="436608" y="1790352"/>
            <a:chExt cx="3672360" cy="31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A135CA8-D369-0652-1B83-53D811034D10}"/>
                    </a:ext>
                  </a:extLst>
                </p14:cNvPr>
                <p14:cNvContentPartPr/>
                <p14:nvPr/>
              </p14:nvContentPartPr>
              <p14:xfrm>
                <a:off x="436608" y="2905272"/>
                <a:ext cx="771480" cy="1012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A135CA8-D369-0652-1B83-53D811034D1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0488" y="2899152"/>
                  <a:ext cx="783720" cy="10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4576A45-D06C-2382-2113-A0DFC1260A49}"/>
                    </a:ext>
                  </a:extLst>
                </p14:cNvPr>
                <p14:cNvContentPartPr/>
                <p14:nvPr/>
              </p14:nvContentPartPr>
              <p14:xfrm>
                <a:off x="1325088" y="3049272"/>
                <a:ext cx="432000" cy="327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4576A45-D06C-2382-2113-A0DFC1260A4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18968" y="3043152"/>
                  <a:ext cx="4442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43C40FD-F01B-EABA-19ED-AF8B0F19CC5A}"/>
                    </a:ext>
                  </a:extLst>
                </p14:cNvPr>
                <p14:cNvContentPartPr/>
                <p14:nvPr/>
              </p14:nvContentPartPr>
              <p14:xfrm>
                <a:off x="1448208" y="2587392"/>
                <a:ext cx="296280" cy="699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43C40FD-F01B-EABA-19ED-AF8B0F19CC5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42088" y="2581272"/>
                  <a:ext cx="308520" cy="71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FE3C63A-1A14-C32B-4589-DF74B19B2C39}"/>
                    </a:ext>
                  </a:extLst>
                </p14:cNvPr>
                <p14:cNvContentPartPr/>
                <p14:nvPr/>
              </p14:nvContentPartPr>
              <p14:xfrm>
                <a:off x="1592568" y="2463192"/>
                <a:ext cx="368280" cy="834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FE3C63A-1A14-C32B-4589-DF74B19B2C3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86448" y="2457072"/>
                  <a:ext cx="380520" cy="84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DA3F81B-0EA9-89DB-6C36-A66D8605C95A}"/>
                    </a:ext>
                  </a:extLst>
                </p14:cNvPr>
                <p14:cNvContentPartPr/>
                <p14:nvPr/>
              </p14:nvContentPartPr>
              <p14:xfrm>
                <a:off x="1917288" y="2094192"/>
                <a:ext cx="1064160" cy="1806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DA3F81B-0EA9-89DB-6C36-A66D8605C95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11168" y="2088072"/>
                  <a:ext cx="1076400" cy="18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8E4F85F-B781-0648-56EB-04DAF75C2D9C}"/>
                    </a:ext>
                  </a:extLst>
                </p14:cNvPr>
                <p14:cNvContentPartPr/>
                <p14:nvPr/>
              </p14:nvContentPartPr>
              <p14:xfrm>
                <a:off x="3065328" y="2259432"/>
                <a:ext cx="67680" cy="252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8E4F85F-B781-0648-56EB-04DAF75C2D9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59208" y="2253312"/>
                  <a:ext cx="799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3BAFA2D-4AFC-90CE-3AAD-F84BBAAD48E1}"/>
                    </a:ext>
                  </a:extLst>
                </p14:cNvPr>
                <p14:cNvContentPartPr/>
                <p14:nvPr/>
              </p14:nvContentPartPr>
              <p14:xfrm>
                <a:off x="2927448" y="2056752"/>
                <a:ext cx="30600" cy="42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3BAFA2D-4AFC-90CE-3AAD-F84BBAAD48E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21328" y="2050632"/>
                  <a:ext cx="42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7D05EA0-80E3-FF47-4E9C-06CC68C1FC6D}"/>
                    </a:ext>
                  </a:extLst>
                </p14:cNvPr>
                <p14:cNvContentPartPr/>
                <p14:nvPr/>
              </p14:nvContentPartPr>
              <p14:xfrm>
                <a:off x="3139128" y="1813392"/>
                <a:ext cx="200160" cy="525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7D05EA0-80E3-FF47-4E9C-06CC68C1FC6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33008" y="1807272"/>
                  <a:ext cx="21240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9BABD97-9D83-0F5D-4D7B-2ED92271F2E6}"/>
                    </a:ext>
                  </a:extLst>
                </p14:cNvPr>
                <p14:cNvContentPartPr/>
                <p14:nvPr/>
              </p14:nvContentPartPr>
              <p14:xfrm>
                <a:off x="3135168" y="2081592"/>
                <a:ext cx="154440" cy="190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9BABD97-9D83-0F5D-4D7B-2ED92271F2E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29048" y="2075472"/>
                  <a:ext cx="166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2EDCFCF-BD2A-A17C-5003-DECDB33B3C2E}"/>
                    </a:ext>
                  </a:extLst>
                </p14:cNvPr>
                <p14:cNvContentPartPr/>
                <p14:nvPr/>
              </p14:nvContentPartPr>
              <p14:xfrm>
                <a:off x="3415248" y="1790352"/>
                <a:ext cx="268560" cy="509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2EDCFCF-BD2A-A17C-5003-DECDB33B3C2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09128" y="1784232"/>
                  <a:ext cx="28080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F579EA7-03D9-B10E-AF19-572A91F870F2}"/>
                    </a:ext>
                  </a:extLst>
                </p14:cNvPr>
                <p14:cNvContentPartPr/>
                <p14:nvPr/>
              </p14:nvContentPartPr>
              <p14:xfrm>
                <a:off x="1079928" y="2480472"/>
                <a:ext cx="2824560" cy="1982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F579EA7-03D9-B10E-AF19-572A91F870F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73808" y="2474352"/>
                  <a:ext cx="2836800" cy="19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9C915A3-4219-6627-B5F9-36E759BD0531}"/>
                    </a:ext>
                  </a:extLst>
                </p14:cNvPr>
                <p14:cNvContentPartPr/>
                <p14:nvPr/>
              </p14:nvContentPartPr>
              <p14:xfrm>
                <a:off x="1205208" y="2914272"/>
                <a:ext cx="2903760" cy="2018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9C915A3-4219-6627-B5F9-36E759BD053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99088" y="2908152"/>
                  <a:ext cx="2916000" cy="2031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85406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06F765-AD02-F359-E41E-C6FF2892B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304D69-72C6-27AA-64CB-32D0B9D61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70CC7C-289C-A4F5-D9DF-16EACD59C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42669B-47F8-B2AD-3734-6E871D0B7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8538ADD0-89B9-BB8E-E4BC-5E1061B1D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FDE115-4DC9-B212-5FC4-945439D307FE}"/>
                  </a:ext>
                </a:extLst>
              </p14:cNvPr>
              <p14:cNvContentPartPr/>
              <p14:nvPr/>
            </p14:nvContentPartPr>
            <p14:xfrm>
              <a:off x="1658520" y="208800"/>
              <a:ext cx="5710320" cy="6076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FDE115-4DC9-B212-5FC4-945439D307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9160" y="199440"/>
                <a:ext cx="5729040" cy="609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1831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B89FD-DEBB-FCBD-8551-B00E24173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B934DE-A280-10E2-77B6-28661ACBD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12DD23-D95B-5CF1-C3C5-1C8D3BD9D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F045B7-DCBC-BA03-AD69-71830D9A6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238DB5F9-5434-C1CF-655D-DE83567AC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1EFF37B-AE29-8DC7-6558-ED159F7406A2}"/>
                  </a:ext>
                </a:extLst>
              </p14:cNvPr>
              <p14:cNvContentPartPr/>
              <p14:nvPr/>
            </p14:nvContentPartPr>
            <p14:xfrm>
              <a:off x="2119680" y="0"/>
              <a:ext cx="9539280" cy="6520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1EFF37B-AE29-8DC7-6558-ED159F7406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10320" y="-9360"/>
                <a:ext cx="9558000" cy="65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E06837-7F0C-AB4E-635B-9AD299CA97E4}"/>
                  </a:ext>
                </a:extLst>
              </p14:cNvPr>
              <p14:cNvContentPartPr/>
              <p14:nvPr/>
            </p14:nvContentPartPr>
            <p14:xfrm>
              <a:off x="4723200" y="664920"/>
              <a:ext cx="5936400" cy="2783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E06837-7F0C-AB4E-635B-9AD299CA97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3840" y="655560"/>
                <a:ext cx="5955120" cy="280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FCAC83DF-9AE2-5F7B-2B39-FE1D1B890061}"/>
              </a:ext>
            </a:extLst>
          </p:cNvPr>
          <p:cNvGrpSpPr/>
          <p:nvPr/>
        </p:nvGrpSpPr>
        <p:grpSpPr>
          <a:xfrm>
            <a:off x="3974688" y="795312"/>
            <a:ext cx="948600" cy="3227040"/>
            <a:chOff x="3974688" y="795312"/>
            <a:chExt cx="948600" cy="322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C23CBED-021A-3F2B-F525-08C4CCF59CE0}"/>
                    </a:ext>
                  </a:extLst>
                </p14:cNvPr>
                <p14:cNvContentPartPr/>
                <p14:nvPr/>
              </p14:nvContentPartPr>
              <p14:xfrm>
                <a:off x="4773168" y="795312"/>
                <a:ext cx="150120" cy="2655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C23CBED-021A-3F2B-F525-08C4CCF59C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67048" y="789192"/>
                  <a:ext cx="162360" cy="266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6B2110B-C5BF-A11A-22CE-1220A26AF5A1}"/>
                    </a:ext>
                  </a:extLst>
                </p14:cNvPr>
                <p14:cNvContentPartPr/>
                <p14:nvPr/>
              </p14:nvContentPartPr>
              <p14:xfrm>
                <a:off x="3974688" y="3227832"/>
                <a:ext cx="913320" cy="794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6B2110B-C5BF-A11A-22CE-1220A26AF5A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68568" y="3221712"/>
                  <a:ext cx="925560" cy="80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B572C92-F8F3-C6ED-97DE-71C6D0C16ACA}"/>
              </a:ext>
            </a:extLst>
          </p:cNvPr>
          <p:cNvGrpSpPr/>
          <p:nvPr/>
        </p:nvGrpSpPr>
        <p:grpSpPr>
          <a:xfrm>
            <a:off x="8892288" y="4339152"/>
            <a:ext cx="3954240" cy="1547280"/>
            <a:chOff x="8892288" y="4339152"/>
            <a:chExt cx="3954240" cy="154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0274423-9AA3-81F3-1DE2-F8E96DB82BAC}"/>
                    </a:ext>
                  </a:extLst>
                </p14:cNvPr>
                <p14:cNvContentPartPr/>
                <p14:nvPr/>
              </p14:nvContentPartPr>
              <p14:xfrm>
                <a:off x="8892288" y="4339152"/>
                <a:ext cx="3059280" cy="1547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0274423-9AA3-81F3-1DE2-F8E96DB82BA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86168" y="4333032"/>
                  <a:ext cx="3071520" cy="15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3A99148-C88C-0BE6-1040-63078FCCD2C6}"/>
                    </a:ext>
                  </a:extLst>
                </p14:cNvPr>
                <p14:cNvContentPartPr/>
                <p14:nvPr/>
              </p14:nvContentPartPr>
              <p14:xfrm>
                <a:off x="11668248" y="4980312"/>
                <a:ext cx="502560" cy="160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3A99148-C88C-0BE6-1040-63078FCCD2C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662128" y="4974192"/>
                  <a:ext cx="5148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8EB011C-B7E9-847E-CE07-27AE61DBD733}"/>
                    </a:ext>
                  </a:extLst>
                </p14:cNvPr>
                <p14:cNvContentPartPr/>
                <p14:nvPr/>
              </p14:nvContentPartPr>
              <p14:xfrm>
                <a:off x="11670768" y="5254632"/>
                <a:ext cx="364320" cy="126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8EB011C-B7E9-847E-CE07-27AE61DBD73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664648" y="5248512"/>
                  <a:ext cx="3765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20508F4-70CD-D823-14A1-9768083D68FE}"/>
                    </a:ext>
                  </a:extLst>
                </p14:cNvPr>
                <p14:cNvContentPartPr/>
                <p14:nvPr/>
              </p14:nvContentPartPr>
              <p14:xfrm>
                <a:off x="12264408" y="4745592"/>
                <a:ext cx="79200" cy="546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20508F4-70CD-D823-14A1-9768083D68F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258288" y="4739472"/>
                  <a:ext cx="9144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9F35CD2-B9D4-53B7-A8DD-E36940F73BA6}"/>
                    </a:ext>
                  </a:extLst>
                </p14:cNvPr>
                <p14:cNvContentPartPr/>
                <p14:nvPr/>
              </p14:nvContentPartPr>
              <p14:xfrm>
                <a:off x="12347928" y="4654152"/>
                <a:ext cx="306360" cy="531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9F35CD2-B9D4-53B7-A8DD-E36940F73BA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341808" y="4648032"/>
                  <a:ext cx="31860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5B2B498-7745-51A9-8EEC-1CA555E58F52}"/>
                    </a:ext>
                  </a:extLst>
                </p14:cNvPr>
                <p14:cNvContentPartPr/>
                <p14:nvPr/>
              </p14:nvContentPartPr>
              <p14:xfrm>
                <a:off x="12525768" y="4478472"/>
                <a:ext cx="320760" cy="639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5B2B498-7745-51A9-8EEC-1CA555E58F5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519648" y="4472352"/>
                  <a:ext cx="333000" cy="65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F622CDE-7A70-EC5E-75FF-9AF45E1F01B3}"/>
              </a:ext>
            </a:extLst>
          </p:cNvPr>
          <p:cNvGrpSpPr/>
          <p:nvPr/>
        </p:nvGrpSpPr>
        <p:grpSpPr>
          <a:xfrm>
            <a:off x="3181248" y="3737232"/>
            <a:ext cx="660600" cy="642240"/>
            <a:chOff x="3181248" y="3737232"/>
            <a:chExt cx="660600" cy="64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84355A5-B69A-7027-6623-6B6AAC775696}"/>
                    </a:ext>
                  </a:extLst>
                </p14:cNvPr>
                <p14:cNvContentPartPr/>
                <p14:nvPr/>
              </p14:nvContentPartPr>
              <p14:xfrm>
                <a:off x="3181248" y="3737232"/>
                <a:ext cx="112320" cy="642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84355A5-B69A-7027-6623-6B6AAC77569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75128" y="3731112"/>
                  <a:ext cx="12456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E9175EE-7188-4191-61BE-9D6224BC44D1}"/>
                    </a:ext>
                  </a:extLst>
                </p14:cNvPr>
                <p14:cNvContentPartPr/>
                <p14:nvPr/>
              </p14:nvContentPartPr>
              <p14:xfrm>
                <a:off x="3305448" y="3974472"/>
                <a:ext cx="260640" cy="82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E9175EE-7188-4191-61BE-9D6224BC44D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99328" y="3968352"/>
                  <a:ext cx="2728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661B5BF-A97E-69A8-BB05-61A0CEE75BC4}"/>
                    </a:ext>
                  </a:extLst>
                </p14:cNvPr>
                <p14:cNvContentPartPr/>
                <p14:nvPr/>
              </p14:nvContentPartPr>
              <p14:xfrm>
                <a:off x="3352968" y="3951072"/>
                <a:ext cx="166680" cy="172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661B5BF-A97E-69A8-BB05-61A0CEE75BC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46848" y="3944952"/>
                  <a:ext cx="178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B2CDB53-CAAE-3CA3-CFF4-B00C22716B73}"/>
                    </a:ext>
                  </a:extLst>
                </p14:cNvPr>
                <p14:cNvContentPartPr/>
                <p14:nvPr/>
              </p14:nvContentPartPr>
              <p14:xfrm>
                <a:off x="3542688" y="3791952"/>
                <a:ext cx="299160" cy="470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B2CDB53-CAAE-3CA3-CFF4-B00C22716B7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36568" y="3785832"/>
                  <a:ext cx="311400" cy="48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C941DC6-B0D1-F8A6-86F1-059FA3F7F8EB}"/>
              </a:ext>
            </a:extLst>
          </p:cNvPr>
          <p:cNvGrpSpPr/>
          <p:nvPr/>
        </p:nvGrpSpPr>
        <p:grpSpPr>
          <a:xfrm>
            <a:off x="6050448" y="2127672"/>
            <a:ext cx="529560" cy="375120"/>
            <a:chOff x="6050448" y="2127672"/>
            <a:chExt cx="529560" cy="37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17E2AFB-5891-62BE-29D6-103FEB611216}"/>
                    </a:ext>
                  </a:extLst>
                </p14:cNvPr>
                <p14:cNvContentPartPr/>
                <p14:nvPr/>
              </p14:nvContentPartPr>
              <p14:xfrm>
                <a:off x="6099408" y="2349072"/>
                <a:ext cx="242640" cy="82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17E2AFB-5891-62BE-29D6-103FEB61121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93288" y="2342952"/>
                  <a:ext cx="2548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0DF62A4-D3F1-0C18-70C9-5A5C59E40C03}"/>
                    </a:ext>
                  </a:extLst>
                </p14:cNvPr>
                <p14:cNvContentPartPr/>
                <p14:nvPr/>
              </p14:nvContentPartPr>
              <p14:xfrm>
                <a:off x="6050448" y="2247192"/>
                <a:ext cx="119160" cy="255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0DF62A4-D3F1-0C18-70C9-5A5C59E40C0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44328" y="2241072"/>
                  <a:ext cx="1314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D599849-5E24-91CB-51AC-563FFCB158E6}"/>
                    </a:ext>
                  </a:extLst>
                </p14:cNvPr>
                <p14:cNvContentPartPr/>
                <p14:nvPr/>
              </p14:nvContentPartPr>
              <p14:xfrm>
                <a:off x="6354288" y="2127672"/>
                <a:ext cx="225720" cy="309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D599849-5E24-91CB-51AC-563FFCB158E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48168" y="2121552"/>
                  <a:ext cx="237960" cy="32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F26CBA3-9CF7-D81E-3E46-86885194814C}"/>
                  </a:ext>
                </a:extLst>
              </p14:cNvPr>
              <p14:cNvContentPartPr/>
              <p14:nvPr/>
            </p14:nvContentPartPr>
            <p14:xfrm>
              <a:off x="156240" y="179280"/>
              <a:ext cx="2164320" cy="61200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F26CBA3-9CF7-D81E-3E46-86885194814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6880" y="169920"/>
                <a:ext cx="2183040" cy="613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3563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C4542-351C-3D2F-7C53-627B27D6C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61A868-424A-8AC6-F6DD-8ABC9EBFC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0A40C8-1B1B-FA04-E852-490236294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BC3D0-03F9-DEE3-9C61-97298C2B5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A0FFB520-0588-1A27-6FB6-3467E868C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A6C2BDD-0447-5190-24F8-3CF48C3614E0}"/>
                  </a:ext>
                </a:extLst>
              </p14:cNvPr>
              <p14:cNvContentPartPr/>
              <p14:nvPr/>
            </p14:nvContentPartPr>
            <p14:xfrm>
              <a:off x="815400" y="267480"/>
              <a:ext cx="8034480" cy="5396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A6C2BDD-0447-5190-24F8-3CF48C3614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6040" y="258120"/>
                <a:ext cx="8053200" cy="54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1EDCB9E-F030-2A9D-B533-A0A2613D51D4}"/>
                  </a:ext>
                </a:extLst>
              </p14:cNvPr>
              <p14:cNvContentPartPr/>
              <p14:nvPr/>
            </p14:nvContentPartPr>
            <p14:xfrm>
              <a:off x="4596120" y="76680"/>
              <a:ext cx="7594920" cy="4453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1EDCB9E-F030-2A9D-B533-A0A2613D51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86760" y="67320"/>
                <a:ext cx="7613640" cy="447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9381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8DDB88-5B2E-60E9-784D-7BCB9B70E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37F8A1-1D49-4B9C-BF3E-AEFAF31E5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2CEF07-A7FA-CDEA-1F83-79469B000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A4CD41-CE6D-803A-FD83-2E696E199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FA90C474-BFAF-6A13-599F-AEBD287D9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F214883-1316-C8F2-A3C9-906546987A09}"/>
                  </a:ext>
                </a:extLst>
              </p14:cNvPr>
              <p14:cNvContentPartPr/>
              <p14:nvPr/>
            </p14:nvContentPartPr>
            <p14:xfrm>
              <a:off x="345600" y="216720"/>
              <a:ext cx="11356560" cy="5624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F214883-1316-C8F2-A3C9-906546987A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6240" y="207360"/>
                <a:ext cx="11375280" cy="56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2512255"/>
      </p:ext>
    </p:extLst>
  </p:cSld>
  <p:clrMapOvr>
    <a:masterClrMapping/>
  </p:clrMapOvr>
</p:sld>
</file>

<file path=ppt/theme/theme1.xml><?xml version="1.0" encoding="utf-8"?>
<a:theme xmlns:a="http://schemas.openxmlformats.org/drawingml/2006/main" name="MadridVTI">
  <a:themeElements>
    <a:clrScheme name="AnalogousFromLightSeedLeftStep">
      <a:dk1>
        <a:srgbClr val="000000"/>
      </a:dk1>
      <a:lt1>
        <a:srgbClr val="FFFFFF"/>
      </a:lt1>
      <a:dk2>
        <a:srgbClr val="213B32"/>
      </a:dk2>
      <a:lt2>
        <a:srgbClr val="E8E5E2"/>
      </a:lt2>
      <a:accent1>
        <a:srgbClr val="81A6C7"/>
      </a:accent1>
      <a:accent2>
        <a:srgbClr val="6CAEB2"/>
      </a:accent2>
      <a:accent3>
        <a:srgbClr val="78AD9A"/>
      </a:accent3>
      <a:accent4>
        <a:srgbClr val="6BB07B"/>
      </a:accent4>
      <a:accent5>
        <a:srgbClr val="83AD79"/>
      </a:accent5>
      <a:accent6>
        <a:srgbClr val="91AA68"/>
      </a:accent6>
      <a:hlink>
        <a:srgbClr val="9F7C5D"/>
      </a:hlink>
      <a:folHlink>
        <a:srgbClr val="7F7F7F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B2F7BD-E3B0-43B6-A38D-BD1A5B9CD80F}">
  <we:reference id="78f4d70e-fb8b-4f8d-b284-0a2e60aeef37" version="3.4.3.0" store="EXCatalog" storeType="EXCatalog"/>
  <we:alternateReferences>
    <we:reference id="WA104380955" version="3.4.3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2730</TotalTime>
  <Words>61</Words>
  <Application>Microsoft Office PowerPoint</Application>
  <PresentationFormat>Widescreen</PresentationFormat>
  <Paragraphs>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Avenir Next</vt:lpstr>
      <vt:lpstr>Bahnschrift</vt:lpstr>
      <vt:lpstr>Seaford Display</vt:lpstr>
      <vt:lpstr>System Font Regular</vt:lpstr>
      <vt:lpstr>Tenorite</vt:lpstr>
      <vt:lpstr>Wingdings</vt:lpstr>
      <vt:lpstr>MadridVTI</vt:lpstr>
      <vt:lpstr>QCML 06 Lab Session - 02</vt:lpstr>
      <vt:lpstr>What we have done so far…</vt:lpstr>
      <vt:lpstr>What we will do today…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QCML - 03 Last Lab Recap</dc:title>
  <dc:creator>Aniket</dc:creator>
  <cp:lastModifiedBy>Monika Kumari</cp:lastModifiedBy>
  <cp:revision>92</cp:revision>
  <dcterms:created xsi:type="dcterms:W3CDTF">2024-01-02T12:55:24Z</dcterms:created>
  <dcterms:modified xsi:type="dcterms:W3CDTF">2025-08-24T08:03:13Z</dcterms:modified>
</cp:coreProperties>
</file>